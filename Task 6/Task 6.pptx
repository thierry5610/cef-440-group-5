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3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5" r:id="rId5"/>
    <p:sldMasterId id="2147483680" r:id="rId6"/>
    <p:sldMasterId id="2147483743" r:id="rId7"/>
  </p:sldMasterIdLst>
  <p:notesMasterIdLst>
    <p:notesMasterId r:id="rId25"/>
  </p:notesMasterIdLst>
  <p:handoutMasterIdLst>
    <p:handoutMasterId r:id="rId26"/>
  </p:handoutMasterIdLst>
  <p:sldIdLst>
    <p:sldId id="362" r:id="rId8"/>
    <p:sldId id="405" r:id="rId9"/>
    <p:sldId id="377" r:id="rId10"/>
    <p:sldId id="385" r:id="rId11"/>
    <p:sldId id="400" r:id="rId12"/>
    <p:sldId id="417" r:id="rId13"/>
    <p:sldId id="382" r:id="rId14"/>
    <p:sldId id="425" r:id="rId15"/>
    <p:sldId id="404" r:id="rId16"/>
    <p:sldId id="426" r:id="rId17"/>
    <p:sldId id="395" r:id="rId18"/>
    <p:sldId id="422" r:id="rId19"/>
    <p:sldId id="427" r:id="rId20"/>
    <p:sldId id="428" r:id="rId21"/>
    <p:sldId id="423" r:id="rId22"/>
    <p:sldId id="424" r:id="rId23"/>
    <p:sldId id="31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768" userDrawn="1">
          <p15:clr>
            <a:srgbClr val="000000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7BEBD8"/>
    <a:srgbClr val="6C92E1"/>
    <a:srgbClr val="8335E5"/>
    <a:srgbClr val="6B8DE1"/>
    <a:srgbClr val="6313DC"/>
    <a:srgbClr val="1E3ADA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54" autoAdjust="0"/>
    <p:restoredTop sz="94652" autoAdjust="0"/>
  </p:normalViewPr>
  <p:slideViewPr>
    <p:cSldViewPr snapToGrid="0" showGuides="1">
      <p:cViewPr>
        <p:scale>
          <a:sx n="50" d="100"/>
          <a:sy n="50" d="100"/>
        </p:scale>
        <p:origin x="1020" y="288"/>
      </p:cViewPr>
      <p:guideLst>
        <p:guide orient="horz" pos="2088"/>
        <p:guide pos="3768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98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2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6222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59547C-AB38-C793-550F-7C7D6CEE22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224" y="-1"/>
            <a:ext cx="11035552" cy="6858001"/>
          </a:xfrm>
          <a:noFill/>
        </p:spPr>
        <p:txBody>
          <a:bodyPr lIns="0" tIns="0" rIns="0" bIns="0" anchor="ctr">
            <a:noAutofit/>
          </a:bodyPr>
          <a:lstStyle>
            <a:lvl1pPr algn="l">
              <a:defRPr sz="8000" kern="1200" spc="1000" baseline="0">
                <a:ln>
                  <a:noFill/>
                </a:ln>
                <a:solidFill>
                  <a:srgbClr val="CB6E50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8" name="Picture Placeholder 26">
            <a:extLst>
              <a:ext uri="{FF2B5EF4-FFF2-40B4-BE49-F238E27FC236}">
                <a16:creationId xmlns:a16="http://schemas.microsoft.com/office/drawing/2014/main" id="{C0B4C216-E27C-7A50-CF5C-D340913FF5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8308" y="604554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4CF15-8EEB-3E61-A35B-A44FACDCD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8308" y="5901989"/>
            <a:ext cx="4085468" cy="46808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972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1399032"/>
            <a:ext cx="5486400" cy="676656"/>
          </a:xfrm>
        </p:spPr>
        <p:txBody>
          <a:bodyPr lIns="0" tIns="0" rIns="0" bIns="0" anchor="ctr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8232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25014DBD-FC37-6FBB-AEBA-C82665282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28232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62835A7-C3E7-285E-CDF2-A44B022CFA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26880" y="1481328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26880" y="3941064"/>
            <a:ext cx="2227344" cy="67781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AD5CDF0-03F4-067C-A930-F9EEE3F0E3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8232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1EA0E8C0-9652-ED9C-4CD9-6B72392D6D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28232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50155057-5F64-A44D-EBB6-913EC89187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6880" y="215798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095532FA-0A0C-CF19-D640-F92609A782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880" y="4626864"/>
            <a:ext cx="2227344" cy="164592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26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6A67D644-32E7-08DE-4A04-59BC59DA6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23536" y="697867"/>
            <a:ext cx="4344928" cy="5462266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736204"/>
          </a:xfrm>
        </p:spPr>
        <p:txBody>
          <a:bodyPr anchor="ctr">
            <a:noAutofit/>
          </a:bodyPr>
          <a:lstStyle>
            <a:lvl1pPr algn="ctr">
              <a:defRPr sz="8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1A91CD-FAA1-12A5-36FC-FB6877A5CF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235" y="5501848"/>
            <a:ext cx="10515600" cy="1356152"/>
          </a:xfrm>
        </p:spPr>
        <p:txBody>
          <a:bodyPr anchor="ctr">
            <a:noAutofit/>
          </a:bodyPr>
          <a:lstStyle>
            <a:lvl1pPr marL="0" indent="0" algn="ctr">
              <a:buNone/>
              <a:defRPr sz="8000" b="0" spc="5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70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10349A9-96E5-48EF-811D-326560B8C1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5962964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0571" y="3000733"/>
            <a:ext cx="5763227" cy="2996309"/>
          </a:xfrm>
        </p:spPr>
        <p:txBody>
          <a:bodyPr lIns="0" tIns="0" rIns="0" bIns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50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192137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8E835A2-9A63-E732-F9E2-A4F4914B17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455" y="1834688"/>
            <a:ext cx="5310927" cy="723085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7CA4D69F-DA63-104E-3FB3-1F2D82C3B59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4466" y="1834688"/>
            <a:ext cx="5310927" cy="723085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5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AC50623-C141-FF48-2679-AD0F48D51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05526" y="2557773"/>
            <a:ext cx="1772935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FAAA39D6-45B2-A7D3-5DC3-C2459FFFC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8310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08456420-6A32-6316-DB13-BD852A1B7E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44466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4006011E-82D1-0E59-8663-132BB94A82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3537" y="2557773"/>
            <a:ext cx="1772935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979E2337-5EFF-E5EE-D81F-00E835015F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786321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Master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AB66CF5-0D1B-FF68-BB2E-8A5D28F0BC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6455" y="2983478"/>
            <a:ext cx="1769071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2E7EFCE-36D7-CF86-2FEF-E3734FE9950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405295" y="2983478"/>
            <a:ext cx="1772935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6E1DCC08-6799-A1AC-28C2-A872BAF1E5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78463" y="2983478"/>
            <a:ext cx="1768919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CE1BF705-AAB1-D537-2C0D-A795D1D4D17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44466" y="2983478"/>
            <a:ext cx="1769071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5F504EFC-46D9-97D5-DA53-4D8EB52D134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013306" y="2983478"/>
            <a:ext cx="1772935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C1231552-C2DF-2460-9DCB-33B1379D750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86474" y="2983478"/>
            <a:ext cx="1768919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966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7B17915-F2EE-16C0-9704-0911520961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064" y="1655064"/>
            <a:ext cx="11164824" cy="4599432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62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29FDC8-4969-6E0E-767C-B89B08D3D2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336" y="2195513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94B01F3-B2C5-4835-6EF9-A40EB06012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389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9CE4F9C-B2A8-323E-0B57-0B8FD348FA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0511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9B260B4-D1BC-635B-D388-0E1A9CF2C1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470C7D3-57C4-0583-E642-C6AB3565F6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32902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0" indent="-1143000">
              <a:spcBef>
                <a:spcPct val="0"/>
              </a:spcBef>
            </a:pPr>
            <a:r>
              <a:rPr lang="en-US" dirty="0"/>
              <a:t>0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6978037E-3163-1C71-E997-16A7D05981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0474" y="2703910"/>
            <a:ext cx="1743062" cy="250334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575FF4D9-84C9-19DB-9830-B3FFCD6F52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-621792"/>
            <a:ext cx="12192000" cy="7825231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78CB881-B4B6-F9E5-06B7-B87D6D5300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67" y="-2"/>
            <a:ext cx="5329866" cy="6858002"/>
          </a:xfrm>
          <a:custGeom>
            <a:avLst/>
            <a:gdLst>
              <a:gd name="connsiteX0" fmla="*/ 1468671 w 5329866"/>
              <a:gd name="connsiteY0" fmla="*/ 0 h 6858002"/>
              <a:gd name="connsiteX1" fmla="*/ 3861196 w 5329866"/>
              <a:gd name="connsiteY1" fmla="*/ 0 h 6858002"/>
              <a:gd name="connsiteX2" fmla="*/ 3935199 w 5329866"/>
              <a:gd name="connsiteY2" fmla="*/ 35649 h 6858002"/>
              <a:gd name="connsiteX3" fmla="*/ 5329866 w 5329866"/>
              <a:gd name="connsiteY3" fmla="*/ 2378940 h 6858002"/>
              <a:gd name="connsiteX4" fmla="*/ 5326197 w 5329866"/>
              <a:gd name="connsiteY4" fmla="*/ 2451598 h 6858002"/>
              <a:gd name="connsiteX5" fmla="*/ 5329866 w 5329866"/>
              <a:gd name="connsiteY5" fmla="*/ 2451598 h 6858002"/>
              <a:gd name="connsiteX6" fmla="*/ 5329866 w 5329866"/>
              <a:gd name="connsiteY6" fmla="*/ 4479063 h 6858002"/>
              <a:gd name="connsiteX7" fmla="*/ 5329866 w 5329866"/>
              <a:gd name="connsiteY7" fmla="*/ 4613615 h 6858002"/>
              <a:gd name="connsiteX8" fmla="*/ 5323072 w 5329866"/>
              <a:gd name="connsiteY8" fmla="*/ 4613615 h 6858002"/>
              <a:gd name="connsiteX9" fmla="*/ 5316108 w 5329866"/>
              <a:gd name="connsiteY9" fmla="*/ 4751537 h 6858002"/>
              <a:gd name="connsiteX10" fmla="*/ 4074162 w 5329866"/>
              <a:gd name="connsiteY10" fmla="*/ 6741332 h 6858002"/>
              <a:gd name="connsiteX11" fmla="*/ 3866899 w 5329866"/>
              <a:gd name="connsiteY11" fmla="*/ 6858002 h 6858002"/>
              <a:gd name="connsiteX12" fmla="*/ 1462968 w 5329866"/>
              <a:gd name="connsiteY12" fmla="*/ 6858002 h 6858002"/>
              <a:gd name="connsiteX13" fmla="*/ 1255705 w 5329866"/>
              <a:gd name="connsiteY13" fmla="*/ 6741332 h 6858002"/>
              <a:gd name="connsiteX14" fmla="*/ 13759 w 5329866"/>
              <a:gd name="connsiteY14" fmla="*/ 4751537 h 6858002"/>
              <a:gd name="connsiteX15" fmla="*/ 6794 w 5329866"/>
              <a:gd name="connsiteY15" fmla="*/ 4613615 h 6858002"/>
              <a:gd name="connsiteX16" fmla="*/ 2 w 5329866"/>
              <a:gd name="connsiteY16" fmla="*/ 4613615 h 6858002"/>
              <a:gd name="connsiteX17" fmla="*/ 2 w 5329866"/>
              <a:gd name="connsiteY17" fmla="*/ 4479105 h 6858002"/>
              <a:gd name="connsiteX18" fmla="*/ 0 w 5329866"/>
              <a:gd name="connsiteY18" fmla="*/ 4479063 h 6858002"/>
              <a:gd name="connsiteX19" fmla="*/ 2 w 5329866"/>
              <a:gd name="connsiteY19" fmla="*/ 4479021 h 6858002"/>
              <a:gd name="connsiteX20" fmla="*/ 2 w 5329866"/>
              <a:gd name="connsiteY20" fmla="*/ 2451598 h 6858002"/>
              <a:gd name="connsiteX21" fmla="*/ 3670 w 5329866"/>
              <a:gd name="connsiteY21" fmla="*/ 2451598 h 6858002"/>
              <a:gd name="connsiteX22" fmla="*/ 0 w 5329866"/>
              <a:gd name="connsiteY22" fmla="*/ 2378940 h 6858002"/>
              <a:gd name="connsiteX23" fmla="*/ 1394668 w 5329866"/>
              <a:gd name="connsiteY23" fmla="*/ 35649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8002">
                <a:moveTo>
                  <a:pt x="1468671" y="0"/>
                </a:moveTo>
                <a:lnTo>
                  <a:pt x="3861196" y="0"/>
                </a:lnTo>
                <a:lnTo>
                  <a:pt x="3935199" y="35649"/>
                </a:lnTo>
                <a:cubicBezTo>
                  <a:pt x="4765925" y="486927"/>
                  <a:pt x="5329866" y="1367076"/>
                  <a:pt x="5329866" y="2378940"/>
                </a:cubicBezTo>
                <a:lnTo>
                  <a:pt x="5326197" y="2451598"/>
                </a:lnTo>
                <a:lnTo>
                  <a:pt x="5329866" y="2451598"/>
                </a:lnTo>
                <a:lnTo>
                  <a:pt x="5329866" y="4479063"/>
                </a:lnTo>
                <a:lnTo>
                  <a:pt x="5329866" y="4613615"/>
                </a:lnTo>
                <a:lnTo>
                  <a:pt x="5323072" y="4613615"/>
                </a:lnTo>
                <a:lnTo>
                  <a:pt x="5316108" y="4751537"/>
                </a:lnTo>
                <a:cubicBezTo>
                  <a:pt x="5230813" y="5591419"/>
                  <a:pt x="4755512" y="6316003"/>
                  <a:pt x="4074162" y="6741332"/>
                </a:cubicBezTo>
                <a:lnTo>
                  <a:pt x="3866899" y="6858002"/>
                </a:lnTo>
                <a:lnTo>
                  <a:pt x="1462968" y="6858002"/>
                </a:lnTo>
                <a:lnTo>
                  <a:pt x="1255705" y="6741332"/>
                </a:lnTo>
                <a:cubicBezTo>
                  <a:pt x="574355" y="6316003"/>
                  <a:pt x="99054" y="5591419"/>
                  <a:pt x="13759" y="4751537"/>
                </a:cubicBezTo>
                <a:lnTo>
                  <a:pt x="6794" y="4613615"/>
                </a:lnTo>
                <a:lnTo>
                  <a:pt x="2" y="4613615"/>
                </a:lnTo>
                <a:lnTo>
                  <a:pt x="2" y="4479105"/>
                </a:lnTo>
                <a:lnTo>
                  <a:pt x="0" y="4479063"/>
                </a:lnTo>
                <a:lnTo>
                  <a:pt x="2" y="4479021"/>
                </a:lnTo>
                <a:lnTo>
                  <a:pt x="2" y="2451598"/>
                </a:lnTo>
                <a:lnTo>
                  <a:pt x="3670" y="2451598"/>
                </a:lnTo>
                <a:lnTo>
                  <a:pt x="0" y="2378940"/>
                </a:lnTo>
                <a:cubicBezTo>
                  <a:pt x="0" y="1367076"/>
                  <a:pt x="563941" y="486927"/>
                  <a:pt x="1394668" y="3564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731088F-47E0-33BA-856D-6E68D4A69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4054639"/>
            <a:ext cx="12192000" cy="996696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8500" b="0" i="0" spc="10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1090747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6099858" cy="1335273"/>
          </a:xfrm>
        </p:spPr>
        <p:txBody>
          <a:bodyPr lIns="0" tIns="0" rIns="0" bIns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897E40-8096-E77D-E61A-A0AAC64EA4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8481" y="581371"/>
            <a:ext cx="3884344" cy="5415673"/>
          </a:xfrm>
          <a:custGeom>
            <a:avLst/>
            <a:gdLst>
              <a:gd name="connsiteX0" fmla="*/ 1942453 w 3884344"/>
              <a:gd name="connsiteY0" fmla="*/ 0 h 5415673"/>
              <a:gd name="connsiteX1" fmla="*/ 3874878 w 3884344"/>
              <a:gd name="connsiteY1" fmla="*/ 1743849 h 5415673"/>
              <a:gd name="connsiteX2" fmla="*/ 3884344 w 3884344"/>
              <a:gd name="connsiteY2" fmla="*/ 1931324 h 5415673"/>
              <a:gd name="connsiteX3" fmla="*/ 3884344 w 3884344"/>
              <a:gd name="connsiteY3" fmla="*/ 1953581 h 5415673"/>
              <a:gd name="connsiteX4" fmla="*/ 3882232 w 3884344"/>
              <a:gd name="connsiteY4" fmla="*/ 1995413 h 5415673"/>
              <a:gd name="connsiteX5" fmla="*/ 3884344 w 3884344"/>
              <a:gd name="connsiteY5" fmla="*/ 1995413 h 5415673"/>
              <a:gd name="connsiteX6" fmla="*/ 3884344 w 3884344"/>
              <a:gd name="connsiteY6" fmla="*/ 3571294 h 5415673"/>
              <a:gd name="connsiteX7" fmla="*/ 3879954 w 3884344"/>
              <a:gd name="connsiteY7" fmla="*/ 3571294 h 5415673"/>
              <a:gd name="connsiteX8" fmla="*/ 3874878 w 3884344"/>
              <a:gd name="connsiteY8" fmla="*/ 3671825 h 5415673"/>
              <a:gd name="connsiteX9" fmla="*/ 1942453 w 3884344"/>
              <a:gd name="connsiteY9" fmla="*/ 5415673 h 5415673"/>
              <a:gd name="connsiteX10" fmla="*/ 10029 w 3884344"/>
              <a:gd name="connsiteY10" fmla="*/ 3671825 h 5415673"/>
              <a:gd name="connsiteX11" fmla="*/ 4952 w 3884344"/>
              <a:gd name="connsiteY11" fmla="*/ 3571294 h 5415673"/>
              <a:gd name="connsiteX12" fmla="*/ 2 w 3884344"/>
              <a:gd name="connsiteY12" fmla="*/ 3571294 h 5415673"/>
              <a:gd name="connsiteX13" fmla="*/ 2 w 3884344"/>
              <a:gd name="connsiteY13" fmla="*/ 3473251 h 5415673"/>
              <a:gd name="connsiteX14" fmla="*/ 0 w 3884344"/>
              <a:gd name="connsiteY14" fmla="*/ 3473220 h 5415673"/>
              <a:gd name="connsiteX15" fmla="*/ 2 w 3884344"/>
              <a:gd name="connsiteY15" fmla="*/ 3473189 h 5415673"/>
              <a:gd name="connsiteX16" fmla="*/ 2 w 3884344"/>
              <a:gd name="connsiteY16" fmla="*/ 1995413 h 5415673"/>
              <a:gd name="connsiteX17" fmla="*/ 2675 w 3884344"/>
              <a:gd name="connsiteY17" fmla="*/ 1995413 h 5415673"/>
              <a:gd name="connsiteX18" fmla="*/ 0 w 3884344"/>
              <a:gd name="connsiteY18" fmla="*/ 1942453 h 5415673"/>
              <a:gd name="connsiteX19" fmla="*/ 1942453 w 3884344"/>
              <a:gd name="connsiteY19" fmla="*/ 0 h 541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84344" h="5415673">
                <a:moveTo>
                  <a:pt x="1942453" y="0"/>
                </a:moveTo>
                <a:cubicBezTo>
                  <a:pt x="2948191" y="0"/>
                  <a:pt x="3775405" y="764355"/>
                  <a:pt x="3874878" y="1743849"/>
                </a:cubicBezTo>
                <a:lnTo>
                  <a:pt x="3884344" y="1931324"/>
                </a:lnTo>
                <a:lnTo>
                  <a:pt x="3884344" y="1953581"/>
                </a:lnTo>
                <a:lnTo>
                  <a:pt x="3882232" y="1995413"/>
                </a:lnTo>
                <a:lnTo>
                  <a:pt x="3884344" y="1995413"/>
                </a:lnTo>
                <a:lnTo>
                  <a:pt x="3884344" y="3571294"/>
                </a:lnTo>
                <a:lnTo>
                  <a:pt x="3879954" y="3571294"/>
                </a:lnTo>
                <a:lnTo>
                  <a:pt x="3874878" y="3671825"/>
                </a:lnTo>
                <a:cubicBezTo>
                  <a:pt x="3775404" y="4651319"/>
                  <a:pt x="2948192" y="5415673"/>
                  <a:pt x="1942453" y="5415673"/>
                </a:cubicBezTo>
                <a:cubicBezTo>
                  <a:pt x="936714" y="5415673"/>
                  <a:pt x="109502" y="4651319"/>
                  <a:pt x="10029" y="3671825"/>
                </a:cubicBezTo>
                <a:lnTo>
                  <a:pt x="4952" y="3571294"/>
                </a:lnTo>
                <a:lnTo>
                  <a:pt x="2" y="3571294"/>
                </a:lnTo>
                <a:lnTo>
                  <a:pt x="2" y="3473251"/>
                </a:lnTo>
                <a:lnTo>
                  <a:pt x="0" y="3473220"/>
                </a:lnTo>
                <a:lnTo>
                  <a:pt x="2" y="3473189"/>
                </a:lnTo>
                <a:lnTo>
                  <a:pt x="2" y="1995413"/>
                </a:lnTo>
                <a:lnTo>
                  <a:pt x="2675" y="1995413"/>
                </a:lnTo>
                <a:lnTo>
                  <a:pt x="0" y="1942453"/>
                </a:lnTo>
                <a:cubicBezTo>
                  <a:pt x="0" y="869666"/>
                  <a:pt x="869666" y="0"/>
                  <a:pt x="194245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/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414DEE6-A86D-4699-E6EF-CE6745F5D4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571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68EE5CA-4729-4FEA-F1BC-F976BEEBC4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73609" y="3000733"/>
            <a:ext cx="2916821" cy="42826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CA3BC7A6-D12C-160A-CB5C-E556052508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90571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2DF7BAB-7F6A-3D7B-F8A9-D7C4BD1D3B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73609" y="3530279"/>
            <a:ext cx="2916821" cy="2466764"/>
          </a:xfrm>
        </p:spPr>
        <p:txBody>
          <a:bodyPr lIns="0" tIns="0" rIns="0" bIns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24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16A793-0543-8519-4E06-4D8E6A4E8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837944"/>
            <a:ext cx="11353800" cy="3019086"/>
          </a:xfrm>
        </p:spPr>
        <p:txBody>
          <a:bodyPr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/>
            <a:r>
              <a:rPr lang="en-US" dirty="0"/>
              <a:t>Smart Graphic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FA2A82A-5FFB-EAB7-624A-E00F9EA6DE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9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1DD59288-2C4C-BA2F-F3C9-CEEC7BBAE5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47242" y="5232509"/>
            <a:ext cx="2188728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221A6B3-B644-8124-2E99-CBB5C1C0B2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6023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82FC433-EED8-C305-2AE2-E3BC9D42E5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64806" y="5232509"/>
            <a:ext cx="2188729" cy="493151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824A580-B433-CC76-2FDC-C607FC5ECF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459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479803CA-9514-7183-8AC8-13CC5B8406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547241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861F1384-35C1-15D1-9228-D96AC95355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56023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8B1D216-8DC7-A8D4-4857-4C7529D982E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4806" y="5742851"/>
            <a:ext cx="2188729" cy="36933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0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venir Book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A60E5-D102-7326-D77E-C6DF8BDDA7D6}"/>
              </a:ext>
            </a:extLst>
          </p:cNvPr>
          <p:cNvSpPr txBox="1"/>
          <p:nvPr userDrawn="1"/>
        </p:nvSpPr>
        <p:spPr>
          <a:xfrm>
            <a:off x="6598508" y="60795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D67076B-6CF0-B20E-9689-27FA1127A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8851" y="0"/>
            <a:ext cx="8160152" cy="6858000"/>
          </a:xfrm>
        </p:spPr>
        <p:txBody>
          <a:bodyPr anchor="ctr">
            <a:noAutofit/>
          </a:bodyPr>
          <a:lstStyle>
            <a:lvl1pPr algn="l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29235182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anchor="t"/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3F266306-412A-D7DE-40EF-45BBA13E556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846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28BF9A91-4021-72CF-EEBD-43B8B2F764A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53437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5D88CB52-BC08-9751-260B-B531030DCAB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430282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06E6C850-58C9-7074-08C7-7D24B9A951F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26190" y="2539313"/>
            <a:ext cx="685800" cy="6858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A395A78-D15C-3B71-AC48-52F422FF299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3437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26292D0-5ED9-B06E-0FEC-5ECF9B61DA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3028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025E22B-8EFC-3B41-7DF2-F2F0FBBFC2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26192" y="3397603"/>
            <a:ext cx="2227344" cy="4306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459D7743-7A8F-C73A-B9D5-49190ED512A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846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D4BD1280-EFE5-3F5B-2E53-29FC62D2218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3437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D7323A54-CEF7-D9AE-B43D-CCF5F95273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0282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50A54A3-4CD3-53F4-3FFE-F664FBFCB1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4000780"/>
            <a:ext cx="2227344" cy="20787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3062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5B86244-CE85-A100-2FAE-57F9E9959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681" y="4554640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BADE24-E02E-B86B-4973-FF07C9C25E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681" y="1296361"/>
            <a:ext cx="7156551" cy="9928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Master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6E5F1B-46ED-3EC5-71CF-9A8DF9B5AA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8452" y="1"/>
            <a:ext cx="5329866" cy="6857999"/>
          </a:xfrm>
          <a:custGeom>
            <a:avLst/>
            <a:gdLst>
              <a:gd name="connsiteX0" fmla="*/ 1468669 w 5329866"/>
              <a:gd name="connsiteY0" fmla="*/ 0 h 6857999"/>
              <a:gd name="connsiteX1" fmla="*/ 3861198 w 5329866"/>
              <a:gd name="connsiteY1" fmla="*/ 0 h 6857999"/>
              <a:gd name="connsiteX2" fmla="*/ 3935198 w 5329866"/>
              <a:gd name="connsiteY2" fmla="*/ 35648 h 6857999"/>
              <a:gd name="connsiteX3" fmla="*/ 5329866 w 5329866"/>
              <a:gd name="connsiteY3" fmla="*/ 2378939 h 6857999"/>
              <a:gd name="connsiteX4" fmla="*/ 5326197 w 5329866"/>
              <a:gd name="connsiteY4" fmla="*/ 2451597 h 6857999"/>
              <a:gd name="connsiteX5" fmla="*/ 5329866 w 5329866"/>
              <a:gd name="connsiteY5" fmla="*/ 2451597 h 6857999"/>
              <a:gd name="connsiteX6" fmla="*/ 5329866 w 5329866"/>
              <a:gd name="connsiteY6" fmla="*/ 4479062 h 6857999"/>
              <a:gd name="connsiteX7" fmla="*/ 5329866 w 5329866"/>
              <a:gd name="connsiteY7" fmla="*/ 4613614 h 6857999"/>
              <a:gd name="connsiteX8" fmla="*/ 5323072 w 5329866"/>
              <a:gd name="connsiteY8" fmla="*/ 4613614 h 6857999"/>
              <a:gd name="connsiteX9" fmla="*/ 5316108 w 5329866"/>
              <a:gd name="connsiteY9" fmla="*/ 4751536 h 6857999"/>
              <a:gd name="connsiteX10" fmla="*/ 4074162 w 5329866"/>
              <a:gd name="connsiteY10" fmla="*/ 6741331 h 6857999"/>
              <a:gd name="connsiteX11" fmla="*/ 3866902 w 5329866"/>
              <a:gd name="connsiteY11" fmla="*/ 6857999 h 6857999"/>
              <a:gd name="connsiteX12" fmla="*/ 1462965 w 5329866"/>
              <a:gd name="connsiteY12" fmla="*/ 6857999 h 6857999"/>
              <a:gd name="connsiteX13" fmla="*/ 1255705 w 5329866"/>
              <a:gd name="connsiteY13" fmla="*/ 6741331 h 6857999"/>
              <a:gd name="connsiteX14" fmla="*/ 13759 w 5329866"/>
              <a:gd name="connsiteY14" fmla="*/ 4751536 h 6857999"/>
              <a:gd name="connsiteX15" fmla="*/ 6794 w 5329866"/>
              <a:gd name="connsiteY15" fmla="*/ 4613614 h 6857999"/>
              <a:gd name="connsiteX16" fmla="*/ 2 w 5329866"/>
              <a:gd name="connsiteY16" fmla="*/ 4613614 h 6857999"/>
              <a:gd name="connsiteX17" fmla="*/ 2 w 5329866"/>
              <a:gd name="connsiteY17" fmla="*/ 4479104 h 6857999"/>
              <a:gd name="connsiteX18" fmla="*/ 0 w 5329866"/>
              <a:gd name="connsiteY18" fmla="*/ 4479062 h 6857999"/>
              <a:gd name="connsiteX19" fmla="*/ 2 w 5329866"/>
              <a:gd name="connsiteY19" fmla="*/ 4479020 h 6857999"/>
              <a:gd name="connsiteX20" fmla="*/ 2 w 5329866"/>
              <a:gd name="connsiteY20" fmla="*/ 2451597 h 6857999"/>
              <a:gd name="connsiteX21" fmla="*/ 3670 w 5329866"/>
              <a:gd name="connsiteY21" fmla="*/ 2451597 h 6857999"/>
              <a:gd name="connsiteX22" fmla="*/ 0 w 5329866"/>
              <a:gd name="connsiteY22" fmla="*/ 2378939 h 6857999"/>
              <a:gd name="connsiteX23" fmla="*/ 1394668 w 5329866"/>
              <a:gd name="connsiteY23" fmla="*/ 3564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7999">
                <a:moveTo>
                  <a:pt x="1468669" y="0"/>
                </a:moveTo>
                <a:lnTo>
                  <a:pt x="3861198" y="0"/>
                </a:lnTo>
                <a:lnTo>
                  <a:pt x="3935198" y="35648"/>
                </a:lnTo>
                <a:cubicBezTo>
                  <a:pt x="4765925" y="486926"/>
                  <a:pt x="5329866" y="1367075"/>
                  <a:pt x="5329866" y="2378939"/>
                </a:cubicBezTo>
                <a:lnTo>
                  <a:pt x="5326197" y="2451597"/>
                </a:lnTo>
                <a:lnTo>
                  <a:pt x="5329866" y="2451597"/>
                </a:lnTo>
                <a:lnTo>
                  <a:pt x="5329866" y="4479062"/>
                </a:lnTo>
                <a:lnTo>
                  <a:pt x="5329866" y="4613614"/>
                </a:lnTo>
                <a:lnTo>
                  <a:pt x="5323072" y="4613614"/>
                </a:lnTo>
                <a:lnTo>
                  <a:pt x="5316108" y="4751536"/>
                </a:lnTo>
                <a:cubicBezTo>
                  <a:pt x="5230813" y="5591417"/>
                  <a:pt x="4755512" y="6316001"/>
                  <a:pt x="4074162" y="6741331"/>
                </a:cubicBezTo>
                <a:lnTo>
                  <a:pt x="3866902" y="6857999"/>
                </a:lnTo>
                <a:lnTo>
                  <a:pt x="1462965" y="6857999"/>
                </a:lnTo>
                <a:lnTo>
                  <a:pt x="1255705" y="6741331"/>
                </a:lnTo>
                <a:cubicBezTo>
                  <a:pt x="574355" y="6316001"/>
                  <a:pt x="99054" y="5591417"/>
                  <a:pt x="13759" y="4751536"/>
                </a:cubicBezTo>
                <a:lnTo>
                  <a:pt x="6794" y="4613614"/>
                </a:lnTo>
                <a:lnTo>
                  <a:pt x="2" y="4613614"/>
                </a:lnTo>
                <a:lnTo>
                  <a:pt x="2" y="4479104"/>
                </a:lnTo>
                <a:lnTo>
                  <a:pt x="0" y="4479062"/>
                </a:lnTo>
                <a:lnTo>
                  <a:pt x="2" y="4479020"/>
                </a:lnTo>
                <a:lnTo>
                  <a:pt x="2" y="2451597"/>
                </a:lnTo>
                <a:lnTo>
                  <a:pt x="3670" y="2451597"/>
                </a:lnTo>
                <a:lnTo>
                  <a:pt x="0" y="2378939"/>
                </a:lnTo>
                <a:cubicBezTo>
                  <a:pt x="0" y="1367075"/>
                  <a:pt x="563941" y="486926"/>
                  <a:pt x="1394668" y="3564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400" b="0" i="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88BC5D-D10D-D2EE-8AE9-4CDCE46A2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681" y="2404268"/>
            <a:ext cx="7217511" cy="20494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8000" b="0" i="0" spc="10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Master Title</a:t>
            </a:r>
          </a:p>
        </p:txBody>
      </p:sp>
    </p:spTree>
    <p:extLst>
      <p:ext uri="{BB962C8B-B14F-4D97-AF65-F5344CB8AC3E}">
        <p14:creationId xmlns:p14="http://schemas.microsoft.com/office/powerpoint/2010/main" val="3151779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45CA8F2-58D1-3DCE-8413-CE65DE3496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0962" y="-801666"/>
            <a:ext cx="4667994" cy="782523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>
                    <a:alpha val="10000"/>
                  </a:schemeClr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</a:t>
            </a:r>
          </a:p>
          <a:p>
            <a:pPr lvl="0"/>
            <a:r>
              <a:rPr lang="en-US" dirty="0"/>
              <a:t>Thank 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  <a:p>
            <a:pPr lvl="0"/>
            <a:r>
              <a:rPr lang="en-US" dirty="0"/>
              <a:t>you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AB6B870-F337-8AB9-902B-76B31B88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39033"/>
            <a:ext cx="3478306" cy="3186954"/>
          </a:xfr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50000"/>
              </a:lnSpc>
              <a:defRPr lang="en-US" sz="1600" b="1" i="0" spc="5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413E8F7-437B-CCB5-23CA-F7ABF62FD0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0962" y="1467062"/>
            <a:ext cx="4667994" cy="2420772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8500" b="0" spc="65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08256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128F4A2-EE01-4CBA-242B-892F9376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83" y="383156"/>
            <a:ext cx="10865317" cy="37682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6F3E6C8-C3BA-6487-EC36-6942C4DAA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3" y="4253117"/>
            <a:ext cx="10865317" cy="1174224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2B64614-3490-74B5-758E-8582A71C0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3583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1B0611EC-60B3-4B52-5BE8-A3E876EC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13590703-55FF-F73B-5303-1591B4AE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28125E-23C5-98AD-F07E-1C566FF1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6667500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854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7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2B6FC0-CD1A-BD65-FEB7-E284C451FD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0624" y="5739518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7A418C-2617-BA69-B155-E2F7C513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225" y="4253117"/>
            <a:ext cx="10912199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CB64D-D719-084C-2B74-BFFBB84F6A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383156"/>
            <a:ext cx="10912199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A6442EC-060A-D246-CC1B-D250262DD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3DCF65-6641-B724-7326-DD1DD9AC9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E701096-2A85-8EA8-A5EC-D38F540D6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3D87E77-30FE-04FB-AEB9-3EA64036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7D1D96DE-89C2-BD2A-B692-1F230A408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86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506746-8C45-7F37-9AFA-B89A7E4B4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58991"/>
            <a:ext cx="8667749" cy="3869961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F45EC4-F660-165A-7E92-5E4D61FF2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4253117"/>
            <a:ext cx="8667749" cy="1174224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DC9E52-28EA-4972-BBAC-559097CE3A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52600" y="5501906"/>
            <a:ext cx="1828800" cy="274320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5735AC1-FB26-8EA1-D027-17E089CC7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8419612-CEB2-94CD-7A31-DCA2B214A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2EF214D-7620-1A42-7B18-3AB9F24A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5405B0AF-EA77-026D-D39C-F2BDC1C0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67500"/>
            <a:ext cx="12242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2">
            <a:extLst>
              <a:ext uri="{FF2B5EF4-FFF2-40B4-BE49-F238E27FC236}">
                <a16:creationId xmlns:a16="http://schemas.microsoft.com/office/drawing/2014/main" id="{1A7CF60F-B95D-2C6B-49CD-826DAEBA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0189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4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AFF9E1B-D277-3CD7-0505-70A3DF503C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6571" y="3939701"/>
            <a:ext cx="11517086" cy="142478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C34CE9-1C8A-039B-8096-4B97AF95A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1" y="5387064"/>
            <a:ext cx="11517086" cy="43849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AD26A8-E2F7-88F3-1B9C-84798D9CA7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" y="0"/>
            <a:ext cx="12192001" cy="3771900"/>
          </a:xfrm>
          <a:custGeom>
            <a:avLst/>
            <a:gdLst>
              <a:gd name="connsiteX0" fmla="*/ 2060179 w 12192001"/>
              <a:gd name="connsiteY0" fmla="*/ 2536316 h 3771900"/>
              <a:gd name="connsiteX1" fmla="*/ 12192001 w 12192001"/>
              <a:gd name="connsiteY1" fmla="*/ 2536316 h 3771900"/>
              <a:gd name="connsiteX2" fmla="*/ 12192001 w 12192001"/>
              <a:gd name="connsiteY2" fmla="*/ 3771900 h 3771900"/>
              <a:gd name="connsiteX3" fmla="*/ 2060179 w 12192001"/>
              <a:gd name="connsiteY3" fmla="*/ 3771900 h 3771900"/>
              <a:gd name="connsiteX4" fmla="*/ 6112791 w 12192001"/>
              <a:gd name="connsiteY4" fmla="*/ 1262587 h 3771900"/>
              <a:gd name="connsiteX5" fmla="*/ 12192000 w 12192001"/>
              <a:gd name="connsiteY5" fmla="*/ 1262587 h 3771900"/>
              <a:gd name="connsiteX6" fmla="*/ 12192000 w 12192001"/>
              <a:gd name="connsiteY6" fmla="*/ 2498171 h 3771900"/>
              <a:gd name="connsiteX7" fmla="*/ 6112791 w 12192001"/>
              <a:gd name="connsiteY7" fmla="*/ 2498171 h 3771900"/>
              <a:gd name="connsiteX8" fmla="*/ 0 w 12192001"/>
              <a:gd name="connsiteY8" fmla="*/ 1262587 h 3771900"/>
              <a:gd name="connsiteX9" fmla="*/ 6079209 w 12192001"/>
              <a:gd name="connsiteY9" fmla="*/ 1262587 h 3771900"/>
              <a:gd name="connsiteX10" fmla="*/ 6079209 w 12192001"/>
              <a:gd name="connsiteY10" fmla="*/ 2498171 h 3771900"/>
              <a:gd name="connsiteX11" fmla="*/ 0 w 12192001"/>
              <a:gd name="connsiteY11" fmla="*/ 2498171 h 3771900"/>
              <a:gd name="connsiteX12" fmla="*/ 0 w 12192001"/>
              <a:gd name="connsiteY12" fmla="*/ 0 h 3771900"/>
              <a:gd name="connsiteX13" fmla="*/ 10131822 w 12192001"/>
              <a:gd name="connsiteY13" fmla="*/ 0 h 3771900"/>
              <a:gd name="connsiteX14" fmla="*/ 10131822 w 12192001"/>
              <a:gd name="connsiteY14" fmla="*/ 1235584 h 3771900"/>
              <a:gd name="connsiteX15" fmla="*/ 0 w 12192001"/>
              <a:gd name="connsiteY15" fmla="*/ 1235584 h 377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1" h="3771900">
                <a:moveTo>
                  <a:pt x="2060179" y="2536316"/>
                </a:moveTo>
                <a:lnTo>
                  <a:pt x="12192001" y="2536316"/>
                </a:lnTo>
                <a:lnTo>
                  <a:pt x="12192001" y="3771900"/>
                </a:lnTo>
                <a:lnTo>
                  <a:pt x="2060179" y="3771900"/>
                </a:lnTo>
                <a:close/>
                <a:moveTo>
                  <a:pt x="6112791" y="1262587"/>
                </a:moveTo>
                <a:lnTo>
                  <a:pt x="12192000" y="1262587"/>
                </a:lnTo>
                <a:lnTo>
                  <a:pt x="12192000" y="2498171"/>
                </a:lnTo>
                <a:lnTo>
                  <a:pt x="6112791" y="2498171"/>
                </a:lnTo>
                <a:close/>
                <a:moveTo>
                  <a:pt x="0" y="1262587"/>
                </a:moveTo>
                <a:lnTo>
                  <a:pt x="6079209" y="1262587"/>
                </a:lnTo>
                <a:lnTo>
                  <a:pt x="6079209" y="2498171"/>
                </a:lnTo>
                <a:lnTo>
                  <a:pt x="0" y="2498171"/>
                </a:lnTo>
                <a:close/>
                <a:moveTo>
                  <a:pt x="0" y="0"/>
                </a:moveTo>
                <a:lnTo>
                  <a:pt x="10131822" y="0"/>
                </a:lnTo>
                <a:lnTo>
                  <a:pt x="10131822" y="1235584"/>
                </a:lnTo>
                <a:lnTo>
                  <a:pt x="0" y="12355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AA2219-FD98-03D2-BB5C-E2321D2249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571" y="6030083"/>
            <a:ext cx="1733607" cy="27432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D31E19E-99D1-8CD0-E566-4E2F20A4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698B7D1-C36E-DFB0-A661-A5E474A68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35F19D-FD15-4BE1-660D-0643E54D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2705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DB78E43-591B-FC77-A959-A64AB0D49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7870" y="383156"/>
            <a:ext cx="6022764" cy="3768220"/>
          </a:xfrm>
        </p:spPr>
        <p:txBody>
          <a:bodyPr anchor="b"/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5093B11-F806-67DA-C9D7-48A738FD9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7870" y="4253117"/>
            <a:ext cx="6022764" cy="1174224"/>
          </a:xfrm>
        </p:spPr>
        <p:txBody>
          <a:bodyPr/>
          <a:lstStyle>
            <a:lvl1pPr marL="0" indent="0" algn="r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70C32A11-D80D-8895-B299-F84B774E25E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2700" y="-1270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274702A-06E8-AD73-62B2-B3A4A32E5D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30785" y="5739518"/>
            <a:ext cx="1909848" cy="274320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0A1C19A-4E5E-C742-32A1-2115149FC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A9E029-23F0-CEC4-BA46-3EEC97738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900CB6-F919-93D0-C1AC-3EFB92BA7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141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13277B1-D0ED-1F93-2B04-7EF3B16386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5431" y="190500"/>
            <a:ext cx="5777442" cy="3960876"/>
          </a:xfrm>
        </p:spPr>
        <p:txBody>
          <a:bodyPr anchor="b"/>
          <a:lstStyle>
            <a:lvl1pPr algn="l">
              <a:spcBef>
                <a:spcPts val="0"/>
              </a:spcBef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530B387-44F6-F673-C06B-5BE9725D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431" y="4253117"/>
            <a:ext cx="5779314" cy="117422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B4E9-DF6F-079B-673E-93FD784A7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431" y="5739518"/>
            <a:ext cx="1738083" cy="2743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sz="1600"/>
              <a:t>Presenter Name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5CACC6-5EE3-524B-F9DF-9D1D8C066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12653" y="0"/>
            <a:ext cx="5679347" cy="6875770"/>
          </a:xfrm>
          <a:custGeom>
            <a:avLst/>
            <a:gdLst>
              <a:gd name="connsiteX0" fmla="*/ 2855788 w 5679347"/>
              <a:gd name="connsiteY0" fmla="*/ 3447486 h 6875770"/>
              <a:gd name="connsiteX1" fmla="*/ 4251452 w 5679347"/>
              <a:gd name="connsiteY1" fmla="*/ 3447486 h 6875770"/>
              <a:gd name="connsiteX2" fmla="*/ 4251452 w 5679347"/>
              <a:gd name="connsiteY2" fmla="*/ 6864339 h 6875770"/>
              <a:gd name="connsiteX3" fmla="*/ 2855788 w 5679347"/>
              <a:gd name="connsiteY3" fmla="*/ 6864339 h 6875770"/>
              <a:gd name="connsiteX4" fmla="*/ 1427894 w 5679347"/>
              <a:gd name="connsiteY4" fmla="*/ 3447486 h 6875770"/>
              <a:gd name="connsiteX5" fmla="*/ 2823558 w 5679347"/>
              <a:gd name="connsiteY5" fmla="*/ 3447486 h 6875770"/>
              <a:gd name="connsiteX6" fmla="*/ 2823558 w 5679347"/>
              <a:gd name="connsiteY6" fmla="*/ 6864339 h 6875770"/>
              <a:gd name="connsiteX7" fmla="*/ 1427894 w 5679347"/>
              <a:gd name="connsiteY7" fmla="*/ 6864339 h 6875770"/>
              <a:gd name="connsiteX8" fmla="*/ 4283683 w 5679347"/>
              <a:gd name="connsiteY8" fmla="*/ 1442090 h 6875770"/>
              <a:gd name="connsiteX9" fmla="*/ 5001917 w 5679347"/>
              <a:gd name="connsiteY9" fmla="*/ 1442090 h 6875770"/>
              <a:gd name="connsiteX10" fmla="*/ 5098111 w 5679347"/>
              <a:gd name="connsiteY10" fmla="*/ 1451787 h 6875770"/>
              <a:gd name="connsiteX11" fmla="*/ 5679347 w 5679347"/>
              <a:gd name="connsiteY11" fmla="*/ 2164940 h 6875770"/>
              <a:gd name="connsiteX12" fmla="*/ 5679347 w 5679347"/>
              <a:gd name="connsiteY12" fmla="*/ 6875770 h 6875770"/>
              <a:gd name="connsiteX13" fmla="*/ 4283683 w 5679347"/>
              <a:gd name="connsiteY13" fmla="*/ 6875770 h 6875770"/>
              <a:gd name="connsiteX14" fmla="*/ 2855788 w 5679347"/>
              <a:gd name="connsiteY14" fmla="*/ 0 h 6875770"/>
              <a:gd name="connsiteX15" fmla="*/ 4251452 w 5679347"/>
              <a:gd name="connsiteY15" fmla="*/ 0 h 6875770"/>
              <a:gd name="connsiteX16" fmla="*/ 4251452 w 5679347"/>
              <a:gd name="connsiteY16" fmla="*/ 3416853 h 6875770"/>
              <a:gd name="connsiteX17" fmla="*/ 2855788 w 5679347"/>
              <a:gd name="connsiteY17" fmla="*/ 3416853 h 6875770"/>
              <a:gd name="connsiteX18" fmla="*/ 1427894 w 5679347"/>
              <a:gd name="connsiteY18" fmla="*/ 0 h 6875770"/>
              <a:gd name="connsiteX19" fmla="*/ 2823558 w 5679347"/>
              <a:gd name="connsiteY19" fmla="*/ 0 h 6875770"/>
              <a:gd name="connsiteX20" fmla="*/ 2823558 w 5679347"/>
              <a:gd name="connsiteY20" fmla="*/ 3416853 h 6875770"/>
              <a:gd name="connsiteX21" fmla="*/ 1427894 w 5679347"/>
              <a:gd name="connsiteY21" fmla="*/ 3416853 h 6875770"/>
              <a:gd name="connsiteX22" fmla="*/ 0 w 5679347"/>
              <a:gd name="connsiteY22" fmla="*/ 0 h 6875770"/>
              <a:gd name="connsiteX23" fmla="*/ 1395664 w 5679347"/>
              <a:gd name="connsiteY23" fmla="*/ 0 h 6875770"/>
              <a:gd name="connsiteX24" fmla="*/ 1395664 w 5679347"/>
              <a:gd name="connsiteY24" fmla="*/ 5433680 h 6875770"/>
              <a:gd name="connsiteX25" fmla="*/ 727933 w 5679347"/>
              <a:gd name="connsiteY25" fmla="*/ 5433680 h 6875770"/>
              <a:gd name="connsiteX26" fmla="*/ 581236 w 5679347"/>
              <a:gd name="connsiteY26" fmla="*/ 5418892 h 6875770"/>
              <a:gd name="connsiteX27" fmla="*/ 0 w 5679347"/>
              <a:gd name="connsiteY27" fmla="*/ 4705739 h 687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79347" h="6875770">
                <a:moveTo>
                  <a:pt x="2855788" y="3447486"/>
                </a:moveTo>
                <a:lnTo>
                  <a:pt x="4251452" y="3447486"/>
                </a:lnTo>
                <a:lnTo>
                  <a:pt x="4251452" y="6864339"/>
                </a:lnTo>
                <a:lnTo>
                  <a:pt x="2855788" y="6864339"/>
                </a:lnTo>
                <a:close/>
                <a:moveTo>
                  <a:pt x="1427894" y="3447486"/>
                </a:moveTo>
                <a:lnTo>
                  <a:pt x="2823558" y="3447486"/>
                </a:lnTo>
                <a:lnTo>
                  <a:pt x="2823558" y="6864339"/>
                </a:lnTo>
                <a:lnTo>
                  <a:pt x="1427894" y="6864339"/>
                </a:lnTo>
                <a:close/>
                <a:moveTo>
                  <a:pt x="4283683" y="1442090"/>
                </a:moveTo>
                <a:lnTo>
                  <a:pt x="5001917" y="1442090"/>
                </a:lnTo>
                <a:lnTo>
                  <a:pt x="5098111" y="1451787"/>
                </a:lnTo>
                <a:cubicBezTo>
                  <a:pt x="5429822" y="1519665"/>
                  <a:pt x="5679347" y="1813163"/>
                  <a:pt x="5679347" y="2164940"/>
                </a:cubicBezTo>
                <a:lnTo>
                  <a:pt x="5679347" y="6875770"/>
                </a:lnTo>
                <a:lnTo>
                  <a:pt x="4283683" y="6875770"/>
                </a:lnTo>
                <a:close/>
                <a:moveTo>
                  <a:pt x="2855788" y="0"/>
                </a:moveTo>
                <a:lnTo>
                  <a:pt x="4251452" y="0"/>
                </a:lnTo>
                <a:lnTo>
                  <a:pt x="4251452" y="3416853"/>
                </a:lnTo>
                <a:lnTo>
                  <a:pt x="2855788" y="3416853"/>
                </a:lnTo>
                <a:close/>
                <a:moveTo>
                  <a:pt x="1427894" y="0"/>
                </a:moveTo>
                <a:lnTo>
                  <a:pt x="2823558" y="0"/>
                </a:lnTo>
                <a:lnTo>
                  <a:pt x="2823558" y="3416853"/>
                </a:lnTo>
                <a:lnTo>
                  <a:pt x="1427894" y="3416853"/>
                </a:lnTo>
                <a:close/>
                <a:moveTo>
                  <a:pt x="0" y="0"/>
                </a:moveTo>
                <a:lnTo>
                  <a:pt x="1395664" y="0"/>
                </a:lnTo>
                <a:lnTo>
                  <a:pt x="1395664" y="5433680"/>
                </a:lnTo>
                <a:lnTo>
                  <a:pt x="727933" y="5433680"/>
                </a:lnTo>
                <a:lnTo>
                  <a:pt x="581236" y="5418892"/>
                </a:lnTo>
                <a:cubicBezTo>
                  <a:pt x="249526" y="5351014"/>
                  <a:pt x="0" y="5057516"/>
                  <a:pt x="0" y="4705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AA858DD-5732-D62C-5397-EBE1E9F3B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0142DC-7CAA-D291-2AD5-EB9A2A176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63FE10-3EE7-C466-9C34-9CB62B95E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454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346275D-4318-15D0-8F4A-3820A657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624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6E3E36D-049D-0336-4B5E-9DB64D9DE6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91175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0" y="452387"/>
            <a:ext cx="54203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6355481-CCC4-3C4D-A9BD-DF34116B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400" y="4521200"/>
            <a:ext cx="54203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667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65BDE1-4C58-E0CC-97CA-4695152C2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6601" y="0"/>
            <a:ext cx="784776" cy="1295400"/>
          </a:xfrm>
          <a:custGeom>
            <a:avLst/>
            <a:gdLst>
              <a:gd name="connsiteX0" fmla="*/ 0 w 784776"/>
              <a:gd name="connsiteY0" fmla="*/ 0 h 1295400"/>
              <a:gd name="connsiteX1" fmla="*/ 784776 w 784776"/>
              <a:gd name="connsiteY1" fmla="*/ 0 h 1295400"/>
              <a:gd name="connsiteX2" fmla="*/ 784776 w 784776"/>
              <a:gd name="connsiteY2" fmla="*/ 1295400 h 1295400"/>
              <a:gd name="connsiteX3" fmla="*/ 0 w 784776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776" h="1295400">
                <a:moveTo>
                  <a:pt x="0" y="0"/>
                </a:moveTo>
                <a:lnTo>
                  <a:pt x="784776" y="0"/>
                </a:lnTo>
                <a:lnTo>
                  <a:pt x="784776" y="1295400"/>
                </a:lnTo>
                <a:lnTo>
                  <a:pt x="0" y="12954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17E50D-F7E2-253D-428F-1DA3EFBC28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16600" y="355600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84480"/>
            <a:ext cx="5384800" cy="4100194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E97C1-0EB0-B109-7BE3-9012BD59B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4521200"/>
            <a:ext cx="538480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50181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4FD6E8-9410-CD68-AD6A-4F21B02B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29250" y="1"/>
            <a:ext cx="1333500" cy="1046131"/>
          </a:xfrm>
          <a:custGeom>
            <a:avLst/>
            <a:gdLst>
              <a:gd name="connsiteX0" fmla="*/ 0 w 1333500"/>
              <a:gd name="connsiteY0" fmla="*/ 0 h 1046131"/>
              <a:gd name="connsiteX1" fmla="*/ 1333500 w 1333500"/>
              <a:gd name="connsiteY1" fmla="*/ 0 h 1046131"/>
              <a:gd name="connsiteX2" fmla="*/ 1333500 w 1333500"/>
              <a:gd name="connsiteY2" fmla="*/ 828110 h 1046131"/>
              <a:gd name="connsiteX3" fmla="*/ 1115479 w 1333500"/>
              <a:gd name="connsiteY3" fmla="*/ 1046131 h 1046131"/>
              <a:gd name="connsiteX4" fmla="*/ 218021 w 1333500"/>
              <a:gd name="connsiteY4" fmla="*/ 1046131 h 1046131"/>
              <a:gd name="connsiteX5" fmla="*/ 0 w 1333500"/>
              <a:gd name="connsiteY5" fmla="*/ 828110 h 1046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3500" h="1046131">
                <a:moveTo>
                  <a:pt x="0" y="0"/>
                </a:moveTo>
                <a:lnTo>
                  <a:pt x="1333500" y="0"/>
                </a:lnTo>
                <a:lnTo>
                  <a:pt x="1333500" y="828110"/>
                </a:lnTo>
                <a:cubicBezTo>
                  <a:pt x="1333500" y="948520"/>
                  <a:pt x="1235889" y="1046131"/>
                  <a:pt x="1115479" y="1046131"/>
                </a:cubicBezTo>
                <a:lnTo>
                  <a:pt x="218021" y="1046131"/>
                </a:lnTo>
                <a:cubicBezTo>
                  <a:pt x="97611" y="1046131"/>
                  <a:pt x="0" y="948520"/>
                  <a:pt x="0" y="82811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0C08F07-3AD6-984D-4638-073B6C0B8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6587" y="165378"/>
            <a:ext cx="784225" cy="6731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526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921EF-D008-97BC-E5BE-5056735440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2387"/>
            <a:ext cx="5699760" cy="3897865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2671BA-90EF-59B5-C249-F7C365215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21200"/>
            <a:ext cx="5699760" cy="1568449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3459998-3AA2-B134-8816-E21159D0BAD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539F209-2985-7BF1-0F75-55A5560B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550591-5FE9-F140-4E34-5256EBCCB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9EC5884-5885-014A-39B9-D4A0445EF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69117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7D0816-A0A9-20C1-B42A-95D1C13F84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13868"/>
            <a:ext cx="5943600" cy="3977640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F53C620-9E4A-9463-32D9-EAB787FF61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883" y="4405376"/>
            <a:ext cx="5952189" cy="1487424"/>
          </a:xfrm>
        </p:spPr>
        <p:txBody>
          <a:bodyPr anchor="t">
            <a:noAutofit/>
          </a:bodyPr>
          <a:lstStyle>
            <a:lvl1pPr marL="0" indent="0" algn="l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8ED90A8-7525-1B2C-FACF-0A70191543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6601377" y="0"/>
            <a:ext cx="5590623" cy="6858000"/>
          </a:xfrm>
          <a:custGeom>
            <a:avLst/>
            <a:gdLst>
              <a:gd name="connsiteX0" fmla="*/ 0 w 5590623"/>
              <a:gd name="connsiteY0" fmla="*/ 0 h 6858000"/>
              <a:gd name="connsiteX1" fmla="*/ 5590623 w 5590623"/>
              <a:gd name="connsiteY1" fmla="*/ 0 h 6858000"/>
              <a:gd name="connsiteX2" fmla="*/ 5590623 w 5590623"/>
              <a:gd name="connsiteY2" fmla="*/ 5112985 h 6858000"/>
              <a:gd name="connsiteX3" fmla="*/ 3845608 w 5590623"/>
              <a:gd name="connsiteY3" fmla="*/ 6858000 h 6858000"/>
              <a:gd name="connsiteX4" fmla="*/ 99715 w 5590623"/>
              <a:gd name="connsiteY4" fmla="*/ 6858000 h 6858000"/>
              <a:gd name="connsiteX5" fmla="*/ 0 w 5590623"/>
              <a:gd name="connsiteY5" fmla="*/ 68529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90623" h="6858000">
                <a:moveTo>
                  <a:pt x="0" y="0"/>
                </a:moveTo>
                <a:lnTo>
                  <a:pt x="5590623" y="0"/>
                </a:lnTo>
                <a:lnTo>
                  <a:pt x="5590623" y="5112985"/>
                </a:lnTo>
                <a:cubicBezTo>
                  <a:pt x="5590623" y="6076730"/>
                  <a:pt x="4809354" y="6858000"/>
                  <a:pt x="3845608" y="6858000"/>
                </a:cubicBezTo>
                <a:lnTo>
                  <a:pt x="99715" y="6858000"/>
                </a:lnTo>
                <a:lnTo>
                  <a:pt x="0" y="68529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C5FC4FE-969C-3430-8E2D-D1961B0E5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2AF8041-59E3-15F2-6902-E9C22C333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27CEAE8-ACAD-92D0-B0A7-F2FED32A5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2918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92300" y="1028699"/>
            <a:ext cx="8432800" cy="368300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876799"/>
            <a:ext cx="8432800" cy="109910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0EA5083-CBDA-234C-ADF4-DE0F10961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B46CB32-AE1A-C161-F8AD-B5C4C197C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21B52-8912-5727-807C-9B371A898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63207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D3B1BB6E-B06C-A17C-8C3E-79EABCBE4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0731A7D4-E0B1-9EFC-60E9-55B28D5F0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379DD77-5A9A-AFFB-A8F9-07D52E77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6779" y="489057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0" name="Rectangle 89">
            <a:extLst>
              <a:ext uri="{FF2B5EF4-FFF2-40B4-BE49-F238E27FC236}">
                <a16:creationId xmlns:a16="http://schemas.microsoft.com/office/drawing/2014/main" id="{8D81854D-7A68-8152-BE67-C5FD9CA5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257699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1">
            <a:extLst>
              <a:ext uri="{FF2B5EF4-FFF2-40B4-BE49-F238E27FC236}">
                <a16:creationId xmlns:a16="http://schemas.microsoft.com/office/drawing/2014/main" id="{EA9BC805-8AC0-6973-6307-402D4873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07406" y="37265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2A121-F74E-1DBB-F90E-9ECA5D2738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4941" y="2587692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1A28972-BB4A-9DE5-EC1C-17EC2CEC1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2438" y="225583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>
              <a:lnSpc>
                <a:spcPct val="100000"/>
              </a:lnSpc>
              <a:defRPr sz="1800" b="1"/>
            </a:lvl2pPr>
            <a:lvl3pPr>
              <a:lnSpc>
                <a:spcPct val="100000"/>
              </a:lnSpc>
              <a:defRPr sz="1800" b="1"/>
            </a:lvl3pPr>
            <a:lvl4pPr>
              <a:lnSpc>
                <a:spcPct val="100000"/>
              </a:lnSpc>
              <a:defRPr sz="1800" b="1"/>
            </a:lvl4pPr>
            <a:lvl5pPr>
              <a:lnSpc>
                <a:spcPct val="100000"/>
              </a:lnSpc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1934284-00BE-576C-F2BA-050CD34490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4941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2D4614F8-0641-9496-CFCF-28C7981225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2438" y="340955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04425C6-1E3A-2D07-F971-EA5DD926CB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4941" y="4888713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10C586E-C370-0572-962A-51D7AD99CB1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722438" y="4563278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76BF66F-CB64-BBEF-FBC9-3B4A250FF5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5543" y="2590187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15F872C-5958-E6E3-B049-C7D76BD6022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47318" y="224428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9563155-4732-CF95-38F9-9E62545CF2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5543" y="3736734"/>
            <a:ext cx="511674" cy="444763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>
              <a:defRPr sz="18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8632D52-9F72-E6F7-9843-8646F95B5F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47318" y="3398009"/>
            <a:ext cx="4381500" cy="1111250"/>
          </a:xfrm>
        </p:spPr>
        <p:txBody>
          <a:bodyPr anchor="ctr"/>
          <a:lstStyle>
            <a:lvl1pPr marL="0" indent="0">
              <a:lnSpc>
                <a:spcPct val="100000"/>
              </a:lnSpc>
              <a:buFontTx/>
              <a:buNone/>
              <a:defRPr sz="1800" b="1">
                <a:latin typeface="+mj-lt"/>
              </a:defRPr>
            </a:lvl1pPr>
            <a:lvl2pPr marL="457200" indent="0">
              <a:lnSpc>
                <a:spcPct val="100000"/>
              </a:lnSpc>
              <a:buFontTx/>
              <a:buNone/>
              <a:defRPr sz="1800" b="1"/>
            </a:lvl2pPr>
            <a:lvl3pPr marL="914400" indent="0">
              <a:lnSpc>
                <a:spcPct val="100000"/>
              </a:lnSpc>
              <a:buFontTx/>
              <a:buNone/>
              <a:defRPr sz="1800" b="1"/>
            </a:lvl3pPr>
            <a:lvl4pPr marL="1371600" indent="0">
              <a:lnSpc>
                <a:spcPct val="100000"/>
              </a:lnSpc>
              <a:buFontTx/>
              <a:buNone/>
              <a:defRPr sz="1800" b="1"/>
            </a:lvl4pPr>
            <a:lvl5pPr marL="1828800" indent="0">
              <a:lnSpc>
                <a:spcPct val="100000"/>
              </a:lnSpc>
              <a:buFontTx/>
              <a:buNone/>
              <a:defRPr sz="1800" b="1"/>
            </a:lvl5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0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915" y="1058974"/>
            <a:ext cx="7839200" cy="814279"/>
          </a:xfr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915AA-7D4E-CEF2-0E27-CA6FB479DB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81914" y="2032000"/>
            <a:ext cx="10371883" cy="398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E8E960A-184B-47C0-C68F-43E1F03C6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00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D0DFAE-ECB5-DB29-9C6B-1662CE0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9268C7-DA35-8A6D-469A-DEC70428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DBA6A-1CB5-96D5-F35C-B3AFB4AB3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ED06C3-D451-CC0C-50D8-69D1AB87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4788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8C40-517B-C014-D81B-823BAE2FD5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8" y="1542474"/>
            <a:ext cx="10504000" cy="44725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526D3A9-25EF-273F-0E13-352453468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36B9F0-0AA4-2C68-C74E-D1921EFEE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A9B5B83-6D7B-707F-F948-6BD712772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29DE8E-07F5-D1B2-C0AF-4DDB3060C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AFC956-0159-EEB8-6BC1-9C3F1B1AE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4598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4095B0E-61E1-13CE-6F7F-EE3F7FD0FD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8" y="314036"/>
            <a:ext cx="10515600" cy="57010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A793-2C0E-8F06-4362-96A1983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9044-6596-30C3-95FD-F186F8096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F415-CF39-9236-9576-0DF9F95C1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843250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FB75-D5E0-9511-4FD2-C68C1C091E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99" y="1847276"/>
            <a:ext cx="10498202" cy="41677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1F12379-188A-C977-1150-3E5925DBE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BBEF7DA-BA6D-A07F-F03E-2BC9F8B3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C858912-AA2F-5EAF-FCD4-B77FA992F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D429890D-AAF9-8BC9-BD12-23ABDAA0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4611981F-BBC7-0DC8-FC22-8FF2B06CB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9854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4D1E701-C09D-5C9D-D6F0-B24CF24DE8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24949" y="2385975"/>
            <a:ext cx="5728848" cy="24547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B65093-A00A-3EDD-C0C5-4CDFFD32B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D35FF5-CE2E-247E-ACA9-67EA0D258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35B66F-F94E-7191-89B2-9BC080EC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9" name="Straight Connector 31">
            <a:extLst>
              <a:ext uri="{FF2B5EF4-FFF2-40B4-BE49-F238E27FC236}">
                <a16:creationId xmlns:a16="http://schemas.microsoft.com/office/drawing/2014/main" id="{318DEC2A-2948-AEF3-C9E8-2ED520DE0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6F8E1B26-93AA-F87D-FBC9-B4B64DEAF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2561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7179A23-77F8-DF71-F294-EBB8C50418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26188" y="2258569"/>
            <a:ext cx="6227609" cy="35570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5B8C-BD87-04ED-9CEF-4AFD2D0C8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EFC9-7505-F7FF-CF6B-86AB99437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F0AB1-6FFC-E765-BFAA-96D029963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6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E3F9A9-6F1E-9A87-9F34-719BDBBB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34BEAC-979B-C481-66E0-57CBE849F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33B9A1-B856-0C6C-BE29-3F704757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574AC177-8C09-79F3-8CC6-DA60495C4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B15B36F5-13CB-A1A3-0ECD-756964BC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8D56DEF8-59B1-77EC-4BF9-9B1E066C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EAC0D963-F67D-C0B7-83D7-3531328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8E2A2FC-47FE-82C3-DDCE-775263AF6B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27784" y="1109588"/>
            <a:ext cx="6126013" cy="46388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842261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4B042FA-40F9-5B1B-253A-F9E4CE1EF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17913B-B30A-FA59-DEB0-EE00CE0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0BC0D2D-F6C3-AAB2-BE9B-976038A36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233E3486-94FE-93B7-B905-AD9FCF0CB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11974C7-CCAB-1907-BE37-42979777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2">
            <a:extLst>
              <a:ext uri="{FF2B5EF4-FFF2-40B4-BE49-F238E27FC236}">
                <a16:creationId xmlns:a16="http://schemas.microsoft.com/office/drawing/2014/main" id="{06A3D12A-2FB9-F068-52F8-5ECB59CF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F5C18F72-C84F-D063-4732-84EC0978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273858-FBFD-DEAE-AD96-5C657A6EFD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18548" y="877457"/>
            <a:ext cx="6135249" cy="49406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737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DE26A1A-0C2E-AA4F-2BFD-2FC457BEE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13558B-C550-D97A-0993-90E482774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B01AD3E-A936-38B4-4A48-03DBD2461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F7CAE20-16AA-488D-A148-9F47CEF0D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11F815CC-EECB-FB5B-68C1-C48FC508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EF9D6568-E832-17EE-6E8D-6D4F80BEF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2EC9985A-8A31-E099-A519-A003E3B9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81B36D-31CE-2315-D28B-4F83E6A869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5829" y="831919"/>
            <a:ext cx="6822170" cy="5194159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7753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03" y="740002"/>
            <a:ext cx="10664992" cy="1108799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B123-E35D-F0AD-599A-36331CA67F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3503" y="1930401"/>
            <a:ext cx="10664981" cy="11087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D5CE30-2042-C9F0-1D52-67FF1CCCF5B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flipH="1">
            <a:off x="763503" y="3125456"/>
            <a:ext cx="10664990" cy="3003882"/>
          </a:xfrm>
          <a:custGeom>
            <a:avLst/>
            <a:gdLst>
              <a:gd name="connsiteX0" fmla="*/ 717565 w 10664990"/>
              <a:gd name="connsiteY0" fmla="*/ 0 h 3003882"/>
              <a:gd name="connsiteX1" fmla="*/ 10664990 w 10664990"/>
              <a:gd name="connsiteY1" fmla="*/ 0 h 3003882"/>
              <a:gd name="connsiteX2" fmla="*/ 10664990 w 10664990"/>
              <a:gd name="connsiteY2" fmla="*/ 2040791 h 3003882"/>
              <a:gd name="connsiteX3" fmla="*/ 9701899 w 10664990"/>
              <a:gd name="connsiteY3" fmla="*/ 3003882 h 3003882"/>
              <a:gd name="connsiteX4" fmla="*/ 0 w 10664990"/>
              <a:gd name="connsiteY4" fmla="*/ 3003882 h 3003882"/>
              <a:gd name="connsiteX5" fmla="*/ 0 w 10664990"/>
              <a:gd name="connsiteY5" fmla="*/ 807576 h 3003882"/>
              <a:gd name="connsiteX6" fmla="*/ 6866 w 10664990"/>
              <a:gd name="connsiteY6" fmla="*/ 739470 h 3003882"/>
              <a:gd name="connsiteX7" fmla="*/ 663997 w 10664990"/>
              <a:gd name="connsiteY7" fmla="*/ 13774 h 30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64990" h="3003882">
                <a:moveTo>
                  <a:pt x="717565" y="0"/>
                </a:moveTo>
                <a:lnTo>
                  <a:pt x="10664990" y="0"/>
                </a:lnTo>
                <a:lnTo>
                  <a:pt x="10664990" y="2040791"/>
                </a:lnTo>
                <a:cubicBezTo>
                  <a:pt x="10664990" y="2572691"/>
                  <a:pt x="10233799" y="3003882"/>
                  <a:pt x="9701899" y="3003882"/>
                </a:cubicBezTo>
                <a:lnTo>
                  <a:pt x="0" y="3003882"/>
                </a:lnTo>
                <a:lnTo>
                  <a:pt x="0" y="807576"/>
                </a:lnTo>
                <a:lnTo>
                  <a:pt x="6866" y="739470"/>
                </a:lnTo>
                <a:cubicBezTo>
                  <a:pt x="77427" y="394648"/>
                  <a:pt x="332267" y="116953"/>
                  <a:pt x="663997" y="137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CA2A0CC-FD1D-090E-B032-2727A33C2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14E31B0-796E-475E-1937-AD368956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F8FA102-64A1-8ADA-C519-B41858DD3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1" name="Straight Connector 31">
            <a:extLst>
              <a:ext uri="{FF2B5EF4-FFF2-40B4-BE49-F238E27FC236}">
                <a16:creationId xmlns:a16="http://schemas.microsoft.com/office/drawing/2014/main" id="{EBE4D70A-6370-D227-8C8A-E57CB8CE7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270487BC-62D0-8122-EE28-32BF73CE6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7F25448-0DAF-84AF-957A-8B7DD3CAE2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440" y="3666843"/>
            <a:ext cx="5950361" cy="17814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619FEFE-FA24-AF33-24CC-8CF8C2EA53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BCDF30-736E-DDCD-8995-04081136D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CB8639-0E62-F8EE-441C-1B7A70F4D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1946413-27AA-1378-FE96-418D83493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46" name="Straight Connector 31">
            <a:extLst>
              <a:ext uri="{FF2B5EF4-FFF2-40B4-BE49-F238E27FC236}">
                <a16:creationId xmlns:a16="http://schemas.microsoft.com/office/drawing/2014/main" id="{6E886974-A437-755C-8DD2-D1FAF1F4C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70087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32">
            <a:extLst>
              <a:ext uri="{FF2B5EF4-FFF2-40B4-BE49-F238E27FC236}">
                <a16:creationId xmlns:a16="http://schemas.microsoft.com/office/drawing/2014/main" id="{A9ECFDDC-497E-4477-382E-22B08D2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1693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009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173E1F8-C04C-8FCF-9E14-B4E1DB2FF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90001" y="1876088"/>
            <a:ext cx="6858000" cy="41389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C540298-18F9-BB50-4F7D-8DBF53B1A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70C8BC-9567-FE0B-27FF-87FC864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7C8A89B-AF92-C4D9-9581-EF8D76660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6D6A59D5-A266-1465-E5EF-E8F22D2CF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88000" y="1215042"/>
            <a:ext cx="504000" cy="661046"/>
          </a:xfrm>
          <a:custGeom>
            <a:avLst/>
            <a:gdLst>
              <a:gd name="connsiteX0" fmla="*/ 0 w 3383176"/>
              <a:gd name="connsiteY0" fmla="*/ 0 h 661046"/>
              <a:gd name="connsiteX1" fmla="*/ 3383176 w 3383176"/>
              <a:gd name="connsiteY1" fmla="*/ 0 h 661046"/>
              <a:gd name="connsiteX2" fmla="*/ 3383176 w 3383176"/>
              <a:gd name="connsiteY2" fmla="*/ 661046 h 661046"/>
              <a:gd name="connsiteX3" fmla="*/ 0 w 3383176"/>
              <a:gd name="connsiteY3" fmla="*/ 661046 h 661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3176" h="661046">
                <a:moveTo>
                  <a:pt x="0" y="0"/>
                </a:moveTo>
                <a:lnTo>
                  <a:pt x="3383176" y="0"/>
                </a:lnTo>
                <a:lnTo>
                  <a:pt x="3383176" y="661046"/>
                </a:lnTo>
                <a:lnTo>
                  <a:pt x="0" y="66104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AC124138-469D-E937-2DC9-483425874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DCD94ED-A7C3-B922-5276-E0CFC541E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427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416DC19-3EE2-3837-631A-80C6DAE26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439" y="1447057"/>
            <a:ext cx="5950364" cy="2033790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FD5174A-D175-9F7D-91D2-BF215C7FA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0401" y="3629901"/>
            <a:ext cx="5970402" cy="18183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25" name="Freeform: Shape 23">
            <a:extLst>
              <a:ext uri="{FF2B5EF4-FFF2-40B4-BE49-F238E27FC236}">
                <a16:creationId xmlns:a16="http://schemas.microsoft.com/office/drawing/2014/main" id="{89FDD3A7-399A-2E72-FF25-BF24500FF6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41163" y="1447057"/>
            <a:ext cx="4570398" cy="4001232"/>
          </a:xfrm>
          <a:custGeom>
            <a:avLst/>
            <a:gdLst>
              <a:gd name="connsiteX0" fmla="*/ 850828 w 4570398"/>
              <a:gd name="connsiteY0" fmla="*/ 0 h 4001232"/>
              <a:gd name="connsiteX1" fmla="*/ 4570398 w 4570398"/>
              <a:gd name="connsiteY1" fmla="*/ 0 h 4001232"/>
              <a:gd name="connsiteX2" fmla="*/ 4570398 w 4570398"/>
              <a:gd name="connsiteY2" fmla="*/ 4001232 h 4001232"/>
              <a:gd name="connsiteX3" fmla="*/ 0 w 4570398"/>
              <a:gd name="connsiteY3" fmla="*/ 4001232 h 4001232"/>
              <a:gd name="connsiteX4" fmla="*/ 0 w 4570398"/>
              <a:gd name="connsiteY4" fmla="*/ 850828 h 4001232"/>
              <a:gd name="connsiteX5" fmla="*/ 850828 w 4570398"/>
              <a:gd name="connsiteY5" fmla="*/ 0 h 4001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0398" h="4001232">
                <a:moveTo>
                  <a:pt x="850828" y="0"/>
                </a:moveTo>
                <a:lnTo>
                  <a:pt x="4570398" y="0"/>
                </a:lnTo>
                <a:lnTo>
                  <a:pt x="4570398" y="4001232"/>
                </a:lnTo>
                <a:lnTo>
                  <a:pt x="0" y="4001232"/>
                </a:lnTo>
                <a:lnTo>
                  <a:pt x="0" y="850828"/>
                </a:lnTo>
                <a:cubicBezTo>
                  <a:pt x="0" y="380929"/>
                  <a:pt x="380929" y="0"/>
                  <a:pt x="8508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CF167BF-3D71-20AF-2E69-EA5752A6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C953D09-438D-5340-80C3-D1668C25A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737F91-61A6-9573-FAEE-32AB394D0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2" name="Straight Connector 32">
            <a:extLst>
              <a:ext uri="{FF2B5EF4-FFF2-40B4-BE49-F238E27FC236}">
                <a16:creationId xmlns:a16="http://schemas.microsoft.com/office/drawing/2014/main" id="{143CB0A4-DCC7-ECD1-D1DC-7A3771797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1">
            <a:extLst>
              <a:ext uri="{FF2B5EF4-FFF2-40B4-BE49-F238E27FC236}">
                <a16:creationId xmlns:a16="http://schemas.microsoft.com/office/drawing/2014/main" id="{A52A0D3B-29E2-5893-0F38-FC610A31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1216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902598-98B0-111E-C570-D294DFF63A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85613" y="2530765"/>
            <a:ext cx="4361688" cy="34842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530FC37-80EF-0A07-0887-E72EE2F2E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5D7C95-B96F-1B15-0186-8CF2D27B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8935CD5-5B1B-FE89-B83F-E43E648A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CFFC6615-4187-7A83-63EE-BF6CF6B2B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4A13F58F-07D6-B33D-BD64-C72F39E3D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1340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65082D8-BAB5-0BFE-8BA8-E50FFE04E2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21529"/>
            <a:ext cx="4361688" cy="34935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3135D21-9D7B-C592-F9B1-C45527BFF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6E13FC-6FF0-0B11-2B96-ECCD78FC3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F63308A-4914-FAA4-AF71-EA8AB8B7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1BFCDEF0-A571-1775-D666-DD70D4326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B6AF83C9-36E2-6852-74FB-AB9B9B48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6883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EB3780-5266-3444-3317-22ACFFCE49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25065" y="1902698"/>
            <a:ext cx="4522936" cy="41123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7B9E5B2-7325-82CA-6062-3169FE7D5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C01CB96-C098-D789-185D-0A6FED88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70D577-1A93-F8B5-EC60-749030FF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F95D4149-5D4A-C071-F2F9-529F92199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5F2CF751-80F5-AC12-9235-FEBCA21CF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199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882F52C-7359-FD40-71A5-15E3C8B2A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3491" y="1921164"/>
            <a:ext cx="4572000" cy="4093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FE30C-67A7-0896-8382-BABCD7034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6BC6-9D59-8976-032A-6B639BC50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0EEB-A8D0-4D9B-FDE5-0FCE3DC7D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FA6FBC27-AA27-A480-F758-AA0A0E34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3181070F-26E0-0C0D-6747-547B88616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1225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5AB92A-BAA8-BA88-5315-6CDEB9B717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46433" y="2512293"/>
            <a:ext cx="3401568" cy="35027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858A2-3AA3-29EC-34E4-F6890BAEE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321516-7241-6346-DEBE-42DAA310A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A23FE0-8FD5-337D-C29C-60458812C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0" name="Straight Connector 31">
            <a:extLst>
              <a:ext uri="{FF2B5EF4-FFF2-40B4-BE49-F238E27FC236}">
                <a16:creationId xmlns:a16="http://schemas.microsoft.com/office/drawing/2014/main" id="{01CF247D-9042-90FD-312C-A1D5078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B84D435-085C-D7FE-B28F-B6977BBEA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2085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69C6F0A-B174-5013-4DDB-AB20BA8268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2549236"/>
            <a:ext cx="3401568" cy="346580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3E85C36-1ED6-1795-08DB-23696B53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2E76A4-FFBE-61B8-F59B-EC1CE3BFD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82745D-51FE-069C-245E-4F44EB779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6" name="Straight Connector 31">
            <a:extLst>
              <a:ext uri="{FF2B5EF4-FFF2-40B4-BE49-F238E27FC236}">
                <a16:creationId xmlns:a16="http://schemas.microsoft.com/office/drawing/2014/main" id="{E4F783A1-78AA-BF8E-8A22-FCBFCE05B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749601C-05D8-E636-3210-CF2A8713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6073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A6011F-285F-BCE2-F758-C63F33675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80245" y="2983345"/>
            <a:ext cx="3273552" cy="30316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FF9B-D63D-5137-0473-E4C0988E7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104BA7A-7438-73D7-F9C7-AB3C9A7E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204760-0885-A02F-0067-BD4AC55CC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385EA8A6-8678-1948-5F2D-5CF4833E0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9548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3B9F398C-FAF1-1B27-836C-F97B88F7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9594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99E67D-47D5-3842-1385-6C2F08D20E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69531" y="4509558"/>
            <a:ext cx="5778466" cy="15165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78DFD8-B1C6-7604-1671-4CDAC3912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921C03-3153-09AF-0D57-A0D96EBE1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6E0734-2C6E-8C3B-65F2-133B94CFC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33068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2A94BD-34CC-6470-1478-1D549D046B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62400" y="3785795"/>
            <a:ext cx="7391397" cy="22402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2F43E7-55DC-C610-6DA1-025123735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E1085B-0F8A-711E-D721-A4D350D79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38CBE5-2DAC-95AD-3EE9-B0A0F5340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F8884F71-7DBC-7C26-DB2C-731FCBC2E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7712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813CFB62-5831-FDE1-34F0-38FCD7614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962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6585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BF087-ADB9-D746-ED3D-8EAC47AF3E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71639" y="824390"/>
            <a:ext cx="7376359" cy="22478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BA7EC8-1425-F948-FB17-5F51DEC98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94AE2EC-59C3-D91C-8CD6-658F68BC5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BD3BD-F630-46F9-25B2-85A0E608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76BDEB52-5B02-AD88-F4C8-F7406429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3778D6D3-2293-3FE4-3124-63EF2E3A5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66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8058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023DEB-EBD2-ECA5-19D2-F448BDC76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38998" y="2081048"/>
            <a:ext cx="4114800" cy="39450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4FB994-9B85-2B55-198D-4925FB1F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CC0375-2AE8-A777-C3E0-7D2E3B0F6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37823D-6C6E-38BE-B6BE-096424E8D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33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794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884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D55DF58-60BC-15D0-99C3-6E7F78EBD7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8073" y="852884"/>
            <a:ext cx="5645724" cy="51621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2407CB-320D-5895-BDF5-2C4178E05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FCA35D-4F04-2227-AD9D-98F1BD01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A1129D-5B96-F258-CFFC-CF58226A7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BE6A6E60-0F31-180B-5E3F-E8579797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E8990BD-673C-BFDE-354D-14C949F24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7334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9B8D2C3-5A67-946F-8429-CD7583E6B2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73600" y="873726"/>
            <a:ext cx="6680197" cy="5141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0A59B4-299A-C00C-5665-5D12C9EBB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9C32A1D-8E68-C458-3E60-D6054C920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D864DC-4F3D-BA46-DED4-8D088584F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E5C9C418-CC1A-8074-2930-D5627551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87758AAB-3FDA-3A2F-37ED-381B84536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617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607FA20-5F9E-5F1A-2995-42DE292E2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E53118E-49A5-7AAB-EB8C-E3E57CD9F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755146-626F-5951-A77D-DC3012AB5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2F96DE7D-2B90-57E1-B338-BE484C51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92356EB0-27E3-E63B-5A46-EF32523AD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3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4679631-7C3B-D21E-7FA5-358FCF45E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EAF229-1E32-0FE6-E4A3-E02C9FAAA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76071C-D183-B427-F1DA-639AE2B34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31">
            <a:extLst>
              <a:ext uri="{FF2B5EF4-FFF2-40B4-BE49-F238E27FC236}">
                <a16:creationId xmlns:a16="http://schemas.microsoft.com/office/drawing/2014/main" id="{47BC41E4-A5C6-BE0D-6E66-832679642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32">
            <a:extLst>
              <a:ext uri="{FF2B5EF4-FFF2-40B4-BE49-F238E27FC236}">
                <a16:creationId xmlns:a16="http://schemas.microsoft.com/office/drawing/2014/main" id="{8E0779B7-1774-CFF8-ED50-658BA7EE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71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81D3DD9-10C8-C207-1E50-5F75DFD05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3F5E3-D7B9-CD19-945F-38980AEB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C4A806-42ED-564D-542E-AAAA4EAF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36CD38AE-A66F-08B7-774A-86EA48DC6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32">
            <a:extLst>
              <a:ext uri="{FF2B5EF4-FFF2-40B4-BE49-F238E27FC236}">
                <a16:creationId xmlns:a16="http://schemas.microsoft.com/office/drawing/2014/main" id="{96229C75-1749-7A15-57EA-3F40239C0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103858D-9532-D59F-FE73-A52EB24F3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A34F1EA-1A45-A729-FE88-FBF390F4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189E61-2D87-C5BC-948B-835B5018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B99A632E-EAA8-D126-AC93-60A78F8F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28CDBC42-8DE5-DE9A-947A-15C0C6B2D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7933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BA1728-455B-BDAB-6419-C04536C19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DBA5A5-E947-E342-A677-E3AFE378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DC2686-2DAB-B424-F10D-506D01DF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6D22A03E-28FE-53DA-5B6A-383215ED1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81A987AB-C78C-597A-CC63-6E545EDEC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2690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E269EE-28E5-BB8D-160A-2C905B350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D3A4CC-2170-D513-478A-C60C50FE1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018A10-98B1-2374-E4F2-709B641C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3" name="Straight Connector 31">
            <a:extLst>
              <a:ext uri="{FF2B5EF4-FFF2-40B4-BE49-F238E27FC236}">
                <a16:creationId xmlns:a16="http://schemas.microsoft.com/office/drawing/2014/main" id="{173B7D00-3E0F-D372-F868-E62DE8E2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2">
            <a:extLst>
              <a:ext uri="{FF2B5EF4-FFF2-40B4-BE49-F238E27FC236}">
                <a16:creationId xmlns:a16="http://schemas.microsoft.com/office/drawing/2014/main" id="{D187FA62-E4DF-283A-B2BB-2DADBA4EE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72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EFA2AD-E749-9F60-705D-DE0941E26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138B0B-E7B2-93DE-E6AD-66530C4A9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8BC1B4-A19E-EF55-F8A5-8DB265F1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24" name="Straight Connector 31">
            <a:extLst>
              <a:ext uri="{FF2B5EF4-FFF2-40B4-BE49-F238E27FC236}">
                <a16:creationId xmlns:a16="http://schemas.microsoft.com/office/drawing/2014/main" id="{B3027282-55C0-23E2-F9D0-56E40795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DC379414-CF7D-9895-A99E-1AA396B9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309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19029B-E3E6-1F4D-FA22-F5BD87417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40A4B2-F740-621D-1480-FB55668AE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A48FF9-74DF-1DDE-C86D-58BAE32E8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43E09413-BF03-4EDB-7DA9-C0CBF04FE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873150D4-24A2-988A-C893-A637A2FA9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77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24B5ABA-190E-BEB5-573F-F64D2D575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B98919-5529-CCFE-1092-A9D62454C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631FAD-95BD-D50C-3496-63D8FB39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1" name="Straight Connector 31">
            <a:extLst>
              <a:ext uri="{FF2B5EF4-FFF2-40B4-BE49-F238E27FC236}">
                <a16:creationId xmlns:a16="http://schemas.microsoft.com/office/drawing/2014/main" id="{68B23DD3-BCFF-9795-0CA9-AE9401F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2">
            <a:extLst>
              <a:ext uri="{FF2B5EF4-FFF2-40B4-BE49-F238E27FC236}">
                <a16:creationId xmlns:a16="http://schemas.microsoft.com/office/drawing/2014/main" id="{535FCD9B-34CE-58F0-8CB6-B7CB1EEF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52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961250B-543A-6F37-305B-5397B2D57B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115128"/>
            <a:ext cx="51577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101C122A-4474-6AF3-590D-B93E5FF99B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115128"/>
            <a:ext cx="5183188" cy="39038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7404D35-FA36-303B-9506-3CD0CAF6E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BACB02-8504-5F46-9D13-168C82E2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408501-24D6-36DD-2B2F-A53D1749A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2" name="Straight Connector 31">
            <a:extLst>
              <a:ext uri="{FF2B5EF4-FFF2-40B4-BE49-F238E27FC236}">
                <a16:creationId xmlns:a16="http://schemas.microsoft.com/office/drawing/2014/main" id="{6295426D-7EC9-29C7-0CAD-C64EF8184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692CB063-86B6-5775-3AD2-DF4E29DD1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46127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15B9C-3B12-7D73-101A-B7FF5D45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282CE-2FB9-AAD9-5683-E23E63D443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607876E-CDDA-8EC2-D2D8-B041DA0D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31">
            <a:extLst>
              <a:ext uri="{FF2B5EF4-FFF2-40B4-BE49-F238E27FC236}">
                <a16:creationId xmlns:a16="http://schemas.microsoft.com/office/drawing/2014/main" id="{54FAAA69-6617-A985-B5BC-8A450B7E4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F7CDD230-E1EB-AB97-AA97-B6811E8B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1065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9006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208A5D7-2403-1350-DEF6-007D02B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A25D2A-079E-516D-CCAD-920165503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29139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C32326B-44AF-69A5-8950-3E83EB14E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790" y="2076889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CCC11960-F75C-F63F-D4E4-8C19C5B89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2792" y="2851360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FF347C45-9CAA-BA8B-3731-BEB81073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CDFDE77-EF7F-9B62-D5CB-295BB8C3EB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29139" y="392215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290AD35-CF09-6504-D01E-4C05D706F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2162" y="3407356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05368349-BD70-533F-1B19-8FD3F67FB7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2164" y="4181827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0" name="Rectangle 48">
            <a:extLst>
              <a:ext uri="{FF2B5EF4-FFF2-40B4-BE49-F238E27FC236}">
                <a16:creationId xmlns:a16="http://schemas.microsoft.com/office/drawing/2014/main" id="{CAC0BE5A-3FD4-01C0-EFCD-14242177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29372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67C06B3-86F3-BA14-C074-170923D25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29139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C7E3638A-E47B-2C16-051A-8CB00B9F89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2162" y="4732585"/>
            <a:ext cx="3530468" cy="739384"/>
          </a:xfr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4CC468-3A85-49F0-099C-BC1F0F566D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2164" y="5507056"/>
            <a:ext cx="3530466" cy="559032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Rectangle 89">
            <a:extLst>
              <a:ext uri="{FF2B5EF4-FFF2-40B4-BE49-F238E27FC236}">
                <a16:creationId xmlns:a16="http://schemas.microsoft.com/office/drawing/2014/main" id="{B592A1D3-2017-F169-B0A7-3173FF77C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5249415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E5F3B0A-2795-1AB7-EDA7-048B8FFC18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1203" y="524558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0F680350-5C6D-05CD-2861-1CBCFF6E39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17532" y="4732585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6541D57-A12D-E924-D596-DE278CD7F4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17534" y="5507056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2" name="Rectangle 81">
            <a:extLst>
              <a:ext uri="{FF2B5EF4-FFF2-40B4-BE49-F238E27FC236}">
                <a16:creationId xmlns:a16="http://schemas.microsoft.com/office/drawing/2014/main" id="{E8A6C772-C164-3CEA-A046-D9723CBD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3924200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3C2B03-4A5F-AABA-EC88-7F0800831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1203" y="392216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BEE5F4-6259-F130-927E-7FFB60A40F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17532" y="3407356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6237AC4-EBD4-DD9E-69D9-8D385F6C7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17534" y="4181827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1" name="Rectangle 56">
            <a:extLst>
              <a:ext uri="{FF2B5EF4-FFF2-40B4-BE49-F238E27FC236}">
                <a16:creationId xmlns:a16="http://schemas.microsoft.com/office/drawing/2014/main" id="{3C5137EE-3743-D56F-8A63-2370A4C0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81831" y="2599076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DB5C80C-26F8-0C95-154F-6DEEEDB323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81203" y="259873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06</a:t>
            </a:r>
            <a:endParaRPr lang="zh-CN" alt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1580A2FB-D18E-CCE5-D7D5-AB29B0225C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18160" y="2076889"/>
            <a:ext cx="3530468" cy="739384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8B832846-EB9F-5EFA-F397-ED05D7CD5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8162" y="2851360"/>
            <a:ext cx="3530466" cy="55903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B4CA34A-70A6-28B9-6E95-DFAAFE588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3CF4D40-3350-82F9-020E-252774AD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4E27F63-E2E4-6C68-FD7F-46614FECB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6F924045-417C-C278-4D5D-0671DFFEA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Oval 42">
            <a:extLst>
              <a:ext uri="{FF2B5EF4-FFF2-40B4-BE49-F238E27FC236}">
                <a16:creationId xmlns:a16="http://schemas.microsoft.com/office/drawing/2014/main" id="{5BC3F4C5-4FB3-F517-627A-E393C3CE2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6307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Oval 50">
            <a:extLst>
              <a:ext uri="{FF2B5EF4-FFF2-40B4-BE49-F238E27FC236}">
                <a16:creationId xmlns:a16="http://schemas.microsoft.com/office/drawing/2014/main" id="{1B466D3D-3E71-2F97-7F18-51F8A46E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2873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Oval 58">
            <a:extLst>
              <a:ext uri="{FF2B5EF4-FFF2-40B4-BE49-F238E27FC236}">
                <a16:creationId xmlns:a16="http://schemas.microsoft.com/office/drawing/2014/main" id="{00CD6578-9EEA-5E52-3E03-6000B3C4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2769072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Oval 83">
            <a:extLst>
              <a:ext uri="{FF2B5EF4-FFF2-40B4-BE49-F238E27FC236}">
                <a16:creationId xmlns:a16="http://schemas.microsoft.com/office/drawing/2014/main" id="{CD7CB540-1BF1-F1AC-AE10-C8B626E0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926073" y="4094196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Oval 91">
            <a:extLst>
              <a:ext uri="{FF2B5EF4-FFF2-40B4-BE49-F238E27FC236}">
                <a16:creationId xmlns:a16="http://schemas.microsoft.com/office/drawing/2014/main" id="{B18690F7-0CC3-4A81-2333-82F551900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879507" y="5419411"/>
            <a:ext cx="128008" cy="128008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0" name="Freeform: Shape 8">
            <a:extLst>
              <a:ext uri="{FF2B5EF4-FFF2-40B4-BE49-F238E27FC236}">
                <a16:creationId xmlns:a16="http://schemas.microsoft.com/office/drawing/2014/main" id="{2AD7E1B5-43F5-AA4B-C9F4-7A7B6668F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160311" y="2094269"/>
            <a:ext cx="1831860" cy="3988301"/>
          </a:xfrm>
          <a:custGeom>
            <a:avLst/>
            <a:gdLst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0 w 2268638"/>
              <a:gd name="connsiteY3" fmla="*/ 5034987 h 5034987"/>
              <a:gd name="connsiteX4" fmla="*/ 0 w 2268638"/>
              <a:gd name="connsiteY4" fmla="*/ 1134319 h 5034987"/>
              <a:gd name="connsiteX5" fmla="*/ 1134319 w 2268638"/>
              <a:gd name="connsiteY5" fmla="*/ 0 h 5034987"/>
              <a:gd name="connsiteX0" fmla="*/ 1134319 w 2268638"/>
              <a:gd name="connsiteY0" fmla="*/ 0 h 5034987"/>
              <a:gd name="connsiteX1" fmla="*/ 2268638 w 2268638"/>
              <a:gd name="connsiteY1" fmla="*/ 1134319 h 5034987"/>
              <a:gd name="connsiteX2" fmla="*/ 2268637 w 2268638"/>
              <a:gd name="connsiteY2" fmla="*/ 5034987 h 5034987"/>
              <a:gd name="connsiteX3" fmla="*/ 486137 w 2268638"/>
              <a:gd name="connsiteY3" fmla="*/ 5023412 h 5034987"/>
              <a:gd name="connsiteX4" fmla="*/ 0 w 2268638"/>
              <a:gd name="connsiteY4" fmla="*/ 5034987 h 5034987"/>
              <a:gd name="connsiteX5" fmla="*/ 0 w 2268638"/>
              <a:gd name="connsiteY5" fmla="*/ 1134319 h 5034987"/>
              <a:gd name="connsiteX6" fmla="*/ 1134319 w 2268638"/>
              <a:gd name="connsiteY6" fmla="*/ 0 h 5034987"/>
              <a:gd name="connsiteX0" fmla="*/ 486137 w 2268638"/>
              <a:gd name="connsiteY0" fmla="*/ 5023412 h 5114852"/>
              <a:gd name="connsiteX1" fmla="*/ 0 w 2268638"/>
              <a:gd name="connsiteY1" fmla="*/ 5034987 h 5114852"/>
              <a:gd name="connsiteX2" fmla="*/ 0 w 2268638"/>
              <a:gd name="connsiteY2" fmla="*/ 1134319 h 5114852"/>
              <a:gd name="connsiteX3" fmla="*/ 1134319 w 2268638"/>
              <a:gd name="connsiteY3" fmla="*/ 0 h 5114852"/>
              <a:gd name="connsiteX4" fmla="*/ 2268638 w 2268638"/>
              <a:gd name="connsiteY4" fmla="*/ 1134319 h 5114852"/>
              <a:gd name="connsiteX5" fmla="*/ 2268637 w 2268638"/>
              <a:gd name="connsiteY5" fmla="*/ 5034987 h 5114852"/>
              <a:gd name="connsiteX6" fmla="*/ 577577 w 2268638"/>
              <a:gd name="connsiteY6" fmla="*/ 5114852 h 5114852"/>
              <a:gd name="connsiteX0" fmla="*/ 486137 w 2268638"/>
              <a:gd name="connsiteY0" fmla="*/ 5023412 h 5034987"/>
              <a:gd name="connsiteX1" fmla="*/ 0 w 2268638"/>
              <a:gd name="connsiteY1" fmla="*/ 5034987 h 5034987"/>
              <a:gd name="connsiteX2" fmla="*/ 0 w 2268638"/>
              <a:gd name="connsiteY2" fmla="*/ 1134319 h 5034987"/>
              <a:gd name="connsiteX3" fmla="*/ 1134319 w 2268638"/>
              <a:gd name="connsiteY3" fmla="*/ 0 h 5034987"/>
              <a:gd name="connsiteX4" fmla="*/ 2268638 w 2268638"/>
              <a:gd name="connsiteY4" fmla="*/ 1134319 h 5034987"/>
              <a:gd name="connsiteX5" fmla="*/ 2268637 w 2268638"/>
              <a:gd name="connsiteY5" fmla="*/ 5034987 h 5034987"/>
              <a:gd name="connsiteX0" fmla="*/ 0 w 2268638"/>
              <a:gd name="connsiteY0" fmla="*/ 5034987 h 5034987"/>
              <a:gd name="connsiteX1" fmla="*/ 0 w 2268638"/>
              <a:gd name="connsiteY1" fmla="*/ 1134319 h 5034987"/>
              <a:gd name="connsiteX2" fmla="*/ 1134319 w 2268638"/>
              <a:gd name="connsiteY2" fmla="*/ 0 h 5034987"/>
              <a:gd name="connsiteX3" fmla="*/ 2268638 w 2268638"/>
              <a:gd name="connsiteY3" fmla="*/ 1134319 h 5034987"/>
              <a:gd name="connsiteX4" fmla="*/ 2268637 w 2268638"/>
              <a:gd name="connsiteY4" fmla="*/ 5034987 h 503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8638" h="5034987">
                <a:moveTo>
                  <a:pt x="0" y="5034987"/>
                </a:moveTo>
                <a:lnTo>
                  <a:pt x="0" y="1134319"/>
                </a:lnTo>
                <a:cubicBezTo>
                  <a:pt x="0" y="507852"/>
                  <a:pt x="507852" y="0"/>
                  <a:pt x="1134319" y="0"/>
                </a:cubicBezTo>
                <a:cubicBezTo>
                  <a:pt x="1760786" y="0"/>
                  <a:pt x="2268638" y="507852"/>
                  <a:pt x="2268638" y="1134319"/>
                </a:cubicBezTo>
                <a:cubicBezTo>
                  <a:pt x="2268638" y="2434542"/>
                  <a:pt x="2268637" y="3734764"/>
                  <a:pt x="2268637" y="5034987"/>
                </a:cubicBezTo>
              </a:path>
            </a:pathLst>
          </a:custGeom>
          <a:noFill/>
          <a:ln>
            <a:solidFill>
              <a:schemeClr val="tx1">
                <a:alpha val="40000"/>
              </a:schemeClr>
            </a:solidFill>
            <a:prstDash val="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170072F3-485C-71D2-6614-C68EABC5F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3209" y="6667495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CED45EB-CA8D-2EBD-0965-E6FEC4272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63433" y="-5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269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2013" y="835983"/>
            <a:ext cx="10504000" cy="1101394"/>
          </a:xfrm>
        </p:spPr>
        <p:txBody>
          <a:bodyPr anchor="b"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C3AD345-5725-4194-30F5-9464DB0F89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22685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0B2A43A-4011-3150-37FF-CDAA00D1FC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250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CF7AD25-AB7B-EDB3-88D7-930BD82D9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250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A43D5B7-B43F-3988-E9BA-9EC6DD74C1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877948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28D490E-BCD9-F5BD-3001-E54CAE5488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6046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E90F1AF-FABC-69A4-57F9-02FEEC2D80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6046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248B268-9019-F21D-A6D5-820E2928E5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33211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C85C39-CD2C-6707-E229-98AD380D0A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2143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BCFE58-E213-AF4E-97E9-0F38693F3E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02143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26F3044-7765-F477-D32C-4962CDBB29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88473" y="2400057"/>
            <a:ext cx="1574806" cy="1749956"/>
          </a:xfrm>
          <a:custGeom>
            <a:avLst/>
            <a:gdLst>
              <a:gd name="connsiteX0" fmla="*/ 0 w 1574806"/>
              <a:gd name="connsiteY0" fmla="*/ 0 h 1749956"/>
              <a:gd name="connsiteX1" fmla="*/ 1574806 w 1574806"/>
              <a:gd name="connsiteY1" fmla="*/ 0 h 1749956"/>
              <a:gd name="connsiteX2" fmla="*/ 1574805 w 1574806"/>
              <a:gd name="connsiteY2" fmla="*/ 962553 h 1749956"/>
              <a:gd name="connsiteX3" fmla="*/ 787402 w 1574806"/>
              <a:gd name="connsiteY3" fmla="*/ 1749956 h 1749956"/>
              <a:gd name="connsiteX4" fmla="*/ 787403 w 1574806"/>
              <a:gd name="connsiteY4" fmla="*/ 1749955 h 1749956"/>
              <a:gd name="connsiteX5" fmla="*/ 0 w 1574806"/>
              <a:gd name="connsiteY5" fmla="*/ 962552 h 174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806" h="1749956">
                <a:moveTo>
                  <a:pt x="0" y="0"/>
                </a:moveTo>
                <a:lnTo>
                  <a:pt x="1574806" y="0"/>
                </a:lnTo>
                <a:lnTo>
                  <a:pt x="1574805" y="962553"/>
                </a:lnTo>
                <a:cubicBezTo>
                  <a:pt x="1574805" y="1397424"/>
                  <a:pt x="1222273" y="1749956"/>
                  <a:pt x="787402" y="1749956"/>
                </a:cubicBezTo>
                <a:lnTo>
                  <a:pt x="787403" y="1749955"/>
                </a:lnTo>
                <a:cubicBezTo>
                  <a:pt x="352532" y="1749955"/>
                  <a:pt x="0" y="1397423"/>
                  <a:pt x="0" y="96255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98182F-B410-1A03-C48A-02C44658B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71564" y="4179296"/>
            <a:ext cx="2247677" cy="645155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18BA57-4ECA-6719-5A69-A5A04C9F22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1564" y="4918684"/>
            <a:ext cx="2247676" cy="1319899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9CFA80-D4AA-3368-BD6D-83BCAE936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A3242F8-9F2E-AD2D-10CD-37A53D94F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31078A5-5A4A-623A-01B6-2AAAAF90E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8" name="Straight Connector 14">
            <a:extLst>
              <a:ext uri="{FF2B5EF4-FFF2-40B4-BE49-F238E27FC236}">
                <a16:creationId xmlns:a16="http://schemas.microsoft.com/office/drawing/2014/main" id="{31074CC2-5937-AFC8-1A1A-7A015DAE7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82042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5">
            <a:extLst>
              <a:ext uri="{FF2B5EF4-FFF2-40B4-BE49-F238E27FC236}">
                <a16:creationId xmlns:a16="http://schemas.microsoft.com/office/drawing/2014/main" id="{64DE9D23-BE63-F4BA-C094-88F0662C2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41804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EE609DF1-B11E-F16C-4627-773F9ED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01566" y="2210847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1">
            <a:extLst>
              <a:ext uri="{FF2B5EF4-FFF2-40B4-BE49-F238E27FC236}">
                <a16:creationId xmlns:a16="http://schemas.microsoft.com/office/drawing/2014/main" id="{4489C308-841C-D2A7-8515-411CB0168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B60E0D5B-082D-4EB9-B1D4-EF2D236B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2">
            <a:extLst>
              <a:ext uri="{FF2B5EF4-FFF2-40B4-BE49-F238E27FC236}">
                <a16:creationId xmlns:a16="http://schemas.microsoft.com/office/drawing/2014/main" id="{5B814A6C-6187-44A9-CE55-07E0F6A33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1">
            <a:extLst>
              <a:ext uri="{FF2B5EF4-FFF2-40B4-BE49-F238E27FC236}">
                <a16:creationId xmlns:a16="http://schemas.microsoft.com/office/drawing/2014/main" id="{CCF56FCA-E9F5-CED2-901F-8A806CB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9645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41447"/>
            <a:ext cx="10504000" cy="1101394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7EF3883-1825-BE98-6A0D-E5F37120BE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9810" y="248648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B5B1545-4ACF-EE87-EB8A-9B9EA972A5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9812" y="323794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356766D-F5E2-7904-2225-4694EA4883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79810" y="4181052"/>
            <a:ext cx="4338570" cy="739384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r">
              <a:lnSpc>
                <a:spcPct val="100000"/>
              </a:lnSpc>
              <a:defRPr sz="1800" b="1">
                <a:latin typeface="+mj-lt"/>
              </a:defRPr>
            </a:lvl2pPr>
            <a:lvl3pPr algn="r">
              <a:lnSpc>
                <a:spcPct val="100000"/>
              </a:lnSpc>
              <a:defRPr sz="1800" b="1">
                <a:latin typeface="+mj-lt"/>
              </a:defRPr>
            </a:lvl3pPr>
            <a:lvl4pPr algn="r">
              <a:lnSpc>
                <a:spcPct val="100000"/>
              </a:lnSpc>
              <a:defRPr sz="1800" b="1">
                <a:latin typeface="+mj-lt"/>
              </a:defRPr>
            </a:lvl4pPr>
            <a:lvl5pPr algn="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7425909-B584-C128-E335-0223B01043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79812" y="4932516"/>
            <a:ext cx="4338568" cy="806939"/>
          </a:xfrm>
        </p:spPr>
        <p:txBody>
          <a:bodyPr anchor="t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FBF39DC5-6867-0012-C4D0-DEE4708FC8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73618" y="245358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1B999FF2-3B3C-CAE5-8C40-0534622067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73618" y="320504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7278CD6C-407A-4526-79EE-4485678B9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73618" y="4148153"/>
            <a:ext cx="4338570" cy="739384"/>
          </a:xfr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AD15B38-6459-7007-6121-FBC970B533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73618" y="4899617"/>
            <a:ext cx="4338568" cy="806939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31E811-3CD5-0EFF-DE01-1A00973F0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9B724C-47BD-4F2A-3B9E-0708E9CC8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C7665F0-017D-E5C3-9424-10E68875D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4" name="Straight Connector 31">
            <a:extLst>
              <a:ext uri="{FF2B5EF4-FFF2-40B4-BE49-F238E27FC236}">
                <a16:creationId xmlns:a16="http://schemas.microsoft.com/office/drawing/2014/main" id="{05921472-2B94-11CA-0EA0-AF6AEF58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2">
            <a:extLst>
              <a:ext uri="{FF2B5EF4-FFF2-40B4-BE49-F238E27FC236}">
                <a16:creationId xmlns:a16="http://schemas.microsoft.com/office/drawing/2014/main" id="{03DC96CF-757E-BC05-38D0-8715C9F6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2">
            <a:extLst>
              <a:ext uri="{FF2B5EF4-FFF2-40B4-BE49-F238E27FC236}">
                <a16:creationId xmlns:a16="http://schemas.microsoft.com/office/drawing/2014/main" id="{237CA06D-1180-342A-AFB2-C32BF9EEB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62DA1D6D-422E-EEDA-8DC9-5C5EAC47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40308-043D-3A53-DA0F-093E337C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68068" y="4071131"/>
            <a:ext cx="90558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E90AB7-76A7-3140-4836-F21F77720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598756"/>
            <a:ext cx="0" cy="32720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0144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>
            <a:extLst>
              <a:ext uri="{FF2B5EF4-FFF2-40B4-BE49-F238E27FC236}">
                <a16:creationId xmlns:a16="http://schemas.microsoft.com/office/drawing/2014/main" id="{312063DD-D3D1-D48D-11EA-EDAC9FBA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2586118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4C921615-3B06-6595-B602-0F0849223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354848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E9E2CA2E-652A-8147-2CBE-16BDA0723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4504513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DF87C2B-8C15-4832-1A18-30D66F9D5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97048" y="547323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7DD0197-E213-DF84-42CD-9887AC3B20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4559" y="1660358"/>
            <a:ext cx="3284621" cy="4393308"/>
          </a:xfrm>
          <a:custGeom>
            <a:avLst/>
            <a:gdLst>
              <a:gd name="connsiteX0" fmla="*/ 0 w 3284621"/>
              <a:gd name="connsiteY0" fmla="*/ 0 h 4393308"/>
              <a:gd name="connsiteX1" fmla="*/ 3284621 w 3284621"/>
              <a:gd name="connsiteY1" fmla="*/ 0 h 4393308"/>
              <a:gd name="connsiteX2" fmla="*/ 3284621 w 3284621"/>
              <a:gd name="connsiteY2" fmla="*/ 3448155 h 4393308"/>
              <a:gd name="connsiteX3" fmla="*/ 2529949 w 3284621"/>
              <a:gd name="connsiteY3" fmla="*/ 4374107 h 4393308"/>
              <a:gd name="connsiteX4" fmla="*/ 2339477 w 3284621"/>
              <a:gd name="connsiteY4" fmla="*/ 4393308 h 4393308"/>
              <a:gd name="connsiteX5" fmla="*/ 0 w 3284621"/>
              <a:gd name="connsiteY5" fmla="*/ 4393308 h 4393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4621" h="4393308">
                <a:moveTo>
                  <a:pt x="0" y="0"/>
                </a:moveTo>
                <a:lnTo>
                  <a:pt x="3284621" y="0"/>
                </a:lnTo>
                <a:lnTo>
                  <a:pt x="3284621" y="3448155"/>
                </a:lnTo>
                <a:cubicBezTo>
                  <a:pt x="3284621" y="3904900"/>
                  <a:pt x="2960639" y="4285975"/>
                  <a:pt x="2529949" y="4374107"/>
                </a:cubicBezTo>
                <a:lnTo>
                  <a:pt x="2339477" y="4393308"/>
                </a:lnTo>
                <a:lnTo>
                  <a:pt x="0" y="43933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0AA0A21-9643-792E-B40A-5DB89874EB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99627" y="2583005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4B5D46-5C52-2DA2-8089-EA46733694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52800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A504FA2-31FE-468B-69A7-13D5BA10A66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284680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6F2BD-7A25-B79B-656B-55AA898FA3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9627" y="3545436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08D75F3-D873-218C-C569-C3DBD13C4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8" y="347671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37C09B9-3E6B-9A4E-4AA0-F5217106E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7" y="379551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47D3529-314A-3D85-945A-77F8AFC105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99627" y="4507867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CBE0DD6D-C751-78D6-C3E6-B5A77EC802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8" y="4425427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DDB38E9-51B6-8E45-20E9-889F943BBB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7" y="4744226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79B2345-6BEF-29F4-02D1-5CE78871AB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99627" y="5470299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4751958F-7DE9-CA8B-AD8C-3B50910872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71558" y="5375724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C535E19-3BFE-726B-0921-3D3C814BB8A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1557" y="5694523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13182C9-E43B-4F41-1699-C6BD1ACD7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9C277D2-123D-59B7-B6D8-233FA49BB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AE435D-BDC8-3958-F039-8FE4CF186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0484DEC-5F3C-C8B6-FF32-A87C00F2A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5497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32">
            <a:extLst>
              <a:ext uri="{FF2B5EF4-FFF2-40B4-BE49-F238E27FC236}">
                <a16:creationId xmlns:a16="http://schemas.microsoft.com/office/drawing/2014/main" id="{71BB0B2E-198F-B445-B5B4-A2D4125B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421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035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94" y="664753"/>
            <a:ext cx="10404806" cy="1336218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28BEF0A-3979-E72C-A4EE-5F1F63767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153" y="2421470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20A46D8-C1DF-89B6-4A51-7FEB6D1AB1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8153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558D232-6427-2E85-B213-F223738026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79357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0645D0BC-A9DA-E12F-8E3A-D92E84DFA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79357" y="3805737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29BC67B-8DB8-ED49-A71F-203D191FFC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21374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5A65D9FC-079A-41A1-AD63-4FC557FAFE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21374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5C612D0-E6BA-201C-B813-2AF097C445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63391" y="2433696"/>
            <a:ext cx="2136022" cy="1161167"/>
          </a:xfr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ctr">
              <a:lnSpc>
                <a:spcPct val="100000"/>
              </a:lnSpc>
              <a:defRPr sz="1800" b="1">
                <a:latin typeface="+mj-lt"/>
              </a:defRPr>
            </a:lvl2pPr>
            <a:lvl3pPr algn="ctr">
              <a:lnSpc>
                <a:spcPct val="100000"/>
              </a:lnSpc>
              <a:defRPr sz="1800" b="1">
                <a:latin typeface="+mj-lt"/>
              </a:defRPr>
            </a:lvl3pPr>
            <a:lvl4pPr algn="ctr">
              <a:lnSpc>
                <a:spcPct val="100000"/>
              </a:lnSpc>
              <a:defRPr sz="1800" b="1">
                <a:latin typeface="+mj-lt"/>
              </a:defRPr>
            </a:lvl4pPr>
            <a:lvl5pPr algn="ctr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0A4EBF8-90AB-2AD7-7DE7-28533F6841D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63391" y="3799384"/>
            <a:ext cx="2129153" cy="1574154"/>
          </a:xfrm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2pPr>
            <a:lvl3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ctr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3E57881-0F22-B028-F6F5-D6CC95E7B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CDC47F-058C-1544-C172-0CF7FD50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13B132-4B65-6444-B551-EFCA3C00F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9737AD9D-036B-D686-E1F7-D96BA9CE4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2">
            <a:extLst>
              <a:ext uri="{FF2B5EF4-FFF2-40B4-BE49-F238E27FC236}">
                <a16:creationId xmlns:a16="http://schemas.microsoft.com/office/drawing/2014/main" id="{31C53475-91B5-C2EE-3B43-0929FF08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2">
            <a:extLst>
              <a:ext uri="{FF2B5EF4-FFF2-40B4-BE49-F238E27FC236}">
                <a16:creationId xmlns:a16="http://schemas.microsoft.com/office/drawing/2014/main" id="{9DD4FCC2-EFD7-465D-BCEC-F58C8C879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0341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1">
            <a:extLst>
              <a:ext uri="{FF2B5EF4-FFF2-40B4-BE49-F238E27FC236}">
                <a16:creationId xmlns:a16="http://schemas.microsoft.com/office/drawing/2014/main" id="{CC192184-488F-FD72-3C76-41CA9EA4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412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>
            <a:extLst>
              <a:ext uri="{FF2B5EF4-FFF2-40B4-BE49-F238E27FC236}">
                <a16:creationId xmlns:a16="http://schemas.microsoft.com/office/drawing/2014/main" id="{5842CD27-CDAB-FAF1-4CE8-A5000A356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77173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935411DC-B457-41AD-D330-F241093DB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19191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792ABE52-35D0-6CC6-55AA-1493BF6FB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61209" y="2421470"/>
            <a:ext cx="0" cy="316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177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F219FF9B-2AB2-FF14-1C42-267613829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2886571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90DC9388-2CF6-5752-E430-B0454588A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4175909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4800356D-3D68-4E92-38D5-018F74A54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75436" y="5465247"/>
            <a:ext cx="468000" cy="46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zh-CN" b="1" noProof="1">
              <a:solidFill>
                <a:schemeClr val="bg2"/>
              </a:solidFill>
              <a:latin typeface="+mj-lt"/>
              <a:ea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048" y="481646"/>
            <a:ext cx="7016816" cy="1642534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5BA2974B-49DF-3651-519D-5AB366F004D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4210774" cy="6858000"/>
          </a:xfrm>
          <a:custGeom>
            <a:avLst/>
            <a:gdLst>
              <a:gd name="connsiteX0" fmla="*/ 0 w 4210774"/>
              <a:gd name="connsiteY0" fmla="*/ 0 h 6858000"/>
              <a:gd name="connsiteX1" fmla="*/ 660400 w 4210774"/>
              <a:gd name="connsiteY1" fmla="*/ 0 h 6858000"/>
              <a:gd name="connsiteX2" fmla="*/ 1028700 w 4210774"/>
              <a:gd name="connsiteY2" fmla="*/ 0 h 6858000"/>
              <a:gd name="connsiteX3" fmla="*/ 3466332 w 4210774"/>
              <a:gd name="connsiteY3" fmla="*/ 0 h 6858000"/>
              <a:gd name="connsiteX4" fmla="*/ 4210774 w 4210774"/>
              <a:gd name="connsiteY4" fmla="*/ 744442 h 6858000"/>
              <a:gd name="connsiteX5" fmla="*/ 4210774 w 4210774"/>
              <a:gd name="connsiteY5" fmla="*/ 6858000 h 6858000"/>
              <a:gd name="connsiteX6" fmla="*/ 1028700 w 4210774"/>
              <a:gd name="connsiteY6" fmla="*/ 6858000 h 6858000"/>
              <a:gd name="connsiteX7" fmla="*/ 660400 w 4210774"/>
              <a:gd name="connsiteY7" fmla="*/ 6858000 h 6858000"/>
              <a:gd name="connsiteX8" fmla="*/ 0 w 4210774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774" h="6858000">
                <a:moveTo>
                  <a:pt x="0" y="0"/>
                </a:moveTo>
                <a:lnTo>
                  <a:pt x="660400" y="0"/>
                </a:lnTo>
                <a:lnTo>
                  <a:pt x="1028700" y="0"/>
                </a:lnTo>
                <a:lnTo>
                  <a:pt x="3466332" y="0"/>
                </a:lnTo>
                <a:cubicBezTo>
                  <a:pt x="3877476" y="0"/>
                  <a:pt x="4210774" y="333298"/>
                  <a:pt x="4210774" y="744442"/>
                </a:cubicBezTo>
                <a:lnTo>
                  <a:pt x="4210774" y="6858000"/>
                </a:lnTo>
                <a:lnTo>
                  <a:pt x="1028700" y="6858000"/>
                </a:lnTo>
                <a:lnTo>
                  <a:pt x="6604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FE3AEC9-EFD5-752C-B069-C72EB6BC6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76360" y="2890268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F9B8F46-AC0B-8FA1-C523-CF07533604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1558" y="2826851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4C1C2E9-CE9E-CB42-8A96-9163BED40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71557" y="3145650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93FF2F-B192-CE88-DD52-228CC59E6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6360" y="4173480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41B4613-7F18-F348-A0D5-1A6F1E22A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71555" y="4103192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96AABFD-E1D2-F043-514A-DE1FF59810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71554" y="4434691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96F6E1F-8FDA-954E-935D-511AD1C1C3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76360" y="5465091"/>
            <a:ext cx="462842" cy="468312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FCF7760-891C-DE83-4D8A-42471D9674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71555" y="5375953"/>
            <a:ext cx="6342306" cy="306717"/>
          </a:xfrm>
        </p:spPr>
        <p:txBody>
          <a:bodyPr anchor="b"/>
          <a:lstStyle>
            <a:lvl1pPr marL="0" indent="0" algn="l">
              <a:lnSpc>
                <a:spcPct val="100000"/>
              </a:lnSpc>
              <a:buNone/>
              <a:defRPr sz="1800" b="1">
                <a:latin typeface="+mj-lt"/>
              </a:defRPr>
            </a:lvl1pPr>
            <a:lvl2pPr algn="l">
              <a:lnSpc>
                <a:spcPct val="100000"/>
              </a:lnSpc>
              <a:defRPr sz="1800" b="1">
                <a:latin typeface="+mj-lt"/>
              </a:defRPr>
            </a:lvl2pPr>
            <a:lvl3pPr algn="l">
              <a:lnSpc>
                <a:spcPct val="100000"/>
              </a:lnSpc>
              <a:defRPr sz="1800" b="1">
                <a:latin typeface="+mj-lt"/>
              </a:defRPr>
            </a:lvl3pPr>
            <a:lvl4pPr algn="l">
              <a:lnSpc>
                <a:spcPct val="100000"/>
              </a:lnSpc>
              <a:defRPr sz="1800" b="1">
                <a:latin typeface="+mj-lt"/>
              </a:defRPr>
            </a:lvl4pPr>
            <a:lvl5pPr algn="l">
              <a:lnSpc>
                <a:spcPct val="100000"/>
              </a:lnSpc>
              <a:defRPr sz="1800" b="1">
                <a:latin typeface="+mj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D9CF86D2-5E53-A8AE-8C23-3A6D4607E8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1554" y="5705922"/>
            <a:ext cx="6342304" cy="566362"/>
          </a:xfrm>
        </p:spPr>
        <p:txBody>
          <a:bodyPr anchor="t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2pPr>
            <a:lvl3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3pPr>
            <a:lvl4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4pPr>
            <a:lvl5pPr marL="0" algn="l">
              <a:lnSpc>
                <a:spcPct val="120000"/>
              </a:lnSpc>
              <a:spcBef>
                <a:spcPts val="0"/>
              </a:spcBef>
              <a:defRPr sz="1400" b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altLang="zh-CN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B4B489D2-4AE6-F4D6-9934-750DACF52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E49C402-28ED-C05F-9B69-1D2B67A10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FD68EAB-FDC4-C6A2-ADBB-1C2A4C0B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3" name="Straight Connector 32">
            <a:extLst>
              <a:ext uri="{FF2B5EF4-FFF2-40B4-BE49-F238E27FC236}">
                <a16:creationId xmlns:a16="http://schemas.microsoft.com/office/drawing/2014/main" id="{987C3128-989C-3D0C-C502-4AEEE57A2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00626" y="8950"/>
            <a:ext cx="0" cy="684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1">
            <a:extLst>
              <a:ext uri="{FF2B5EF4-FFF2-40B4-BE49-F238E27FC236}">
                <a16:creationId xmlns:a16="http://schemas.microsoft.com/office/drawing/2014/main" id="{44B57F24-6A05-F896-ADC6-5E62E1764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6346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05650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11AC7-7C73-0770-E586-60D7DF67D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9A02A4-90B2-F621-2C48-053856927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2197B5-4EE8-CC14-4097-04B951FD9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64243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8C5D408-FFA2-C974-5FEF-CC27E5CC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CDBC60-5DF7-DE99-0EC9-EBE53A356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6DCDC3-178E-8B95-7074-DE6CCA64F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CDAA91D8-83E5-F6A5-73F7-332B82EF9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D21357E9-5725-711B-9A81-C74A9E58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516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68B94C1-75B8-863F-960B-8786E9F6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6F973C8-8AF3-68C3-3AD0-FB5CD9ECA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B8209AD-BB7C-894A-7EE2-639C0FC37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6" name="Straight Connector 31">
            <a:extLst>
              <a:ext uri="{FF2B5EF4-FFF2-40B4-BE49-F238E27FC236}">
                <a16:creationId xmlns:a16="http://schemas.microsoft.com/office/drawing/2014/main" id="{4193EBB3-CE5F-A8BE-28F8-FC0734E92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" y="6667500"/>
            <a:ext cx="12192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196F95E7-D1CA-3B84-305B-BF7A6828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8531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5622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D387AC-5041-4BBD-7A52-6E3AE9E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385A3C-B30C-0D20-0384-965032C5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3BB09-562E-C7FE-E47E-94C117C17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018DAF8-7D84-87BB-5E5A-4E2B4E47C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8DD68C9-ACCE-74DD-5873-5F94A7E75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184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B652D-563A-C94A-A80F-37E30BB0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B469B7B-575C-C7B6-33FA-91A14DEF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084A6E-E5C4-0F80-C9A8-1A03B598C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15" name="Straight Connector 31">
            <a:extLst>
              <a:ext uri="{FF2B5EF4-FFF2-40B4-BE49-F238E27FC236}">
                <a16:creationId xmlns:a16="http://schemas.microsoft.com/office/drawing/2014/main" id="{83A4E4F4-19A2-02D9-2198-CCD4837C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4750" y="253153"/>
            <a:ext cx="12196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0E658B9B-3A7A-CA54-A5EF-D656D0A1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88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712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A82AABF-6C46-C7AD-A4C0-E45FB61940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4015" y="1597866"/>
            <a:ext cx="9758710" cy="35702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6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B038B6-4602-D699-13D8-B547493FE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03/12/2025</a:t>
            </a:r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2F764CB-3F63-304F-B1A6-306F5B150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2152872-FA9B-0540-760C-C649EEBA0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  <p:cxnSp>
        <p:nvCxnSpPr>
          <p:cNvPr id="37" name="Straight Connector 31">
            <a:extLst>
              <a:ext uri="{FF2B5EF4-FFF2-40B4-BE49-F238E27FC236}">
                <a16:creationId xmlns:a16="http://schemas.microsoft.com/office/drawing/2014/main" id="{9E7F9F25-6C66-45A9-994C-15E946ED2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62610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2">
            <a:extLst>
              <a:ext uri="{FF2B5EF4-FFF2-40B4-BE49-F238E27FC236}">
                <a16:creationId xmlns:a16="http://schemas.microsoft.com/office/drawing/2014/main" id="{A37C7A4F-3518-6695-ED4C-3D6F39E8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95853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1891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04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48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1425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7213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060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8427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4764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6148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32509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580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16029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141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7703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07382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8144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09168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562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7208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0488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264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5718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4559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952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1407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05182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4666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0233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8406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376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5679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70885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1496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9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88850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9603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4446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13890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15595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840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837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85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65707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4119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06948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92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869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447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1122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1044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0691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18597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0559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54583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60824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117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51587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12470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052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570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7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63" Type="http://schemas.openxmlformats.org/officeDocument/2006/relationships/theme" Target="../theme/theme3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1.xml"/><Relationship Id="rId61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5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6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1.xml"/><Relationship Id="rId18" Type="http://schemas.openxmlformats.org/officeDocument/2006/relationships/slideLayout" Target="../slideLayouts/slideLayout106.xml"/><Relationship Id="rId26" Type="http://schemas.openxmlformats.org/officeDocument/2006/relationships/slideLayout" Target="../slideLayouts/slideLayout114.xml"/><Relationship Id="rId39" Type="http://schemas.openxmlformats.org/officeDocument/2006/relationships/slideLayout" Target="../slideLayouts/slideLayout127.xml"/><Relationship Id="rId21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122.xml"/><Relationship Id="rId42" Type="http://schemas.openxmlformats.org/officeDocument/2006/relationships/slideLayout" Target="../slideLayouts/slideLayout130.xml"/><Relationship Id="rId47" Type="http://schemas.openxmlformats.org/officeDocument/2006/relationships/slideLayout" Target="../slideLayouts/slideLayout135.xml"/><Relationship Id="rId50" Type="http://schemas.openxmlformats.org/officeDocument/2006/relationships/slideLayout" Target="../slideLayouts/slideLayout138.xml"/><Relationship Id="rId55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112.xml"/><Relationship Id="rId32" Type="http://schemas.openxmlformats.org/officeDocument/2006/relationships/slideLayout" Target="../slideLayouts/slideLayout120.xml"/><Relationship Id="rId37" Type="http://schemas.openxmlformats.org/officeDocument/2006/relationships/slideLayout" Target="../slideLayouts/slideLayout125.xml"/><Relationship Id="rId40" Type="http://schemas.openxmlformats.org/officeDocument/2006/relationships/slideLayout" Target="../slideLayouts/slideLayout128.xml"/><Relationship Id="rId45" Type="http://schemas.openxmlformats.org/officeDocument/2006/relationships/slideLayout" Target="../slideLayouts/slideLayout133.xml"/><Relationship Id="rId53" Type="http://schemas.openxmlformats.org/officeDocument/2006/relationships/slideLayout" Target="../slideLayouts/slideLayout141.xml"/><Relationship Id="rId58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93.xml"/><Relationship Id="rId61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2.xml"/><Relationship Id="rId22" Type="http://schemas.openxmlformats.org/officeDocument/2006/relationships/slideLayout" Target="../slideLayouts/slideLayout110.xml"/><Relationship Id="rId27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8.xml"/><Relationship Id="rId35" Type="http://schemas.openxmlformats.org/officeDocument/2006/relationships/slideLayout" Target="../slideLayouts/slideLayout123.xml"/><Relationship Id="rId43" Type="http://schemas.openxmlformats.org/officeDocument/2006/relationships/slideLayout" Target="../slideLayouts/slideLayout131.xml"/><Relationship Id="rId48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96.xml"/><Relationship Id="rId51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13.xml"/><Relationship Id="rId33" Type="http://schemas.openxmlformats.org/officeDocument/2006/relationships/slideLayout" Target="../slideLayouts/slideLayout121.xml"/><Relationship Id="rId38" Type="http://schemas.openxmlformats.org/officeDocument/2006/relationships/slideLayout" Target="../slideLayouts/slideLayout126.xml"/><Relationship Id="rId46" Type="http://schemas.openxmlformats.org/officeDocument/2006/relationships/slideLayout" Target="../slideLayouts/slideLayout134.xml"/><Relationship Id="rId59" Type="http://schemas.openxmlformats.org/officeDocument/2006/relationships/slideLayout" Target="../slideLayouts/slideLayout147.xml"/><Relationship Id="rId20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142.xml"/><Relationship Id="rId62" Type="http://schemas.openxmlformats.org/officeDocument/2006/relationships/theme" Target="../theme/theme4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11.xml"/><Relationship Id="rId28" Type="http://schemas.openxmlformats.org/officeDocument/2006/relationships/slideLayout" Target="../slideLayouts/slideLayout116.xml"/><Relationship Id="rId36" Type="http://schemas.openxmlformats.org/officeDocument/2006/relationships/slideLayout" Target="../slideLayouts/slideLayout124.xml"/><Relationship Id="rId49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98.xml"/><Relationship Id="rId31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132.xml"/><Relationship Id="rId52" Type="http://schemas.openxmlformats.org/officeDocument/2006/relationships/slideLayout" Target="../slideLayouts/slideLayout140.xml"/><Relationship Id="rId6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6/13/2025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B94F4E-FF39-0408-C3C6-A986750D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1" y="365125"/>
            <a:ext cx="10915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616EB-5E9D-04D9-F6DC-33F7E5BB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460" y="1825625"/>
            <a:ext cx="109150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C11A-4AAF-B1E1-B1F3-67C0A55EF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03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fld id="{295C7AAE-A677-454A-8BDB-62A0650ACE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63DBDAD-8830-10AA-86C7-A42D1229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460" y="6356350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2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i="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ADB13491-D2D3-4083-6A8B-1287C22AE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492F7-AF48-144F-A38F-899165CDF1AF}" type="datetimeFigureOut">
              <a:rPr lang="x-none" smtClean="0"/>
              <a:t>6/13/2025</a:t>
            </a:fld>
            <a:endParaRPr lang="x-none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7926D9C2-BC4F-E144-A16A-55FF6A79F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9E317CA0-22C4-CA77-01FA-B2BEFBBCD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497A-8219-D24C-A0EB-E9A5CBD8030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86146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  <p:sldLayoutId id="2147483738" r:id="rId58"/>
    <p:sldLayoutId id="2147483739" r:id="rId59"/>
    <p:sldLayoutId id="2147483740" r:id="rId60"/>
    <p:sldLayoutId id="2147483741" r:id="rId61"/>
    <p:sldLayoutId id="2147483742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  <p:sldLayoutId id="2147483768" r:id="rId25"/>
    <p:sldLayoutId id="2147483769" r:id="rId26"/>
    <p:sldLayoutId id="2147483770" r:id="rId27"/>
    <p:sldLayoutId id="2147483771" r:id="rId28"/>
    <p:sldLayoutId id="2147483772" r:id="rId29"/>
    <p:sldLayoutId id="2147483773" r:id="rId30"/>
    <p:sldLayoutId id="2147483774" r:id="rId31"/>
    <p:sldLayoutId id="2147483775" r:id="rId32"/>
    <p:sldLayoutId id="2147483776" r:id="rId33"/>
    <p:sldLayoutId id="2147483777" r:id="rId34"/>
    <p:sldLayoutId id="2147483778" r:id="rId35"/>
    <p:sldLayoutId id="2147483779" r:id="rId36"/>
    <p:sldLayoutId id="2147483780" r:id="rId37"/>
    <p:sldLayoutId id="2147483781" r:id="rId38"/>
    <p:sldLayoutId id="2147483782" r:id="rId39"/>
    <p:sldLayoutId id="2147483783" r:id="rId40"/>
    <p:sldLayoutId id="2147483784" r:id="rId41"/>
    <p:sldLayoutId id="2147483785" r:id="rId42"/>
    <p:sldLayoutId id="2147483786" r:id="rId43"/>
    <p:sldLayoutId id="2147483787" r:id="rId44"/>
    <p:sldLayoutId id="2147483788" r:id="rId45"/>
    <p:sldLayoutId id="2147483789" r:id="rId46"/>
    <p:sldLayoutId id="2147483790" r:id="rId47"/>
    <p:sldLayoutId id="2147483791" r:id="rId48"/>
    <p:sldLayoutId id="2147483792" r:id="rId49"/>
    <p:sldLayoutId id="2147483793" r:id="rId50"/>
    <p:sldLayoutId id="2147483794" r:id="rId51"/>
    <p:sldLayoutId id="2147483795" r:id="rId52"/>
    <p:sldLayoutId id="2147483796" r:id="rId53"/>
    <p:sldLayoutId id="2147483797" r:id="rId54"/>
    <p:sldLayoutId id="2147483798" r:id="rId55"/>
    <p:sldLayoutId id="2147483799" r:id="rId56"/>
    <p:sldLayoutId id="2147483800" r:id="rId57"/>
    <p:sldLayoutId id="2147483801" r:id="rId58"/>
    <p:sldLayoutId id="2147483802" r:id="rId59"/>
    <p:sldLayoutId id="2147483803" r:id="rId60"/>
    <p:sldLayoutId id="2147483804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F0DE-C48F-4911-F606-502716008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432" y="1582524"/>
            <a:ext cx="5777442" cy="2322576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 DESIGN </a:t>
            </a:r>
            <a:br>
              <a:rPr lang="en-US" altLang="zh-CN" sz="48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zh-CN" sz="48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 IMPLEMENTATION </a:t>
            </a:r>
            <a:endParaRPr lang="zh-CN" altLang="en-US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DA174-FC3D-8B25-FBB8-DC2004FF79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2687" y="6229438"/>
            <a:ext cx="1738083" cy="274320"/>
          </a:xfrm>
        </p:spPr>
        <p:txBody>
          <a:bodyPr/>
          <a:lstStyle/>
          <a:p>
            <a:r>
              <a:rPr lang="en-GB" altLang="zh-CN" sz="1800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Group 5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2316F9B-3EB8-DF6C-405A-F39B5E1E9AF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18102" r="18102"/>
          <a:stretch/>
        </p:blipFill>
        <p:spPr>
          <a:xfrm>
            <a:off x="6412687" y="0"/>
            <a:ext cx="5779313" cy="687577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A025E2-D592-63D7-1746-A9307E229B90}"/>
              </a:ext>
            </a:extLst>
          </p:cNvPr>
          <p:cNvSpPr/>
          <p:nvPr/>
        </p:nvSpPr>
        <p:spPr>
          <a:xfrm>
            <a:off x="291950" y="4195333"/>
            <a:ext cx="3536195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 </a:t>
            </a:r>
            <a:r>
              <a:rPr lang="en-US" sz="2000" i="1" dirty="0">
                <a:solidFill>
                  <a:srgbClr val="0305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Road Map Mobile Notification Application</a:t>
            </a:r>
          </a:p>
        </p:txBody>
      </p:sp>
      <p:grpSp>
        <p:nvGrpSpPr>
          <p:cNvPr id="12" name="Group 11" descr="This image is an icon of three connected human figures. ">
            <a:extLst>
              <a:ext uri="{FF2B5EF4-FFF2-40B4-BE49-F238E27FC236}">
                <a16:creationId xmlns:a16="http://schemas.microsoft.com/office/drawing/2014/main" id="{B92236CF-CC31-5FE2-22F5-9F6A101650A5}"/>
              </a:ext>
            </a:extLst>
          </p:cNvPr>
          <p:cNvGrpSpPr/>
          <p:nvPr/>
        </p:nvGrpSpPr>
        <p:grpSpPr>
          <a:xfrm>
            <a:off x="368967" y="757585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9A3A1FA8-0BE8-2F14-AEBB-65D0C743A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1850F4A0-1234-4422-0550-EFE8045AA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DB71049C-479E-6062-0F42-DA3204B6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6" name="Freeform 38">
              <a:extLst>
                <a:ext uri="{FF2B5EF4-FFF2-40B4-BE49-F238E27FC236}">
                  <a16:creationId xmlns:a16="http://schemas.microsoft.com/office/drawing/2014/main" id="{8963BCA9-A71F-8612-C145-763ACD199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2575DCC8-A28D-D3C2-F9C8-0B1B7B24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8" name="Freeform 40">
              <a:extLst>
                <a:ext uri="{FF2B5EF4-FFF2-40B4-BE49-F238E27FC236}">
                  <a16:creationId xmlns:a16="http://schemas.microsoft.com/office/drawing/2014/main" id="{3E1B5251-5EBD-B06E-2D13-3B0F2B19C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9B5DA382-61C9-C210-B72E-ED3B4DA1B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8A089468-E080-A709-996A-4A2FF7B42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080E3067-3AB6-BD6D-1CF8-72138244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CA0D2357-D948-4C40-BADA-2AF3D914F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3E25A2B-FFFF-4D0E-BA33-A7480D2CC148}"/>
              </a:ext>
            </a:extLst>
          </p:cNvPr>
          <p:cNvSpPr txBox="1">
            <a:spLocks/>
          </p:cNvSpPr>
          <p:nvPr/>
        </p:nvSpPr>
        <p:spPr>
          <a:xfrm>
            <a:off x="235422" y="6092278"/>
            <a:ext cx="1738083" cy="2743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800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Task 6</a:t>
            </a:r>
          </a:p>
        </p:txBody>
      </p:sp>
    </p:spTree>
    <p:extLst>
      <p:ext uri="{BB962C8B-B14F-4D97-AF65-F5344CB8AC3E}">
        <p14:creationId xmlns:p14="http://schemas.microsoft.com/office/powerpoint/2010/main" val="5983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921" y="831826"/>
            <a:ext cx="4774739" cy="935642"/>
          </a:xfrm>
        </p:spPr>
        <p:txBody>
          <a:bodyPr/>
          <a:lstStyle/>
          <a:p>
            <a:r>
              <a:rPr lang="en-US" altLang="zh-CN" sz="6000" dirty="0">
                <a:solidFill>
                  <a:srgbClr val="002060"/>
                </a:solidFill>
              </a:rPr>
              <a:t>Introduction</a:t>
            </a:r>
            <a:endParaRPr lang="zh-CN" altLang="en-US" sz="6000" dirty="0">
              <a:solidFill>
                <a:srgbClr val="00206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3405134-C726-AB7C-C78B-A4C189A49A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6901" r="26901"/>
          <a:stretch/>
        </p:blipFill>
        <p:spPr>
          <a:xfrm flipH="1">
            <a:off x="992457" y="1148769"/>
            <a:ext cx="3679903" cy="5126012"/>
          </a:xfr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5360018" y="3861272"/>
            <a:ext cx="4014439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User Authentication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time location tracking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Crowd source internet reporting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Alert Distribution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4CC5FC-264C-4FE9-B545-C91F43E83ADC}"/>
              </a:ext>
            </a:extLst>
          </p:cNvPr>
          <p:cNvSpPr txBox="1">
            <a:spLocks/>
          </p:cNvSpPr>
          <p:nvPr/>
        </p:nvSpPr>
        <p:spPr>
          <a:xfrm>
            <a:off x="5360019" y="1871204"/>
            <a:ext cx="4014439" cy="1557796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</a:t>
            </a:r>
            <a:r>
              <a:rPr lang="en-US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PostreSQL</a:t>
            </a: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database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PostGIS</a:t>
            </a: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geospatial capabilities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comprehensive API Implementation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7BAA10-244B-494C-8BF8-DF14C81B6E8C}"/>
              </a:ext>
            </a:extLst>
          </p:cNvPr>
          <p:cNvSpPr txBox="1">
            <a:spLocks/>
          </p:cNvSpPr>
          <p:nvPr/>
        </p:nvSpPr>
        <p:spPr>
          <a:xfrm>
            <a:off x="1110891" y="6342353"/>
            <a:ext cx="4119030" cy="73154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Comprehensive backend system design</a:t>
            </a:r>
          </a:p>
        </p:txBody>
      </p:sp>
    </p:spTree>
    <p:extLst>
      <p:ext uri="{BB962C8B-B14F-4D97-AF65-F5344CB8AC3E}">
        <p14:creationId xmlns:p14="http://schemas.microsoft.com/office/powerpoint/2010/main" val="251199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6A25-0569-0BFE-AB1C-FC206CC58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Design</a:t>
            </a:r>
            <a:br>
              <a:rPr lang="en-US" sz="9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Design</a:t>
            </a:r>
            <a:r>
              <a:rPr lang="en-US" sz="9600" dirty="0"/>
              <a:t>​</a:t>
            </a:r>
            <a:br>
              <a:rPr lang="en-US" sz="9600" dirty="0"/>
            </a:br>
            <a:r>
              <a:rPr lang="en-US" sz="6600" dirty="0">
                <a:solidFill>
                  <a:srgbClr val="030553"/>
                </a:solidFill>
              </a:rPr>
              <a:t>&amp;</a:t>
            </a:r>
            <a:br>
              <a:rPr lang="en-US" sz="9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&amp;</a:t>
            </a:r>
            <a:br>
              <a:rPr lang="en-US" sz="9600" dirty="0"/>
            </a:br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implementations</a:t>
            </a:r>
            <a:br>
              <a:rPr lang="en-US" sz="9600" dirty="0"/>
            </a:br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Implementation</a:t>
            </a:r>
            <a:br>
              <a:rPr lang="en-US" sz="9600" dirty="0"/>
            </a:br>
            <a:r>
              <a:rPr lang="en-US" sz="6600" dirty="0" err="1">
                <a:solidFill>
                  <a:schemeClr val="bg1">
                    <a:lumMod val="95000"/>
                  </a:schemeClr>
                </a:solidFill>
              </a:rPr>
              <a:t>Implementation</a:t>
            </a:r>
            <a:endParaRPr lang="en-US" sz="96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52D595F4-0989-6A49-2DC9-74FD4AACE7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6130" r="26130"/>
          <a:stretch/>
        </p:blipFill>
        <p:spPr>
          <a:xfrm>
            <a:off x="7527925" y="604838"/>
            <a:ext cx="4086225" cy="5135562"/>
          </a:xfrm>
        </p:spPr>
      </p:pic>
    </p:spTree>
    <p:extLst>
      <p:ext uri="{BB962C8B-B14F-4D97-AF65-F5344CB8AC3E}">
        <p14:creationId xmlns:p14="http://schemas.microsoft.com/office/powerpoint/2010/main" val="927122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0C90-6BBE-F64E-8A60-EF9E60B2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1553538" cy="1553680"/>
          </a:xfrm>
        </p:spPr>
        <p:txBody>
          <a:bodyPr/>
          <a:lstStyle/>
          <a:p>
            <a:r>
              <a:rPr lang="en-US" sz="4800" spc="500" dirty="0">
                <a:solidFill>
                  <a:srgbClr val="030553"/>
                </a:solidFill>
                <a:latin typeface="Arial Black" panose="020B0A04020102020204" pitchFamily="34" charset="0"/>
              </a:rPr>
              <a:t>Key Architectural Decisions</a:t>
            </a:r>
            <a:endParaRPr lang="en-US" sz="4800" dirty="0">
              <a:solidFill>
                <a:srgbClr val="030553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EEB4B-BEE5-ACC5-4BA2-AA619461663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Requirement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385F-CA51-6573-9F21-D1C4A381BD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pSp>
        <p:nvGrpSpPr>
          <p:cNvPr id="6" name="Group 5" descr="Timeline">
            <a:extLst>
              <a:ext uri="{FF2B5EF4-FFF2-40B4-BE49-F238E27FC236}">
                <a16:creationId xmlns:a16="http://schemas.microsoft.com/office/drawing/2014/main" id="{2D1EEEAF-5F3C-A2EF-525E-3E4299ED501F}"/>
              </a:ext>
            </a:extLst>
          </p:cNvPr>
          <p:cNvGrpSpPr/>
          <p:nvPr/>
        </p:nvGrpSpPr>
        <p:grpSpPr>
          <a:xfrm>
            <a:off x="1995064" y="2022036"/>
            <a:ext cx="8827266" cy="3931302"/>
            <a:chOff x="419100" y="2172508"/>
            <a:chExt cx="11353799" cy="39313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4F79C9-63CA-B09F-DB82-34E2BBFC2D8E}"/>
                </a:ext>
              </a:extLst>
            </p:cNvPr>
            <p:cNvSpPr/>
            <p:nvPr/>
          </p:nvSpPr>
          <p:spPr>
            <a:xfrm>
              <a:off x="419100" y="2172508"/>
              <a:ext cx="11353799" cy="3931302"/>
            </a:xfrm>
            <a:prstGeom prst="rect">
              <a:avLst/>
            </a:prstGeom>
            <a:noFill/>
          </p:spPr>
        </p:sp>
        <p:sp>
          <p:nvSpPr>
            <p:cNvPr id="8" name="Notched Right Arrow 7">
              <a:extLst>
                <a:ext uri="{FF2B5EF4-FFF2-40B4-BE49-F238E27FC236}">
                  <a16:creationId xmlns:a16="http://schemas.microsoft.com/office/drawing/2014/main" id="{EA27270A-BF3C-89DA-2EF4-37896691B69A}"/>
                </a:ext>
              </a:extLst>
            </p:cNvPr>
            <p:cNvSpPr/>
            <p:nvPr/>
          </p:nvSpPr>
          <p:spPr>
            <a:xfrm>
              <a:off x="419100" y="4070289"/>
              <a:ext cx="11353799" cy="148791"/>
            </a:xfrm>
            <a:prstGeom prst="notchedRightArrow">
              <a:avLst/>
            </a:prstGeom>
            <a:solidFill>
              <a:schemeClr val="accent4"/>
            </a:solidFill>
          </p:spPr>
          <p:style>
            <a:lnRef idx="0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D403014-9A9E-F590-D686-87CC339A03ED}"/>
                </a:ext>
              </a:extLst>
            </p:cNvPr>
            <p:cNvSpPr/>
            <p:nvPr/>
          </p:nvSpPr>
          <p:spPr>
            <a:xfrm>
              <a:off x="598126" y="2449872"/>
              <a:ext cx="2380715" cy="1572520"/>
            </a:xfrm>
            <a:custGeom>
              <a:avLst/>
              <a:gdLst>
                <a:gd name="connsiteX0" fmla="*/ 0 w 1812071"/>
                <a:gd name="connsiteY0" fmla="*/ 0 h 1572520"/>
                <a:gd name="connsiteX1" fmla="*/ 1812071 w 1812071"/>
                <a:gd name="connsiteY1" fmla="*/ 0 h 1572520"/>
                <a:gd name="connsiteX2" fmla="*/ 1812071 w 1812071"/>
                <a:gd name="connsiteY2" fmla="*/ 1572520 h 1572520"/>
                <a:gd name="connsiteX3" fmla="*/ 0 w 1812071"/>
                <a:gd name="connsiteY3" fmla="*/ 1572520 h 1572520"/>
                <a:gd name="connsiteX4" fmla="*/ 0 w 1812071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2071" h="1572520">
                  <a:moveTo>
                    <a:pt x="0" y="0"/>
                  </a:moveTo>
                  <a:lnTo>
                    <a:pt x="1812071" y="0"/>
                  </a:lnTo>
                  <a:lnTo>
                    <a:pt x="1812071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1</a:t>
              </a:r>
              <a:b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</a:br>
              <a:r>
                <a:rPr kumimoji="0" lang="en-US" b="0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PostgreSQL with </a:t>
              </a:r>
              <a:r>
                <a:rPr kumimoji="0" lang="en-US" b="0" i="0" u="none" strike="noStrike" kern="1200" cap="none" spc="50" normalizeH="0" baseline="0" noProof="0" dirty="0" err="1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PostGIS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EEF42C-BCC4-2F65-E5AD-F55E1DF828A6}"/>
                </a:ext>
              </a:extLst>
            </p:cNvPr>
            <p:cNvSpPr/>
            <p:nvPr/>
          </p:nvSpPr>
          <p:spPr>
            <a:xfrm>
              <a:off x="1573619" y="4003901"/>
              <a:ext cx="283948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FC9BFA-540C-62E3-110B-DB45E2B1997F}"/>
                </a:ext>
              </a:extLst>
            </p:cNvPr>
            <p:cNvSpPr/>
            <p:nvPr/>
          </p:nvSpPr>
          <p:spPr>
            <a:xfrm>
              <a:off x="1932561" y="4466232"/>
              <a:ext cx="3365439" cy="1572520"/>
            </a:xfrm>
            <a:custGeom>
              <a:avLst/>
              <a:gdLst>
                <a:gd name="connsiteX0" fmla="*/ 0 w 1767544"/>
                <a:gd name="connsiteY0" fmla="*/ 0 h 1572520"/>
                <a:gd name="connsiteX1" fmla="*/ 1767544 w 1767544"/>
                <a:gd name="connsiteY1" fmla="*/ 0 h 1572520"/>
                <a:gd name="connsiteX2" fmla="*/ 1767544 w 1767544"/>
                <a:gd name="connsiteY2" fmla="*/ 1572520 h 1572520"/>
                <a:gd name="connsiteX3" fmla="*/ 0 w 1767544"/>
                <a:gd name="connsiteY3" fmla="*/ 1572520 h 1572520"/>
                <a:gd name="connsiteX4" fmla="*/ 0 w 1767544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7544" h="1572520">
                  <a:moveTo>
                    <a:pt x="0" y="0"/>
                  </a:moveTo>
                  <a:lnTo>
                    <a:pt x="1767544" y="0"/>
                  </a:lnTo>
                  <a:lnTo>
                    <a:pt x="1767544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2</a:t>
              </a:r>
              <a:b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</a:b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UUID Primary Keys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E64EDBF-2E4C-F9F1-9707-2384BF78C378}"/>
                </a:ext>
              </a:extLst>
            </p:cNvPr>
            <p:cNvSpPr/>
            <p:nvPr/>
          </p:nvSpPr>
          <p:spPr>
            <a:xfrm>
              <a:off x="3311411" y="4003901"/>
              <a:ext cx="369636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6561523-6EE6-2AAF-AC2A-03E4526FF936}"/>
                </a:ext>
              </a:extLst>
            </p:cNvPr>
            <p:cNvSpPr/>
            <p:nvPr/>
          </p:nvSpPr>
          <p:spPr>
            <a:xfrm>
              <a:off x="3698697" y="2490700"/>
              <a:ext cx="3198605" cy="1572520"/>
            </a:xfrm>
            <a:custGeom>
              <a:avLst/>
              <a:gdLst>
                <a:gd name="connsiteX0" fmla="*/ 0 w 1715648"/>
                <a:gd name="connsiteY0" fmla="*/ 0 h 1572520"/>
                <a:gd name="connsiteX1" fmla="*/ 1715648 w 1715648"/>
                <a:gd name="connsiteY1" fmla="*/ 0 h 1572520"/>
                <a:gd name="connsiteX2" fmla="*/ 1715648 w 1715648"/>
                <a:gd name="connsiteY2" fmla="*/ 1572520 h 1572520"/>
                <a:gd name="connsiteX3" fmla="*/ 0 w 1715648"/>
                <a:gd name="connsiteY3" fmla="*/ 1572520 h 1572520"/>
                <a:gd name="connsiteX4" fmla="*/ 0 w 1715648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5648" h="1572520">
                  <a:moveTo>
                    <a:pt x="0" y="0"/>
                  </a:moveTo>
                  <a:lnTo>
                    <a:pt x="1715648" y="0"/>
                  </a:lnTo>
                  <a:lnTo>
                    <a:pt x="1715648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3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Geometry(Point, 43260)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24421DD-214B-4390-073C-8A09479EEAE5}"/>
                </a:ext>
              </a:extLst>
            </p:cNvPr>
            <p:cNvSpPr/>
            <p:nvPr/>
          </p:nvSpPr>
          <p:spPr>
            <a:xfrm>
              <a:off x="5033769" y="4003901"/>
              <a:ext cx="340411" cy="267159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132750B-025F-97C1-C842-FCFF6F7D9138}"/>
                </a:ext>
              </a:extLst>
            </p:cNvPr>
            <p:cNvSpPr/>
            <p:nvPr/>
          </p:nvSpPr>
          <p:spPr>
            <a:xfrm>
              <a:off x="5374180" y="4427165"/>
              <a:ext cx="3116651" cy="1572520"/>
            </a:xfrm>
            <a:custGeom>
              <a:avLst/>
              <a:gdLst>
                <a:gd name="connsiteX0" fmla="*/ 0 w 1574120"/>
                <a:gd name="connsiteY0" fmla="*/ 0 h 1572520"/>
                <a:gd name="connsiteX1" fmla="*/ 1574120 w 1574120"/>
                <a:gd name="connsiteY1" fmla="*/ 0 h 1572520"/>
                <a:gd name="connsiteX2" fmla="*/ 1574120 w 1574120"/>
                <a:gd name="connsiteY2" fmla="*/ 1572520 h 1572520"/>
                <a:gd name="connsiteX3" fmla="*/ 0 w 1574120"/>
                <a:gd name="connsiteY3" fmla="*/ 1572520 h 1572520"/>
                <a:gd name="connsiteX4" fmla="*/ 0 w 1574120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4120" h="1572520">
                  <a:moveTo>
                    <a:pt x="0" y="0"/>
                  </a:moveTo>
                  <a:lnTo>
                    <a:pt x="1574120" y="0"/>
                  </a:lnTo>
                  <a:lnTo>
                    <a:pt x="1574120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t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4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JSONB Data Types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FEA52D8-6EF3-E96B-AC17-D7D812BB2F09}"/>
                </a:ext>
              </a:extLst>
            </p:cNvPr>
            <p:cNvSpPr/>
            <p:nvPr/>
          </p:nvSpPr>
          <p:spPr>
            <a:xfrm>
              <a:off x="6753901" y="4011477"/>
              <a:ext cx="353211" cy="259584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65AD21D-AA9C-9F26-96E1-8CF61AFE5F1B}"/>
                </a:ext>
              </a:extLst>
            </p:cNvPr>
            <p:cNvSpPr/>
            <p:nvPr/>
          </p:nvSpPr>
          <p:spPr>
            <a:xfrm>
              <a:off x="6726902" y="2461474"/>
              <a:ext cx="3763389" cy="1572520"/>
            </a:xfrm>
            <a:custGeom>
              <a:avLst/>
              <a:gdLst>
                <a:gd name="connsiteX0" fmla="*/ 0 w 1637527"/>
                <a:gd name="connsiteY0" fmla="*/ 0 h 1572520"/>
                <a:gd name="connsiteX1" fmla="*/ 1637527 w 1637527"/>
                <a:gd name="connsiteY1" fmla="*/ 0 h 1572520"/>
                <a:gd name="connsiteX2" fmla="*/ 1637527 w 1637527"/>
                <a:gd name="connsiteY2" fmla="*/ 1572520 h 1572520"/>
                <a:gd name="connsiteX3" fmla="*/ 0 w 1637527"/>
                <a:gd name="connsiteY3" fmla="*/ 1572520 h 1572520"/>
                <a:gd name="connsiteX4" fmla="*/ 0 w 1637527"/>
                <a:gd name="connsiteY4" fmla="*/ 0 h 157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7527" h="1572520">
                  <a:moveTo>
                    <a:pt x="0" y="0"/>
                  </a:moveTo>
                  <a:lnTo>
                    <a:pt x="1637527" y="0"/>
                  </a:lnTo>
                  <a:lnTo>
                    <a:pt x="1637527" y="1572520"/>
                  </a:lnTo>
                  <a:lnTo>
                    <a:pt x="0" y="15725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28016" bIns="128016" numCol="1" spcCol="1270" anchor="b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5</a:t>
              </a:r>
            </a:p>
            <a:p>
              <a:pPr marL="0" marR="0" lvl="0" indent="0" algn="ctr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pc="50" dirty="0">
                  <a:solidFill>
                    <a:srgbClr val="030553"/>
                  </a:solidFill>
                  <a:latin typeface="Avenir Next LT Pro"/>
                </a:rPr>
                <a:t>Spatial Indexing</a:t>
              </a:r>
              <a:endParaRPr kumimoji="0" lang="en-US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A9EFEED-3A11-AFAC-A7F7-5F1FD77728F5}"/>
                </a:ext>
              </a:extLst>
            </p:cNvPr>
            <p:cNvSpPr/>
            <p:nvPr/>
          </p:nvSpPr>
          <p:spPr>
            <a:xfrm>
              <a:off x="8486833" y="4003902"/>
              <a:ext cx="353211" cy="267158"/>
            </a:xfrm>
            <a:prstGeom prst="ellipse">
              <a:avLst/>
            </a:prstGeom>
            <a:solidFill>
              <a:srgbClr val="030553"/>
            </a:solidFill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80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C58-6D1E-3ED3-84E1-4F042B4E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902" y="495266"/>
            <a:ext cx="6421734" cy="468613"/>
          </a:xfrm>
        </p:spPr>
        <p:txBody>
          <a:bodyPr/>
          <a:lstStyle/>
          <a:p>
            <a:r>
              <a:rPr lang="en-US" sz="3200" dirty="0">
                <a:solidFill>
                  <a:srgbClr val="030553"/>
                </a:solidFill>
              </a:rPr>
              <a:t>Entity – Relationship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DF95A-70E2-328C-306E-CFFBB5809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72" y="1233236"/>
            <a:ext cx="6712549" cy="512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5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5AA4-B80D-9FBD-91C7-19C11C83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1896BB-0D1B-4623-5847-5818E6A8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496" y="1028700"/>
            <a:ext cx="7755369" cy="927961"/>
          </a:xfrm>
        </p:spPr>
        <p:txBody>
          <a:bodyPr/>
          <a:lstStyle/>
          <a:p>
            <a:pPr algn="l"/>
            <a:r>
              <a:rPr lang="en-US" altLang="zh-CN" sz="4000" dirty="0">
                <a:solidFill>
                  <a:srgbClr val="002060"/>
                </a:solidFill>
              </a:rPr>
              <a:t>Schema Design &amp; Relationship</a:t>
            </a:r>
            <a:endParaRPr lang="zh-CN" altLang="en-US" sz="4000" dirty="0">
              <a:solidFill>
                <a:srgbClr val="00206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ED300-B468-3795-AD08-4C57F4C3495E}"/>
              </a:ext>
            </a:extLst>
          </p:cNvPr>
          <p:cNvSpPr txBox="1">
            <a:spLocks/>
          </p:cNvSpPr>
          <p:nvPr/>
        </p:nvSpPr>
        <p:spPr>
          <a:xfrm>
            <a:off x="5420985" y="1956661"/>
            <a:ext cx="5128591" cy="3044987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CA" sz="1600" dirty="0">
                <a:solidFill>
                  <a:srgbClr val="002060"/>
                </a:solidFill>
              </a:rPr>
              <a:t>The database schema comprises of 12 core tables: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Users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Users preferences</a:t>
            </a: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Locations</a:t>
            </a:r>
          </a:p>
          <a:p>
            <a:pPr>
              <a:lnSpc>
                <a:spcPct val="150000"/>
              </a:lnSpc>
            </a:pPr>
            <a:r>
              <a:rPr lang="en-CA" sz="1600" dirty="0" err="1">
                <a:solidFill>
                  <a:srgbClr val="002060"/>
                </a:solidFill>
              </a:rPr>
              <a:t>Road_signs</a:t>
            </a:r>
            <a:endParaRPr lang="en-CA" sz="16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CA" sz="1600" dirty="0">
                <a:solidFill>
                  <a:srgbClr val="002060"/>
                </a:solidFill>
              </a:rPr>
              <a:t>alerts</a:t>
            </a:r>
            <a:endParaRPr lang="en-CA" sz="16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600" dirty="0">
              <a:solidFill>
                <a:srgbClr val="03055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C79146-98CC-7D72-751B-386E84A6B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799" y="723822"/>
            <a:ext cx="4738295" cy="462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7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67BE-B026-1F48-8512-45DC759C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374262"/>
            <a:ext cx="10679112" cy="825762"/>
          </a:xfrm>
        </p:spPr>
        <p:txBody>
          <a:bodyPr/>
          <a:lstStyle/>
          <a:p>
            <a:r>
              <a:rPr lang="en-US" sz="4000" dirty="0">
                <a:solidFill>
                  <a:srgbClr val="030553"/>
                </a:solidFill>
                <a:latin typeface="Arial Black" panose="020B0A04020102020204" pitchFamily="34" charset="0"/>
              </a:rPr>
              <a:t>Security Measures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2DDF84-DF3E-9DBB-67F6-123251884EE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1179" y="1526338"/>
            <a:ext cx="802487" cy="1376974"/>
          </a:xfrm>
        </p:spPr>
        <p:txBody>
          <a:bodyPr/>
          <a:lstStyle/>
          <a:p>
            <a:r>
              <a:rPr lang="en-US" sz="10000" dirty="0">
                <a:solidFill>
                  <a:srgbClr val="030553">
                    <a:alpha val="10000"/>
                  </a:srgbClr>
                </a:solidFill>
              </a:rPr>
              <a:t>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C3CFB-D853-978B-6688-1A361A5D69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31183" y="1707265"/>
            <a:ext cx="2009776" cy="633626"/>
          </a:xfrm>
        </p:spPr>
        <p:txBody>
          <a:bodyPr/>
          <a:lstStyle/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Access Control</a:t>
            </a:r>
            <a:endParaRPr lang="pt-BR" sz="1400" dirty="0">
              <a:solidFill>
                <a:srgbClr val="030553"/>
              </a:solidFill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10B3F0F-637F-BBEC-B050-71F3B5F807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720744" y="1369766"/>
            <a:ext cx="1130178" cy="1376974"/>
          </a:xfrm>
        </p:spPr>
        <p:txBody>
          <a:bodyPr/>
          <a:lstStyle/>
          <a:p>
            <a:r>
              <a:rPr lang="en-US" sz="10000" dirty="0">
                <a:solidFill>
                  <a:srgbClr val="030553">
                    <a:alpha val="10000"/>
                  </a:srgbClr>
                </a:solidFill>
              </a:rPr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9DD27-4FCB-2F22-0412-F235D0699C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50922" y="1707265"/>
            <a:ext cx="2133360" cy="59210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Data Protection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F769E73-A82C-1A16-49AC-EDA4F69F34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77978" y="1281413"/>
            <a:ext cx="1706523" cy="1553680"/>
          </a:xfrm>
        </p:spPr>
        <p:txBody>
          <a:bodyPr/>
          <a:lstStyle/>
          <a:p>
            <a:r>
              <a:rPr lang="en-US" sz="10000" dirty="0">
                <a:solidFill>
                  <a:srgbClr val="030553">
                    <a:alpha val="10000"/>
                  </a:srgbClr>
                </a:solidFill>
              </a:rPr>
              <a:t>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21E2C0-775D-81A7-EA2E-E3DAC45405B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789279" y="1580202"/>
            <a:ext cx="1743075" cy="695480"/>
          </a:xfrm>
        </p:spPr>
        <p:txBody>
          <a:bodyPr/>
          <a:lstStyle/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Data Validation </a:t>
            </a:r>
            <a:endParaRPr lang="en-US" sz="1400" dirty="0">
              <a:solidFill>
                <a:srgbClr val="030553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FA47D-FD90-943F-AB0C-D1A2CC3586D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Database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3AF59-9CE7-4CE6-C397-FFB5DBD78F4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03DDDB-E96E-577D-376B-B3C1E7A81478}"/>
              </a:ext>
            </a:extLst>
          </p:cNvPr>
          <p:cNvSpPr txBox="1">
            <a:spLocks/>
          </p:cNvSpPr>
          <p:nvPr/>
        </p:nvSpPr>
        <p:spPr>
          <a:xfrm>
            <a:off x="750888" y="3564748"/>
            <a:ext cx="10679112" cy="8257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500" kern="1200" spc="5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030553"/>
                </a:solidFill>
                <a:latin typeface="Arial Black" panose="020B0A04020102020204" pitchFamily="34" charset="0"/>
              </a:rPr>
              <a:t>Reliability Measures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7CF32AC-DE79-9E28-9227-B0FC5CA74A73}"/>
              </a:ext>
            </a:extLst>
          </p:cNvPr>
          <p:cNvSpPr txBox="1">
            <a:spLocks/>
          </p:cNvSpPr>
          <p:nvPr/>
        </p:nvSpPr>
        <p:spPr>
          <a:xfrm>
            <a:off x="1604632" y="4851650"/>
            <a:ext cx="2009776" cy="6336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Data Integrity</a:t>
            </a:r>
            <a:endParaRPr lang="pt-BR" sz="1400" dirty="0">
              <a:solidFill>
                <a:srgbClr val="030553"/>
              </a:solidFill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9EC07C-F85F-DA84-67DA-859320012807}"/>
              </a:ext>
            </a:extLst>
          </p:cNvPr>
          <p:cNvSpPr txBox="1">
            <a:spLocks/>
          </p:cNvSpPr>
          <p:nvPr/>
        </p:nvSpPr>
        <p:spPr>
          <a:xfrm>
            <a:off x="5924371" y="4851650"/>
            <a:ext cx="2133360" cy="592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tabLst>
                <a:tab pos="457200" algn="l"/>
              </a:tabLst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Backup Recovery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BDEAC2B-90F0-8D1A-42B7-D44D4B0E2D79}"/>
              </a:ext>
            </a:extLst>
          </p:cNvPr>
          <p:cNvSpPr txBox="1">
            <a:spLocks/>
          </p:cNvSpPr>
          <p:nvPr/>
        </p:nvSpPr>
        <p:spPr>
          <a:xfrm>
            <a:off x="9310622" y="4689299"/>
            <a:ext cx="2743200" cy="6954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50" baseline="0">
                <a:solidFill>
                  <a:srgbClr val="C1654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30553"/>
                </a:solidFill>
                <a:latin typeface="Calibri" panose="020F0502020204030204" pitchFamily="34" charset="0"/>
              </a:rPr>
              <a:t>Performance Monitoring</a:t>
            </a:r>
            <a:endParaRPr lang="en-US" sz="1400" dirty="0">
              <a:solidFill>
                <a:srgbClr val="030553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6F49DAD1-5004-F4E9-0904-F1B23B596D03}"/>
              </a:ext>
            </a:extLst>
          </p:cNvPr>
          <p:cNvSpPr txBox="1">
            <a:spLocks/>
          </p:cNvSpPr>
          <p:nvPr/>
        </p:nvSpPr>
        <p:spPr>
          <a:xfrm>
            <a:off x="864628" y="4459215"/>
            <a:ext cx="802487" cy="137697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0" dirty="0">
                <a:solidFill>
                  <a:srgbClr val="030553">
                    <a:alpha val="10000"/>
                  </a:srgbClr>
                </a:solidFill>
              </a:rPr>
              <a:t>1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53FAB9A1-70EF-2B08-EB63-41E4DF3E1B6B}"/>
              </a:ext>
            </a:extLst>
          </p:cNvPr>
          <p:cNvSpPr txBox="1">
            <a:spLocks/>
          </p:cNvSpPr>
          <p:nvPr/>
        </p:nvSpPr>
        <p:spPr>
          <a:xfrm>
            <a:off x="4794193" y="4479546"/>
            <a:ext cx="1130178" cy="137697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0">
                <a:solidFill>
                  <a:srgbClr val="030553">
                    <a:alpha val="10000"/>
                  </a:srgbClr>
                </a:solidFill>
              </a:rPr>
              <a:t>2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D2C34B66-DC4D-B731-BBEF-3AACA768757E}"/>
              </a:ext>
            </a:extLst>
          </p:cNvPr>
          <p:cNvSpPr txBox="1">
            <a:spLocks/>
          </p:cNvSpPr>
          <p:nvPr/>
        </p:nvSpPr>
        <p:spPr>
          <a:xfrm>
            <a:off x="8548862" y="4390510"/>
            <a:ext cx="1706523" cy="15536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30000" b="0" i="0" kern="1200" spc="500" baseline="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0">
                <a:solidFill>
                  <a:srgbClr val="030553">
                    <a:alpha val="10000"/>
                  </a:srgb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7670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A3A8791-CF87-0AA1-D741-6F654EEE1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>
          <a:xfrm>
            <a:off x="279400" y="838200"/>
            <a:ext cx="4085468" cy="472440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A060666-64CF-CEC4-9B8C-56A22899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50" y="0"/>
            <a:ext cx="8455949" cy="6858000"/>
          </a:xfrm>
        </p:spPr>
        <p:txBody>
          <a:bodyPr/>
          <a:lstStyle/>
          <a:p>
            <a:r>
              <a:rPr lang="en-US" sz="8800" dirty="0"/>
              <a:t>database</a:t>
            </a:r>
            <a:br>
              <a:rPr lang="en-US" sz="11500" dirty="0"/>
            </a:br>
            <a:r>
              <a:rPr lang="en-US" sz="8800" dirty="0" err="1"/>
              <a:t>database</a:t>
            </a:r>
            <a:br>
              <a:rPr lang="en-US" sz="11500" dirty="0"/>
            </a:br>
            <a:r>
              <a:rPr lang="en-US" sz="8800" dirty="0" err="1">
                <a:solidFill>
                  <a:srgbClr val="030553"/>
                </a:solidFill>
              </a:rPr>
              <a:t>Database</a:t>
            </a:r>
            <a:br>
              <a:rPr lang="en-US" sz="11500" dirty="0">
                <a:solidFill>
                  <a:srgbClr val="030553"/>
                </a:solidFill>
              </a:rPr>
            </a:br>
            <a:r>
              <a:rPr lang="en-US" sz="8800" dirty="0">
                <a:solidFill>
                  <a:srgbClr val="030553"/>
                </a:solidFill>
              </a:rPr>
              <a:t>testing</a:t>
            </a:r>
            <a:br>
              <a:rPr lang="en-US" sz="11500" dirty="0"/>
            </a:br>
            <a:r>
              <a:rPr lang="en-US" sz="8800" dirty="0" err="1"/>
              <a:t>testing</a:t>
            </a:r>
            <a:br>
              <a:rPr lang="en-US" sz="11500" dirty="0"/>
            </a:br>
            <a:r>
              <a:rPr lang="en-US" sz="8800" dirty="0" err="1"/>
              <a:t>testing</a:t>
            </a:r>
            <a:br>
              <a:rPr lang="en-US" sz="11500" dirty="0"/>
            </a:br>
            <a:r>
              <a:rPr lang="en-US" sz="8800" dirty="0" err="1"/>
              <a:t>testing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92088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5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 descr="SmartArt chevron graphic">
            <a:extLst>
              <a:ext uri="{FF2B5EF4-FFF2-40B4-BE49-F238E27FC236}">
                <a16:creationId xmlns:a16="http://schemas.microsoft.com/office/drawing/2014/main" id="{BEE1D2BE-3C63-BBD7-4481-305BB05F02AC}"/>
              </a:ext>
            </a:extLst>
          </p:cNvPr>
          <p:cNvGrpSpPr/>
          <p:nvPr/>
        </p:nvGrpSpPr>
        <p:grpSpPr>
          <a:xfrm>
            <a:off x="1303988" y="2418114"/>
            <a:ext cx="9584024" cy="2900121"/>
            <a:chOff x="2036707" y="3833991"/>
            <a:chExt cx="7832303" cy="881009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C2AADA1B-D4FD-69B4-0920-ED318A6CBF9C}"/>
                </a:ext>
              </a:extLst>
            </p:cNvPr>
            <p:cNvSpPr/>
            <p:nvPr/>
          </p:nvSpPr>
          <p:spPr>
            <a:xfrm>
              <a:off x="2036707" y="3833991"/>
              <a:ext cx="3048681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65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030553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Nearby Road Sign Query</a:t>
              </a:r>
              <a:endPara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004088DA-F734-CB62-BB61-8BAA880AEA9D}"/>
                </a:ext>
              </a:extLst>
            </p:cNvPr>
            <p:cNvSpPr/>
            <p:nvPr/>
          </p:nvSpPr>
          <p:spPr>
            <a:xfrm>
              <a:off x="4426401" y="3833991"/>
              <a:ext cx="3318368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7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spc="50" dirty="0">
                  <a:solidFill>
                    <a:srgbClr val="FFFFFF"/>
                  </a:solidFill>
                  <a:latin typeface="Avenir Heavy" panose="02000503020000020003" pitchFamily="2" charset="0"/>
                </a:rPr>
                <a:t>User Notification and Retrieval</a:t>
              </a: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47CF5BA0-79E3-C49D-0AF2-517AEECB09D0}"/>
                </a:ext>
              </a:extLst>
            </p:cNvPr>
            <p:cNvSpPr/>
            <p:nvPr/>
          </p:nvSpPr>
          <p:spPr>
            <a:xfrm>
              <a:off x="6995549" y="3833991"/>
              <a:ext cx="2873461" cy="881009"/>
            </a:xfrm>
            <a:custGeom>
              <a:avLst/>
              <a:gdLst>
                <a:gd name="connsiteX0" fmla="*/ 0 w 2702625"/>
                <a:gd name="connsiteY0" fmla="*/ 0 h 1081050"/>
                <a:gd name="connsiteX1" fmla="*/ 2162100 w 2702625"/>
                <a:gd name="connsiteY1" fmla="*/ 0 h 1081050"/>
                <a:gd name="connsiteX2" fmla="*/ 2702625 w 2702625"/>
                <a:gd name="connsiteY2" fmla="*/ 540525 h 1081050"/>
                <a:gd name="connsiteX3" fmla="*/ 2162100 w 2702625"/>
                <a:gd name="connsiteY3" fmla="*/ 1081050 h 1081050"/>
                <a:gd name="connsiteX4" fmla="*/ 0 w 2702625"/>
                <a:gd name="connsiteY4" fmla="*/ 1081050 h 1081050"/>
                <a:gd name="connsiteX5" fmla="*/ 540525 w 2702625"/>
                <a:gd name="connsiteY5" fmla="*/ 540525 h 1081050"/>
                <a:gd name="connsiteX6" fmla="*/ 0 w 2702625"/>
                <a:gd name="connsiteY6" fmla="*/ 0 h 10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2625" h="1081050">
                  <a:moveTo>
                    <a:pt x="0" y="0"/>
                  </a:moveTo>
                  <a:lnTo>
                    <a:pt x="2162100" y="0"/>
                  </a:lnTo>
                  <a:lnTo>
                    <a:pt x="2702625" y="540525"/>
                  </a:lnTo>
                  <a:lnTo>
                    <a:pt x="2162100" y="1081050"/>
                  </a:lnTo>
                  <a:lnTo>
                    <a:pt x="0" y="1081050"/>
                  </a:lnTo>
                  <a:lnTo>
                    <a:pt x="540525" y="540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553">
                <a:alpha val="90000"/>
              </a:srgb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2960" tIns="182880" rIns="365760" bIns="18288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venir Heavy" panose="02000503020000020003" pitchFamily="2" charset="0"/>
                  <a:ea typeface="+mn-ea"/>
                  <a:cs typeface="+mn-cs"/>
                </a:rPr>
                <a:t>Road Conditions with Reporter Information</a:t>
              </a:r>
            </a:p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endParaRP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2922F-A15F-768D-01E9-E582DDCC398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30553"/>
                </a:solidFill>
                <a:latin typeface="Avenir Next LT Pro"/>
              </a:rPr>
              <a:t>Database </a:t>
            </a:r>
            <a:r>
              <a:rPr kumimoji="0" lang="en-US" sz="1200" b="0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5FBFE-22FC-0622-D5CB-2219B82ED72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5C7AAE-A677-454A-8BDB-62A0650ACE98}" type="slidenum">
              <a:rPr kumimoji="0" lang="en-US" sz="1200" b="0" i="0" u="none" strike="noStrike" kern="1200" cap="none" spc="50" normalizeH="0" baseline="0" noProof="0" smtClean="0">
                <a:ln>
                  <a:noFill/>
                </a:ln>
                <a:solidFill>
                  <a:srgbClr val="E1C9C1">
                    <a:lumMod val="90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E1C9C1">
                  <a:lumMod val="90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45A64-4C87-5154-7482-63D91052D1A2}"/>
              </a:ext>
            </a:extLst>
          </p:cNvPr>
          <p:cNvSpPr txBox="1"/>
          <p:nvPr/>
        </p:nvSpPr>
        <p:spPr>
          <a:xfrm>
            <a:off x="2112515" y="1926164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070CA-8B6F-E686-6A40-8BBEC354C801}"/>
              </a:ext>
            </a:extLst>
          </p:cNvPr>
          <p:cNvSpPr txBox="1"/>
          <p:nvPr/>
        </p:nvSpPr>
        <p:spPr>
          <a:xfrm>
            <a:off x="8475116" y="1926164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 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DD3C5-0E3F-5863-256B-65D03C69D617}"/>
              </a:ext>
            </a:extLst>
          </p:cNvPr>
          <p:cNvSpPr txBox="1"/>
          <p:nvPr/>
        </p:nvSpPr>
        <p:spPr>
          <a:xfrm>
            <a:off x="5416110" y="1934773"/>
            <a:ext cx="152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50" normalizeH="0" baseline="0" noProof="0" dirty="0">
                <a:ln>
                  <a:noFill/>
                </a:ln>
                <a:solidFill>
                  <a:srgbClr val="030553"/>
                </a:solidFill>
                <a:effectLst/>
                <a:uLnTx/>
                <a:uFillTx/>
                <a:latin typeface="Avenir Heavy" panose="02000503020000020003" pitchFamily="2" charset="0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E522038-1F9A-4A59-AF0D-71D7E04EE2EC}"/>
              </a:ext>
            </a:extLst>
          </p:cNvPr>
          <p:cNvSpPr txBox="1">
            <a:spLocks/>
          </p:cNvSpPr>
          <p:nvPr/>
        </p:nvSpPr>
        <p:spPr>
          <a:xfrm>
            <a:off x="892782" y="506090"/>
            <a:ext cx="11299218" cy="20188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i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pt-BR" b="0" dirty="0">
                <a:solidFill>
                  <a:srgbClr val="030553"/>
                </a:solidFill>
              </a:rPr>
              <a:t>The Database Implementation underwent comprehensive testin to validate functionality, performance and data integrity with simple query testing like</a:t>
            </a:r>
            <a:r>
              <a:rPr lang="pt-BR" sz="1400" dirty="0">
                <a:solidFill>
                  <a:srgbClr val="030553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36022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2B88B-B88A-0641-9550-171A7F55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432235-BE98-8C3B-96E6-8FF6135B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42" y="191907"/>
            <a:ext cx="9918010" cy="1093500"/>
          </a:xfrm>
        </p:spPr>
        <p:txBody>
          <a:bodyPr bIns="0"/>
          <a:lstStyle/>
          <a:p>
            <a:r>
              <a:rPr lang="en-US" altLang="zh-CN" sz="4400" dirty="0">
                <a:solidFill>
                  <a:srgbClr val="002060"/>
                </a:solidFill>
              </a:rPr>
              <a:t>Nearby Road sign query &amp; User Notification </a:t>
            </a:r>
            <a:r>
              <a:rPr lang="en-US" altLang="zh-CN" sz="4400" dirty="0" err="1">
                <a:solidFill>
                  <a:srgbClr val="002060"/>
                </a:solidFill>
              </a:rPr>
              <a:t>Retrival</a:t>
            </a:r>
            <a:endParaRPr lang="zh-CN" altLang="en-US" sz="36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AC6A9B-87CC-016B-F438-39CAE20E2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8873" y="1706137"/>
            <a:ext cx="5328729" cy="3166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3DFBA5-CD81-66D6-F0E6-7B058AFA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07602" y="2977377"/>
            <a:ext cx="6201900" cy="369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7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A3A8791-CF87-0AA1-D741-6F654EEE12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>
          <a:xfrm>
            <a:off x="279400" y="838200"/>
            <a:ext cx="4085468" cy="472440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A060666-64CF-CEC4-9B8C-56A22899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50" y="0"/>
            <a:ext cx="8455949" cy="6858000"/>
          </a:xfrm>
        </p:spPr>
        <p:txBody>
          <a:bodyPr/>
          <a:lstStyle/>
          <a:p>
            <a:r>
              <a:rPr lang="en-US" sz="6600" dirty="0"/>
              <a:t>back-end </a:t>
            </a:r>
            <a:r>
              <a:rPr lang="en-US" sz="6600" dirty="0" err="1"/>
              <a:t>api</a:t>
            </a:r>
            <a:br>
              <a:rPr lang="en-US" dirty="0"/>
            </a:br>
            <a:r>
              <a:rPr lang="en-US" sz="6600" dirty="0"/>
              <a:t>back-end </a:t>
            </a:r>
            <a:r>
              <a:rPr lang="en-US" sz="6600" dirty="0" err="1"/>
              <a:t>api</a:t>
            </a:r>
            <a:br>
              <a:rPr lang="en-US" dirty="0"/>
            </a:br>
            <a:r>
              <a:rPr lang="en-US" sz="6600" dirty="0">
                <a:solidFill>
                  <a:srgbClr val="030553"/>
                </a:solidFill>
              </a:rPr>
              <a:t>back-end </a:t>
            </a:r>
            <a:r>
              <a:rPr lang="en-US" sz="6600" dirty="0" err="1">
                <a:solidFill>
                  <a:srgbClr val="030553"/>
                </a:solidFill>
              </a:rPr>
              <a:t>api</a:t>
            </a:r>
            <a:br>
              <a:rPr lang="en-US" dirty="0">
                <a:solidFill>
                  <a:srgbClr val="030553"/>
                </a:solidFill>
              </a:rPr>
            </a:br>
            <a:r>
              <a:rPr lang="en-US" sz="6600" dirty="0">
                <a:solidFill>
                  <a:srgbClr val="030553"/>
                </a:solidFill>
              </a:rPr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br>
              <a:rPr lang="en-US" dirty="0"/>
            </a:br>
            <a:r>
              <a:rPr lang="en-US" sz="6600" dirty="0"/>
              <a:t>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5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8CB7F-ABC6-32D9-B51A-89474B4E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DEC38C-ADE4-D313-85D0-70259314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315" y="99805"/>
            <a:ext cx="7755369" cy="927961"/>
          </a:xfrm>
        </p:spPr>
        <p:txBody>
          <a:bodyPr/>
          <a:lstStyle/>
          <a:p>
            <a:pPr algn="l"/>
            <a:r>
              <a:rPr lang="en-US" altLang="zh-CN" sz="4000" dirty="0">
                <a:solidFill>
                  <a:srgbClr val="002060"/>
                </a:solidFill>
              </a:rPr>
              <a:t>User Authentication System</a:t>
            </a:r>
            <a:endParaRPr lang="zh-CN" altLang="en-US" sz="40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ABF23-A8BF-0EDC-C901-D580B3270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07" y="894144"/>
            <a:ext cx="9823584" cy="533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2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8CB7F-ABC6-32D9-B51A-89474B4E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DEC38C-ADE4-D313-85D0-70259314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65" y="0"/>
            <a:ext cx="5830103" cy="927961"/>
          </a:xfrm>
        </p:spPr>
        <p:txBody>
          <a:bodyPr/>
          <a:lstStyle/>
          <a:p>
            <a:pPr algn="l"/>
            <a:r>
              <a:rPr lang="en-US" altLang="zh-CN" sz="4000" dirty="0">
                <a:solidFill>
                  <a:srgbClr val="002060"/>
                </a:solidFill>
              </a:rPr>
              <a:t> OTP Verification</a:t>
            </a:r>
            <a:endParaRPr lang="zh-CN" altLang="en-US" sz="40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9C67B6-FE64-4277-AD7B-0661596A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674" y="1116012"/>
            <a:ext cx="9670405" cy="504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4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26C8B-0BD1-CF56-B68E-4125F351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DD0294-B391-DDFD-E25D-41145ABF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126" y="124531"/>
            <a:ext cx="5745748" cy="1093500"/>
          </a:xfrm>
        </p:spPr>
        <p:txBody>
          <a:bodyPr bIns="0"/>
          <a:lstStyle/>
          <a:p>
            <a:r>
              <a:rPr lang="en-US" altLang="zh-CN" sz="4800" dirty="0">
                <a:solidFill>
                  <a:srgbClr val="002060"/>
                </a:solidFill>
              </a:rPr>
              <a:t>Location Service </a:t>
            </a:r>
            <a:endParaRPr lang="zh-CN" altLang="en-US" sz="40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91B909-B72D-4B6D-2EE0-2FACE0977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1944" y="913089"/>
            <a:ext cx="8249953" cy="47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2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26C8B-0BD1-CF56-B68E-4125F351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DD0294-B391-DDFD-E25D-41145ABF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217" y="182283"/>
            <a:ext cx="7528293" cy="1093500"/>
          </a:xfrm>
        </p:spPr>
        <p:txBody>
          <a:bodyPr bIns="0"/>
          <a:lstStyle/>
          <a:p>
            <a:r>
              <a:rPr lang="en-US" altLang="zh-CN" sz="4800" dirty="0">
                <a:solidFill>
                  <a:srgbClr val="002060"/>
                </a:solidFill>
              </a:rPr>
              <a:t>Road Sign Management</a:t>
            </a:r>
            <a:endParaRPr lang="zh-CN" altLang="en-US" sz="4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D9A21-5BE2-4E2D-8F10-5A876D12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18" y="1006808"/>
            <a:ext cx="9015278" cy="526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28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2B88B-B88A-0641-9550-171A7F55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432235-BE98-8C3B-96E6-8FF6135B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42" y="191907"/>
            <a:ext cx="9918010" cy="1093500"/>
          </a:xfrm>
        </p:spPr>
        <p:txBody>
          <a:bodyPr bIns="0"/>
          <a:lstStyle/>
          <a:p>
            <a:r>
              <a:rPr lang="en-US" altLang="zh-CN" sz="4800" dirty="0">
                <a:solidFill>
                  <a:srgbClr val="002060"/>
                </a:solidFill>
              </a:rPr>
              <a:t>Crowd Reporting &amp; Alert Notification</a:t>
            </a:r>
            <a:endParaRPr lang="zh-CN" altLang="en-US" sz="40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AC6A9B-87CC-016B-F438-39CAE20E2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8873" y="1875616"/>
            <a:ext cx="5328729" cy="3362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3DFBA5-CD81-66D6-F0E6-7B058AFA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07602" y="3146668"/>
            <a:ext cx="5758721" cy="353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3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3A30A-4B1D-5E9A-F615-38DD081D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4" y="2335500"/>
            <a:ext cx="6735597" cy="3793838"/>
          </a:xfrm>
        </p:spPr>
        <p:txBody>
          <a:bodyPr bIns="0"/>
          <a:lstStyle/>
          <a:p>
            <a:r>
              <a:rPr lang="en-US" altLang="zh-CN" sz="6600" dirty="0">
                <a:solidFill>
                  <a:srgbClr val="002060"/>
                </a:solidFill>
              </a:rPr>
              <a:t>Thank You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br>
              <a:rPr lang="en-US" altLang="zh-CN" dirty="0">
                <a:solidFill>
                  <a:srgbClr val="002060"/>
                </a:solidFill>
              </a:rPr>
            </a:b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9C32DD0-BD2F-6524-4667-DB5E224F94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676" t="-1313" r="45954" b="1313"/>
          <a:stretch/>
        </p:blipFill>
        <p:spPr>
          <a:xfrm>
            <a:off x="6316788" y="1256403"/>
            <a:ext cx="3433914" cy="4541837"/>
          </a:xfrm>
        </p:spPr>
      </p:pic>
    </p:spTree>
    <p:extLst>
      <p:ext uri="{BB962C8B-B14F-4D97-AF65-F5344CB8AC3E}">
        <p14:creationId xmlns:p14="http://schemas.microsoft.com/office/powerpoint/2010/main" val="129312256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Custom Design">
  <a:themeElements>
    <a:clrScheme name="Product-Summary">
      <a:dk1>
        <a:srgbClr val="000000"/>
      </a:dk1>
      <a:lt1>
        <a:srgbClr val="FFFFFF"/>
      </a:lt1>
      <a:dk2>
        <a:srgbClr val="C16548"/>
      </a:dk2>
      <a:lt2>
        <a:srgbClr val="E7E6E6"/>
      </a:lt2>
      <a:accent1>
        <a:srgbClr val="C16548"/>
      </a:accent1>
      <a:accent2>
        <a:srgbClr val="E1C9C1"/>
      </a:accent2>
      <a:accent3>
        <a:srgbClr val="EFE9E7"/>
      </a:accent3>
      <a:accent4>
        <a:srgbClr val="7C8C5F"/>
      </a:accent4>
      <a:accent5>
        <a:srgbClr val="DAE7C3"/>
      </a:accent5>
      <a:accent6>
        <a:srgbClr val="ECF1E3"/>
      </a:accent6>
      <a:hlink>
        <a:srgbClr val="0563C1"/>
      </a:hlink>
      <a:folHlink>
        <a:srgbClr val="954F72"/>
      </a:folHlink>
    </a:clrScheme>
    <a:fontScheme name="Custom 1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lIns="0" tIns="0" rIns="0" bIns="0" rtlCol="0" anchor="t">
        <a:noAutofit/>
      </a:bodyPr>
      <a:lstStyle>
        <a:defPPr algn="l">
          <a:defRPr sz="75000" spc="500" dirty="0">
            <a:solidFill>
              <a:srgbClr val="C16548">
                <a:alpha val="5000"/>
              </a:srgbClr>
            </a:solidFill>
            <a:latin typeface="Felix Titling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">
  <a:themeElements>
    <a:clrScheme name="2.27方案3">
      <a:dk1>
        <a:sysClr val="windowText" lastClr="000000"/>
      </a:dk1>
      <a:lt1>
        <a:sysClr val="window" lastClr="FFFFFF"/>
      </a:lt1>
      <a:dk2>
        <a:srgbClr val="1453D4"/>
      </a:dk2>
      <a:lt2>
        <a:srgbClr val="DBEFF9"/>
      </a:lt2>
      <a:accent1>
        <a:srgbClr val="9BEAFF"/>
      </a:accent1>
      <a:accent2>
        <a:srgbClr val="70A7F3"/>
      </a:accent2>
      <a:accent3>
        <a:srgbClr val="32B7F3"/>
      </a:accent3>
      <a:accent4>
        <a:srgbClr val="071D28"/>
      </a:accent4>
      <a:accent5>
        <a:srgbClr val="598196"/>
      </a:accent5>
      <a:accent6>
        <a:srgbClr val="50BBC1"/>
      </a:accent6>
      <a:hlink>
        <a:srgbClr val="2995AD"/>
      </a:hlink>
      <a:folHlink>
        <a:srgbClr val="85DFD0"/>
      </a:folHlink>
    </a:clrScheme>
    <a:fontScheme name="Custom 2">
      <a:majorFont>
        <a:latin typeface="Arial"/>
        <a:ea typeface=""/>
        <a:cs typeface=""/>
      </a:majorFont>
      <a:minorFont>
        <a:latin typeface="Aptos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rcRect/>
          <a:stretch>
            <a:fillRect t="-18412" b="-39640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1431</TotalTime>
  <Words>238</Words>
  <Application>Microsoft Office PowerPoint</Application>
  <PresentationFormat>Widescreen</PresentationFormat>
  <Paragraphs>69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Aptos</vt:lpstr>
      <vt:lpstr>Arial</vt:lpstr>
      <vt:lpstr>Arial Black</vt:lpstr>
      <vt:lpstr>Avenir Book</vt:lpstr>
      <vt:lpstr>Avenir Heavy</vt:lpstr>
      <vt:lpstr>Avenir Next LT Pro</vt:lpstr>
      <vt:lpstr>Calibri</vt:lpstr>
      <vt:lpstr>Calibri Light</vt:lpstr>
      <vt:lpstr>Felix Titling</vt:lpstr>
      <vt:lpstr>Segoe UI</vt:lpstr>
      <vt:lpstr>Segoe UI Black</vt:lpstr>
      <vt:lpstr>Office Theme</vt:lpstr>
      <vt:lpstr>Custom Design</vt:lpstr>
      <vt:lpstr>Custom</vt:lpstr>
      <vt:lpstr>1_Custom</vt:lpstr>
      <vt:lpstr>DATABASE DESIGN  &amp; IMPLEMENTATION </vt:lpstr>
      <vt:lpstr>Introduction</vt:lpstr>
      <vt:lpstr>Design Design​ &amp; &amp; implementations Implementation Implementation</vt:lpstr>
      <vt:lpstr>Key Architectural Decisions</vt:lpstr>
      <vt:lpstr>Entity – Relationship Diagram</vt:lpstr>
      <vt:lpstr>Schema Design &amp; Relationship</vt:lpstr>
      <vt:lpstr>Security Measures</vt:lpstr>
      <vt:lpstr>database database Database testing testing testing testing</vt:lpstr>
      <vt:lpstr>PowerPoint Presentation</vt:lpstr>
      <vt:lpstr>Nearby Road sign query &amp; User Notification Retrival</vt:lpstr>
      <vt:lpstr>back-end api back-end api back-end api implementation implementation implementation implementation</vt:lpstr>
      <vt:lpstr>User Authentication System</vt:lpstr>
      <vt:lpstr> OTP Verification</vt:lpstr>
      <vt:lpstr>Location Service </vt:lpstr>
      <vt:lpstr>Road Sign Management</vt:lpstr>
      <vt:lpstr>Crowd Reporting &amp; Alert Notification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Modelling &amp; Design</dc:title>
  <dc:creator>User</dc:creator>
  <cp:lastModifiedBy>Tidding Ramsey</cp:lastModifiedBy>
  <cp:revision>162</cp:revision>
  <dcterms:created xsi:type="dcterms:W3CDTF">2022-01-19T22:30:16Z</dcterms:created>
  <dcterms:modified xsi:type="dcterms:W3CDTF">2025-06-13T11:31:01Z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