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theme/theme3.xml" ContentType="application/vnd.openxmlformats-officedocument.theme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665" r:id="rId5"/>
    <p:sldMasterId id="2147483680" r:id="rId6"/>
    <p:sldMasterId id="2147483743" r:id="rId7"/>
  </p:sldMasterIdLst>
  <p:notesMasterIdLst>
    <p:notesMasterId r:id="rId22"/>
  </p:notesMasterIdLst>
  <p:handoutMasterIdLst>
    <p:handoutMasterId r:id="rId23"/>
  </p:handoutMasterIdLst>
  <p:sldIdLst>
    <p:sldId id="362" r:id="rId8"/>
    <p:sldId id="405" r:id="rId9"/>
    <p:sldId id="377" r:id="rId10"/>
    <p:sldId id="385" r:id="rId11"/>
    <p:sldId id="400" r:id="rId12"/>
    <p:sldId id="417" r:id="rId13"/>
    <p:sldId id="382" r:id="rId14"/>
    <p:sldId id="395" r:id="rId15"/>
    <p:sldId id="422" r:id="rId16"/>
    <p:sldId id="423" r:id="rId17"/>
    <p:sldId id="424" r:id="rId18"/>
    <p:sldId id="420" r:id="rId19"/>
    <p:sldId id="421" r:id="rId20"/>
    <p:sldId id="310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88" userDrawn="1">
          <p15:clr>
            <a:srgbClr val="A4A3A4"/>
          </p15:clr>
        </p15:guide>
        <p15:guide id="2" pos="3768" userDrawn="1">
          <p15:clr>
            <a:srgbClr val="000000"/>
          </p15:clr>
        </p15:guide>
        <p15:guide id="3" pos="456" userDrawn="1">
          <p15:clr>
            <a:srgbClr val="A4A3A4"/>
          </p15:clr>
        </p15:guide>
        <p15:guide id="4" pos="720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30553"/>
    <a:srgbClr val="7BEBD8"/>
    <a:srgbClr val="6C92E1"/>
    <a:srgbClr val="8335E5"/>
    <a:srgbClr val="6B8DE1"/>
    <a:srgbClr val="6313DC"/>
    <a:srgbClr val="1E3ADA"/>
    <a:srgbClr val="7D4BC9"/>
    <a:srgbClr val="16286E"/>
    <a:srgbClr val="6524D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854" autoAdjust="0"/>
    <p:restoredTop sz="94652" autoAdjust="0"/>
  </p:normalViewPr>
  <p:slideViewPr>
    <p:cSldViewPr snapToGrid="0" showGuides="1">
      <p:cViewPr varScale="1">
        <p:scale>
          <a:sx n="64" d="100"/>
          <a:sy n="64" d="100"/>
        </p:scale>
        <p:origin x="702" y="72"/>
      </p:cViewPr>
      <p:guideLst>
        <p:guide orient="horz" pos="2088"/>
        <p:guide pos="3768"/>
        <p:guide pos="456"/>
        <p:guide pos="720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60" d="100"/>
          <a:sy n="60" d="100"/>
        </p:scale>
        <p:origin x="3187" y="43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1.xml"/><Relationship Id="rId13" Type="http://schemas.openxmlformats.org/officeDocument/2006/relationships/slide" Target="slides/slide6.xml"/><Relationship Id="rId18" Type="http://schemas.openxmlformats.org/officeDocument/2006/relationships/slide" Target="slides/slide11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slide" Target="slides/slide14.xml"/><Relationship Id="rId7" Type="http://schemas.openxmlformats.org/officeDocument/2006/relationships/slideMaster" Target="slideMasters/slideMaster4.xml"/><Relationship Id="rId12" Type="http://schemas.openxmlformats.org/officeDocument/2006/relationships/slide" Target="slides/slide5.xml"/><Relationship Id="rId17" Type="http://schemas.openxmlformats.org/officeDocument/2006/relationships/slide" Target="slides/slide10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9.xml"/><Relationship Id="rId20" Type="http://schemas.openxmlformats.org/officeDocument/2006/relationships/slide" Target="slides/slide13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4.xml"/><Relationship Id="rId24" Type="http://schemas.openxmlformats.org/officeDocument/2006/relationships/presProps" Target="presProp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8.xml"/><Relationship Id="rId23" Type="http://schemas.openxmlformats.org/officeDocument/2006/relationships/handoutMaster" Target="handoutMasters/handoutMaster1.xml"/><Relationship Id="rId10" Type="http://schemas.openxmlformats.org/officeDocument/2006/relationships/slide" Target="slides/slide3.xml"/><Relationship Id="rId19" Type="http://schemas.openxmlformats.org/officeDocument/2006/relationships/slide" Target="slides/slide12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14" Type="http://schemas.openxmlformats.org/officeDocument/2006/relationships/slide" Target="slides/slide7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AF506F9-91AB-457B-A321-BA32DFC452D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E71BC67-B9B6-41AE-BB4E-51234F20984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19C063D-436A-410C-A490-190D73BB5D3E}" type="datetimeFigureOut">
              <a:rPr lang="en-US" smtClean="0"/>
              <a:t>6/9/2025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E2BB79-F5ED-4C7F-A869-D9A323F2CA0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0207CB-184F-4400-BBE4-E0B71DE0626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328996C-DF1E-45F4-80FD-86472FDB10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168487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B8BDD7-4F37-46AB-9A13-BF4D77EDD71D}" type="datetimeFigureOut">
              <a:rPr lang="en-US" smtClean="0"/>
              <a:t>6/9/2025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F8F48A-6110-47DA-8521-A1D1FFD22FE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14915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F8F48A-6110-47DA-8521-A1D1FFD22FEF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28293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B0BBB5-FEB0-47AD-A01D-A9D3462038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8207C41-C17D-4E84-B9CC-CA142B94C1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45F25D-6082-47DE-9B2C-675944DD1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4036C-9E7C-4FFC-99FA-414B61E345DD}" type="datetimeFigureOut">
              <a:rPr lang="en-US" smtClean="0"/>
              <a:t>6/9/2025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24B0FF-3B25-4E5C-A0A7-4E16363621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377007-1A01-499B-ACAD-C9F9C20B76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580AB-5C3C-4B4F-8E2A-8B7A0A8CE6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99625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DADCE2-978E-4923-B0E9-4C966B6798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EB0BD6-F012-4C6D-BDAD-9E90ED25A3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E2F9E5-192C-4E88-9147-D263893B18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4036C-9E7C-4FFC-99FA-414B61E345DD}" type="datetimeFigureOut">
              <a:rPr lang="en-US" smtClean="0"/>
              <a:t>6/9/2025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A7138-3EAF-4C9D-903E-55D9BC0402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DB0B82-496D-45C3-A682-7AF9AFFB96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580AB-5C3C-4B4F-8E2A-8B7A0A8CE6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51262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93DAD0-5F6F-47DA-A010-1C4A30C88A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8EFA6E-A768-42A8-B2C3-F100D82609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F46640-E89E-47CE-984D-0C0ECF7CF5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4036C-9E7C-4FFC-99FA-414B61E345DD}" type="datetimeFigureOut">
              <a:rPr lang="en-US" smtClean="0"/>
              <a:t>6/9/2025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177A8F-F167-4C43-AEE7-4506708014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1DA754-ED79-4909-833D-55BF9A5D8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580AB-5C3C-4B4F-8E2A-8B7A0A8CE6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00877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AA026-BFE6-4D2A-9ABF-C593B5666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4747E8-A36B-4B4A-B2A4-B5283152AB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C6B59D-87BD-4F32-B9BC-31F9B1A5D7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C49B47-0C41-4DCC-9902-126916D9C4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4036C-9E7C-4FFC-99FA-414B61E345DD}" type="datetimeFigureOut">
              <a:rPr lang="en-US" smtClean="0"/>
              <a:t>6/9/2025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CD28B7-2F2D-4E80-A107-C1F266C630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5D650A-4D0F-46AE-A132-267FCD921E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580AB-5C3C-4B4F-8E2A-8B7A0A8CE6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98765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64C6F9-F6F6-4EA1-98AA-81B84F7CC0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B8B83E-B37C-46C9-8284-D6EBA0033C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A150B8-0288-44AC-9CE7-E7BD9FB32E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CF5DCAE-6027-49B9-A818-F45FADE27B2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84FAE16-DBCB-4A42-BFFC-053F2D529AB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6E8C038-E6A1-499D-9E24-FA5980421C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4036C-9E7C-4FFC-99FA-414B61E345DD}" type="datetimeFigureOut">
              <a:rPr lang="en-US" smtClean="0"/>
              <a:t>6/9/2025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9F911B6-A759-487E-8CB6-CF9EF737F0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A906EC0-369D-4138-8D70-148CFDEE5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580AB-5C3C-4B4F-8E2A-8B7A0A8CE6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45543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02F8A-97AC-456C-B9E3-45A7D520C5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340F483-F2B9-47A3-9B5C-8C264B7016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4036C-9E7C-4FFC-99FA-414B61E345DD}" type="datetimeFigureOut">
              <a:rPr lang="en-US" smtClean="0"/>
              <a:t>6/9/2025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5849874-9D9B-4597-B20D-33D6F58BCA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B35894C-9062-435A-9758-82ED9C6D78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580AB-5C3C-4B4F-8E2A-8B7A0A8CE6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177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6A3F6AD-4D61-4238-AB7D-613625BFF8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4036C-9E7C-4FFC-99FA-414B61E345DD}" type="datetimeFigureOut">
              <a:rPr lang="en-US" smtClean="0"/>
              <a:t>6/9/2025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8AACDC9-944D-47C6-B286-82C86AD943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EAAC43-3846-4080-B764-AB2DB308C5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580AB-5C3C-4B4F-8E2A-8B7A0A8CE6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1370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6F4779-0336-4AFA-B9A7-259EE8BEC1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82F449-DDC3-4694-81E5-91A4B8F433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00A2C4-3B2E-46AC-9605-73F5B2CC1F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909769-F5A5-4635-BD0C-D6049DEB96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4036C-9E7C-4FFC-99FA-414B61E345DD}" type="datetimeFigureOut">
              <a:rPr lang="en-US" smtClean="0"/>
              <a:t>6/9/2025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252DC3-D3D7-446F-A866-D7820B7BF8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1CDB00-5218-4567-902B-845073BE87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580AB-5C3C-4B4F-8E2A-8B7A0A8CE6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61285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F661E4-9FF7-494B-A1C9-C9A1DD705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D245657-DA21-4769-84F8-88DC644508E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67B310-6692-4981-9CB8-FE79A091FF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DA2C9E-A9AD-4BB9-A691-90BB84F58C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4036C-9E7C-4FFC-99FA-414B61E345DD}" type="datetimeFigureOut">
              <a:rPr lang="en-US" smtClean="0"/>
              <a:t>6/9/2025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B3D45D-C826-4846-BBFC-A0D98B7E7A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516961-40DC-443E-9DB8-3A987DF49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580AB-5C3C-4B4F-8E2A-8B7A0A8CE6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13338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081C24-32F4-4208-B651-CDCBFCD031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B74779-B577-461F-A409-71F6A5A11A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B044BD-4FA0-432C-95D7-517D2DE8C4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4036C-9E7C-4FFC-99FA-414B61E345DD}" type="datetimeFigureOut">
              <a:rPr lang="en-US" smtClean="0"/>
              <a:t>6/9/2025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17F283-FE61-4C9A-9E39-74D429C582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F9B807-6FE9-4E47-846B-BCB39B7AE2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580AB-5C3C-4B4F-8E2A-8B7A0A8CE6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39855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42594DD-FFD4-4AA9-BCDA-0BA87C1463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79C2B6E-24EB-42CE-8B4D-3178D08C7E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C92C56-63F3-4246-AAEE-2FBC89E802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4036C-9E7C-4FFC-99FA-414B61E345DD}" type="datetimeFigureOut">
              <a:rPr lang="en-US" smtClean="0"/>
              <a:t>6/9/2025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C10319-C816-40EC-B1D0-FD9748E41D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4E9AB-6952-407A-9F06-2EB917172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580AB-5C3C-4B4F-8E2A-8B7A0A8CE6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37163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113277B1-D0ED-1F93-2B04-7EF3B163864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55431" y="190500"/>
            <a:ext cx="5777442" cy="3960876"/>
          </a:xfrm>
        </p:spPr>
        <p:txBody>
          <a:bodyPr anchor="b"/>
          <a:lstStyle>
            <a:lvl1pPr algn="l">
              <a:spcBef>
                <a:spcPts val="0"/>
              </a:spcBef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3530B387-44F6-F673-C06B-5BE9725D9B3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5431" y="4253117"/>
            <a:ext cx="5779314" cy="1174224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26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x-non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CFB4E9-DF6F-079B-673E-93FD784A7E5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55431" y="5739518"/>
            <a:ext cx="1738083" cy="27432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4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GB" sz="1600"/>
              <a:t>Presenter Name</a:t>
            </a:r>
          </a:p>
        </p:txBody>
      </p:sp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995CACC6-5EE3-524B-F9DF-9D1D8C066A58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6512653" y="0"/>
            <a:ext cx="5679347" cy="6875770"/>
          </a:xfrm>
          <a:custGeom>
            <a:avLst/>
            <a:gdLst>
              <a:gd name="connsiteX0" fmla="*/ 2855788 w 5679347"/>
              <a:gd name="connsiteY0" fmla="*/ 3447486 h 6875770"/>
              <a:gd name="connsiteX1" fmla="*/ 4251452 w 5679347"/>
              <a:gd name="connsiteY1" fmla="*/ 3447486 h 6875770"/>
              <a:gd name="connsiteX2" fmla="*/ 4251452 w 5679347"/>
              <a:gd name="connsiteY2" fmla="*/ 6864339 h 6875770"/>
              <a:gd name="connsiteX3" fmla="*/ 2855788 w 5679347"/>
              <a:gd name="connsiteY3" fmla="*/ 6864339 h 6875770"/>
              <a:gd name="connsiteX4" fmla="*/ 1427894 w 5679347"/>
              <a:gd name="connsiteY4" fmla="*/ 3447486 h 6875770"/>
              <a:gd name="connsiteX5" fmla="*/ 2823558 w 5679347"/>
              <a:gd name="connsiteY5" fmla="*/ 3447486 h 6875770"/>
              <a:gd name="connsiteX6" fmla="*/ 2823558 w 5679347"/>
              <a:gd name="connsiteY6" fmla="*/ 6864339 h 6875770"/>
              <a:gd name="connsiteX7" fmla="*/ 1427894 w 5679347"/>
              <a:gd name="connsiteY7" fmla="*/ 6864339 h 6875770"/>
              <a:gd name="connsiteX8" fmla="*/ 4283683 w 5679347"/>
              <a:gd name="connsiteY8" fmla="*/ 1442090 h 6875770"/>
              <a:gd name="connsiteX9" fmla="*/ 5001917 w 5679347"/>
              <a:gd name="connsiteY9" fmla="*/ 1442090 h 6875770"/>
              <a:gd name="connsiteX10" fmla="*/ 5098111 w 5679347"/>
              <a:gd name="connsiteY10" fmla="*/ 1451787 h 6875770"/>
              <a:gd name="connsiteX11" fmla="*/ 5679347 w 5679347"/>
              <a:gd name="connsiteY11" fmla="*/ 2164940 h 6875770"/>
              <a:gd name="connsiteX12" fmla="*/ 5679347 w 5679347"/>
              <a:gd name="connsiteY12" fmla="*/ 6875770 h 6875770"/>
              <a:gd name="connsiteX13" fmla="*/ 4283683 w 5679347"/>
              <a:gd name="connsiteY13" fmla="*/ 6875770 h 6875770"/>
              <a:gd name="connsiteX14" fmla="*/ 2855788 w 5679347"/>
              <a:gd name="connsiteY14" fmla="*/ 0 h 6875770"/>
              <a:gd name="connsiteX15" fmla="*/ 4251452 w 5679347"/>
              <a:gd name="connsiteY15" fmla="*/ 0 h 6875770"/>
              <a:gd name="connsiteX16" fmla="*/ 4251452 w 5679347"/>
              <a:gd name="connsiteY16" fmla="*/ 3416853 h 6875770"/>
              <a:gd name="connsiteX17" fmla="*/ 2855788 w 5679347"/>
              <a:gd name="connsiteY17" fmla="*/ 3416853 h 6875770"/>
              <a:gd name="connsiteX18" fmla="*/ 1427894 w 5679347"/>
              <a:gd name="connsiteY18" fmla="*/ 0 h 6875770"/>
              <a:gd name="connsiteX19" fmla="*/ 2823558 w 5679347"/>
              <a:gd name="connsiteY19" fmla="*/ 0 h 6875770"/>
              <a:gd name="connsiteX20" fmla="*/ 2823558 w 5679347"/>
              <a:gd name="connsiteY20" fmla="*/ 3416853 h 6875770"/>
              <a:gd name="connsiteX21" fmla="*/ 1427894 w 5679347"/>
              <a:gd name="connsiteY21" fmla="*/ 3416853 h 6875770"/>
              <a:gd name="connsiteX22" fmla="*/ 0 w 5679347"/>
              <a:gd name="connsiteY22" fmla="*/ 0 h 6875770"/>
              <a:gd name="connsiteX23" fmla="*/ 1395664 w 5679347"/>
              <a:gd name="connsiteY23" fmla="*/ 0 h 6875770"/>
              <a:gd name="connsiteX24" fmla="*/ 1395664 w 5679347"/>
              <a:gd name="connsiteY24" fmla="*/ 5433680 h 6875770"/>
              <a:gd name="connsiteX25" fmla="*/ 727933 w 5679347"/>
              <a:gd name="connsiteY25" fmla="*/ 5433680 h 6875770"/>
              <a:gd name="connsiteX26" fmla="*/ 581236 w 5679347"/>
              <a:gd name="connsiteY26" fmla="*/ 5418892 h 6875770"/>
              <a:gd name="connsiteX27" fmla="*/ 0 w 5679347"/>
              <a:gd name="connsiteY27" fmla="*/ 4705739 h 68757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5679347" h="6875770">
                <a:moveTo>
                  <a:pt x="2855788" y="3447486"/>
                </a:moveTo>
                <a:lnTo>
                  <a:pt x="4251452" y="3447486"/>
                </a:lnTo>
                <a:lnTo>
                  <a:pt x="4251452" y="6864339"/>
                </a:lnTo>
                <a:lnTo>
                  <a:pt x="2855788" y="6864339"/>
                </a:lnTo>
                <a:close/>
                <a:moveTo>
                  <a:pt x="1427894" y="3447486"/>
                </a:moveTo>
                <a:lnTo>
                  <a:pt x="2823558" y="3447486"/>
                </a:lnTo>
                <a:lnTo>
                  <a:pt x="2823558" y="6864339"/>
                </a:lnTo>
                <a:lnTo>
                  <a:pt x="1427894" y="6864339"/>
                </a:lnTo>
                <a:close/>
                <a:moveTo>
                  <a:pt x="4283683" y="1442090"/>
                </a:moveTo>
                <a:lnTo>
                  <a:pt x="5001917" y="1442090"/>
                </a:lnTo>
                <a:lnTo>
                  <a:pt x="5098111" y="1451787"/>
                </a:lnTo>
                <a:cubicBezTo>
                  <a:pt x="5429822" y="1519665"/>
                  <a:pt x="5679347" y="1813163"/>
                  <a:pt x="5679347" y="2164940"/>
                </a:cubicBezTo>
                <a:lnTo>
                  <a:pt x="5679347" y="6875770"/>
                </a:lnTo>
                <a:lnTo>
                  <a:pt x="4283683" y="6875770"/>
                </a:lnTo>
                <a:close/>
                <a:moveTo>
                  <a:pt x="2855788" y="0"/>
                </a:moveTo>
                <a:lnTo>
                  <a:pt x="4251452" y="0"/>
                </a:lnTo>
                <a:lnTo>
                  <a:pt x="4251452" y="3416853"/>
                </a:lnTo>
                <a:lnTo>
                  <a:pt x="2855788" y="3416853"/>
                </a:lnTo>
                <a:close/>
                <a:moveTo>
                  <a:pt x="1427894" y="0"/>
                </a:moveTo>
                <a:lnTo>
                  <a:pt x="2823558" y="0"/>
                </a:lnTo>
                <a:lnTo>
                  <a:pt x="2823558" y="3416853"/>
                </a:lnTo>
                <a:lnTo>
                  <a:pt x="1427894" y="3416853"/>
                </a:lnTo>
                <a:close/>
                <a:moveTo>
                  <a:pt x="0" y="0"/>
                </a:moveTo>
                <a:lnTo>
                  <a:pt x="1395664" y="0"/>
                </a:lnTo>
                <a:lnTo>
                  <a:pt x="1395664" y="5433680"/>
                </a:lnTo>
                <a:lnTo>
                  <a:pt x="727933" y="5433680"/>
                </a:lnTo>
                <a:lnTo>
                  <a:pt x="581236" y="5418892"/>
                </a:lnTo>
                <a:cubicBezTo>
                  <a:pt x="249526" y="5351014"/>
                  <a:pt x="0" y="5057516"/>
                  <a:pt x="0" y="4705739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3AA858DD-5732-D62C-5397-EBE1E9F3B2B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6/9/2025</a:t>
            </a:fld>
            <a:endParaRPr lang="x-none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820142DC-7CAA-D291-2AD5-EB9A2A176C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E63FE10-3EE7-C466-9C34-9CB62B95E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5962224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5159547C-AB38-C793-550F-7C7D6CEE22D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78224" y="-1"/>
            <a:ext cx="11035552" cy="6858001"/>
          </a:xfrm>
          <a:noFill/>
        </p:spPr>
        <p:txBody>
          <a:bodyPr lIns="0" tIns="0" rIns="0" bIns="0" anchor="ctr">
            <a:noAutofit/>
          </a:bodyPr>
          <a:lstStyle>
            <a:lvl1pPr algn="l">
              <a:defRPr sz="8000" kern="1200" spc="1000" baseline="0">
                <a:ln>
                  <a:noFill/>
                </a:ln>
                <a:solidFill>
                  <a:srgbClr val="CB6E50"/>
                </a:solidFill>
                <a:latin typeface="+mj-lt"/>
              </a:defRPr>
            </a:lvl1pPr>
          </a:lstStyle>
          <a:p>
            <a:r>
              <a:rPr lang="en-US" dirty="0"/>
              <a:t>Master title</a:t>
            </a:r>
            <a:br>
              <a:rPr lang="en-US" dirty="0"/>
            </a:br>
            <a:r>
              <a:rPr lang="en-US" dirty="0"/>
              <a:t>Master title</a:t>
            </a:r>
            <a:br>
              <a:rPr lang="en-US" dirty="0"/>
            </a:br>
            <a:r>
              <a:rPr lang="en-US" dirty="0"/>
              <a:t>Master title</a:t>
            </a:r>
            <a:br>
              <a:rPr lang="en-US" dirty="0"/>
            </a:br>
            <a:r>
              <a:rPr lang="en-US" dirty="0"/>
              <a:t>Master title</a:t>
            </a:r>
            <a:br>
              <a:rPr lang="en-US" dirty="0"/>
            </a:br>
            <a:r>
              <a:rPr lang="en-US" dirty="0"/>
              <a:t>Master title</a:t>
            </a:r>
            <a:br>
              <a:rPr lang="en-US" dirty="0"/>
            </a:br>
            <a:r>
              <a:rPr lang="en-US" dirty="0"/>
              <a:t>Master title</a:t>
            </a:r>
            <a:br>
              <a:rPr lang="en-US" dirty="0"/>
            </a:br>
            <a:r>
              <a:rPr lang="en-US" dirty="0"/>
              <a:t>Master title</a:t>
            </a:r>
          </a:p>
        </p:txBody>
      </p:sp>
      <p:sp>
        <p:nvSpPr>
          <p:cNvPr id="8" name="Picture Placeholder 26">
            <a:extLst>
              <a:ext uri="{FF2B5EF4-FFF2-40B4-BE49-F238E27FC236}">
                <a16:creationId xmlns:a16="http://schemas.microsoft.com/office/drawing/2014/main" id="{C0B4C216-E27C-7A50-CF5C-D340913FF5A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528308" y="604554"/>
            <a:ext cx="4085468" cy="5136084"/>
          </a:xfrm>
          <a:custGeom>
            <a:avLst/>
            <a:gdLst>
              <a:gd name="connsiteX0" fmla="*/ 2247899 w 4495799"/>
              <a:gd name="connsiteY0" fmla="*/ 0 h 5651934"/>
              <a:gd name="connsiteX1" fmla="*/ 4495799 w 4495799"/>
              <a:gd name="connsiteY1" fmla="*/ 2223551 h 5651934"/>
              <a:gd name="connsiteX2" fmla="*/ 4495799 w 4495799"/>
              <a:gd name="connsiteY2" fmla="*/ 5651934 h 5651934"/>
              <a:gd name="connsiteX3" fmla="*/ 0 w 4495799"/>
              <a:gd name="connsiteY3" fmla="*/ 5651934 h 5651934"/>
              <a:gd name="connsiteX4" fmla="*/ 0 w 4495799"/>
              <a:gd name="connsiteY4" fmla="*/ 2223531 h 5651934"/>
              <a:gd name="connsiteX5" fmla="*/ 11605 w 4495799"/>
              <a:gd name="connsiteY5" fmla="*/ 1996206 h 5651934"/>
              <a:gd name="connsiteX6" fmla="*/ 2247899 w 4495799"/>
              <a:gd name="connsiteY6" fmla="*/ 0 h 5651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95799" h="5651934">
                <a:moveTo>
                  <a:pt x="2247899" y="0"/>
                </a:moveTo>
                <a:cubicBezTo>
                  <a:pt x="3489380" y="0"/>
                  <a:pt x="4495799" y="995518"/>
                  <a:pt x="4495799" y="2223551"/>
                </a:cubicBezTo>
                <a:lnTo>
                  <a:pt x="4495799" y="5651934"/>
                </a:lnTo>
                <a:lnTo>
                  <a:pt x="0" y="5651934"/>
                </a:lnTo>
                <a:lnTo>
                  <a:pt x="0" y="2223531"/>
                </a:lnTo>
                <a:lnTo>
                  <a:pt x="11605" y="1996206"/>
                </a:lnTo>
                <a:cubicBezTo>
                  <a:pt x="126720" y="874967"/>
                  <a:pt x="1084011" y="0"/>
                  <a:pt x="2247899" y="0"/>
                </a:cubicBezTo>
                <a:close/>
              </a:path>
            </a:pathLst>
          </a:custGeom>
          <a:solidFill>
            <a:schemeClr val="tx2">
              <a:lumMod val="75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 sz="1400" b="0" i="0">
                <a:solidFill>
                  <a:schemeClr val="bg1"/>
                </a:solidFill>
                <a:latin typeface="Avenir Book" panose="02000503020000020003" pitchFamily="2" charset="0"/>
              </a:defRPr>
            </a:lvl1pPr>
          </a:lstStyle>
          <a:p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C4CF15-8EEB-3E61-A35B-A44FACDCD3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28308" y="5901989"/>
            <a:ext cx="4085468" cy="468087"/>
          </a:xfrm>
        </p:spPr>
        <p:txBody>
          <a:bodyPr lIns="0" tIns="0" rIns="0" bIns="0">
            <a:normAutofit/>
          </a:bodyPr>
          <a:lstStyle>
            <a:lvl1pPr marL="0" indent="0" algn="ctr">
              <a:buNone/>
              <a:defRPr sz="1800" b="0" i="0">
                <a:solidFill>
                  <a:schemeClr val="bg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497259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>
            <a:extLst>
              <a:ext uri="{FF2B5EF4-FFF2-40B4-BE49-F238E27FC236}">
                <a16:creationId xmlns:a16="http://schemas.microsoft.com/office/drawing/2014/main" id="{F986A58D-6106-E01B-0BDC-2F992AD25A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462" y="1399032"/>
            <a:ext cx="5486400" cy="676656"/>
          </a:xfrm>
        </p:spPr>
        <p:txBody>
          <a:bodyPr lIns="0" tIns="0" rIns="0" bIns="0" anchor="ctr"/>
          <a:lstStyle>
            <a:lvl1pPr>
              <a:defRPr sz="5500">
                <a:solidFill>
                  <a:schemeClr val="accent4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Text Placeholder 15">
            <a:extLst>
              <a:ext uri="{FF2B5EF4-FFF2-40B4-BE49-F238E27FC236}">
                <a16:creationId xmlns:a16="http://schemas.microsoft.com/office/drawing/2014/main" id="{CC404B5F-F158-CEF8-E5AF-9B7601510FA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428232" y="1481328"/>
            <a:ext cx="2227344" cy="677817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600" b="1" i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8" name="Text Placeholder 15">
            <a:extLst>
              <a:ext uri="{FF2B5EF4-FFF2-40B4-BE49-F238E27FC236}">
                <a16:creationId xmlns:a16="http://schemas.microsoft.com/office/drawing/2014/main" id="{25014DBD-FC37-6FBB-AEBA-C826652821F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428232" y="3941064"/>
            <a:ext cx="2227344" cy="677817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600" b="1" i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6" name="Text Placeholder 15">
            <a:extLst>
              <a:ext uri="{FF2B5EF4-FFF2-40B4-BE49-F238E27FC236}">
                <a16:creationId xmlns:a16="http://schemas.microsoft.com/office/drawing/2014/main" id="{F62835A7-C3E7-285E-CDF2-A44B022CFA1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326880" y="1481328"/>
            <a:ext cx="2227344" cy="677817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600" b="1" i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4" name="Text Placeholder 15">
            <a:extLst>
              <a:ext uri="{FF2B5EF4-FFF2-40B4-BE49-F238E27FC236}">
                <a16:creationId xmlns:a16="http://schemas.microsoft.com/office/drawing/2014/main" id="{EB251253-703B-546E-AB34-52E0AE4AA63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326880" y="3941064"/>
            <a:ext cx="2227344" cy="677817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600" b="1" i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1" name="Text Placeholder 18">
            <a:extLst>
              <a:ext uri="{FF2B5EF4-FFF2-40B4-BE49-F238E27FC236}">
                <a16:creationId xmlns:a16="http://schemas.microsoft.com/office/drawing/2014/main" id="{AAD5CDF0-03F4-067C-A930-F9EEE3F0E32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428232" y="2157984"/>
            <a:ext cx="2227344" cy="1645920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50000"/>
              </a:lnSpc>
              <a:buFont typeface="Arial" panose="020B0604020202020204" pitchFamily="34" charset="0"/>
              <a:buNone/>
              <a:defRPr sz="1200" b="0" i="0" spc="50" baseline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2" name="Text Placeholder 18">
            <a:extLst>
              <a:ext uri="{FF2B5EF4-FFF2-40B4-BE49-F238E27FC236}">
                <a16:creationId xmlns:a16="http://schemas.microsoft.com/office/drawing/2014/main" id="{1EA0E8C0-9652-ED9C-4CD9-6B72392D6DF2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428232" y="4626864"/>
            <a:ext cx="2227344" cy="1645920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50000"/>
              </a:lnSpc>
              <a:buFont typeface="Arial" panose="020B0604020202020204" pitchFamily="34" charset="0"/>
              <a:buNone/>
              <a:defRPr sz="1200" b="0" i="0" spc="50" baseline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3" name="Text Placeholder 18">
            <a:extLst>
              <a:ext uri="{FF2B5EF4-FFF2-40B4-BE49-F238E27FC236}">
                <a16:creationId xmlns:a16="http://schemas.microsoft.com/office/drawing/2014/main" id="{50155057-5F64-A44D-EBB6-913EC89187C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9326880" y="2157984"/>
            <a:ext cx="2227344" cy="1645920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50000"/>
              </a:lnSpc>
              <a:buFont typeface="Arial" panose="020B0604020202020204" pitchFamily="34" charset="0"/>
              <a:buNone/>
              <a:defRPr sz="1200" b="0" i="0" spc="50" baseline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0" name="Text Placeholder 18">
            <a:extLst>
              <a:ext uri="{FF2B5EF4-FFF2-40B4-BE49-F238E27FC236}">
                <a16:creationId xmlns:a16="http://schemas.microsoft.com/office/drawing/2014/main" id="{095532FA-0A0C-CF19-D640-F92609A7822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9326880" y="4626864"/>
            <a:ext cx="2227344" cy="1645920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50000"/>
              </a:lnSpc>
              <a:buFont typeface="Arial" panose="020B0604020202020204" pitchFamily="34" charset="0"/>
              <a:buNone/>
              <a:defRPr sz="1200" b="0" i="0" spc="50" baseline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8C560A5-5844-81D4-98B4-29211FD2EA12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DFB1A8-4CF1-35AB-0707-AEAF88714AC8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295C7AAE-A677-454A-8BDB-62A0650ACE9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092635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26">
            <a:extLst>
              <a:ext uri="{FF2B5EF4-FFF2-40B4-BE49-F238E27FC236}">
                <a16:creationId xmlns:a16="http://schemas.microsoft.com/office/drawing/2014/main" id="{6A67D644-32E7-08DE-4A04-59BC59DA67E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923536" y="697867"/>
            <a:ext cx="4344928" cy="5462266"/>
          </a:xfrm>
          <a:custGeom>
            <a:avLst/>
            <a:gdLst>
              <a:gd name="connsiteX0" fmla="*/ 2247899 w 4495799"/>
              <a:gd name="connsiteY0" fmla="*/ 0 h 5651934"/>
              <a:gd name="connsiteX1" fmla="*/ 4495799 w 4495799"/>
              <a:gd name="connsiteY1" fmla="*/ 2223551 h 5651934"/>
              <a:gd name="connsiteX2" fmla="*/ 4495799 w 4495799"/>
              <a:gd name="connsiteY2" fmla="*/ 5651934 h 5651934"/>
              <a:gd name="connsiteX3" fmla="*/ 0 w 4495799"/>
              <a:gd name="connsiteY3" fmla="*/ 5651934 h 5651934"/>
              <a:gd name="connsiteX4" fmla="*/ 0 w 4495799"/>
              <a:gd name="connsiteY4" fmla="*/ 2223531 h 5651934"/>
              <a:gd name="connsiteX5" fmla="*/ 11605 w 4495799"/>
              <a:gd name="connsiteY5" fmla="*/ 1996206 h 5651934"/>
              <a:gd name="connsiteX6" fmla="*/ 2247899 w 4495799"/>
              <a:gd name="connsiteY6" fmla="*/ 0 h 5651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95799" h="5651934">
                <a:moveTo>
                  <a:pt x="2247899" y="0"/>
                </a:moveTo>
                <a:cubicBezTo>
                  <a:pt x="3489380" y="0"/>
                  <a:pt x="4495799" y="995518"/>
                  <a:pt x="4495799" y="2223551"/>
                </a:cubicBezTo>
                <a:lnTo>
                  <a:pt x="4495799" y="5651934"/>
                </a:lnTo>
                <a:lnTo>
                  <a:pt x="0" y="5651934"/>
                </a:lnTo>
                <a:lnTo>
                  <a:pt x="0" y="2223531"/>
                </a:lnTo>
                <a:lnTo>
                  <a:pt x="11605" y="1996206"/>
                </a:lnTo>
                <a:cubicBezTo>
                  <a:pt x="126720" y="874967"/>
                  <a:pt x="1084011" y="0"/>
                  <a:pt x="2247899" y="0"/>
                </a:cubicBezTo>
                <a:close/>
              </a:path>
            </a:pathLst>
          </a:custGeom>
          <a:solidFill>
            <a:schemeClr val="accent3"/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 sz="1400" b="0" i="0"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736C06-E9E1-16BE-139D-B69DCBBD28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0"/>
            <a:ext cx="10515600" cy="1736204"/>
          </a:xfrm>
        </p:spPr>
        <p:txBody>
          <a:bodyPr anchor="ctr">
            <a:noAutofit/>
          </a:bodyPr>
          <a:lstStyle>
            <a:lvl1pPr algn="ctr">
              <a:defRPr sz="800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US" dirty="0"/>
              <a:t>Master 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21A91CD-FAA1-12A5-36FC-FB6877A5CFC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37235" y="5501848"/>
            <a:ext cx="10515600" cy="1356152"/>
          </a:xfrm>
        </p:spPr>
        <p:txBody>
          <a:bodyPr anchor="ctr">
            <a:noAutofit/>
          </a:bodyPr>
          <a:lstStyle>
            <a:lvl1pPr marL="0" indent="0" algn="ctr">
              <a:buNone/>
              <a:defRPr sz="8000" b="0" spc="500" baseline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US" dirty="0"/>
              <a:t>Master title</a:t>
            </a: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47059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610349A9-96E5-48EF-811D-326560B8C15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90572" y="1188358"/>
            <a:ext cx="5962964" cy="1335273"/>
          </a:xfrm>
        </p:spPr>
        <p:txBody>
          <a:bodyPr lIns="0" tIns="0" rIns="0" bIns="0" anchor="t">
            <a:noAutofit/>
          </a:bodyPr>
          <a:lstStyle>
            <a:lvl1pPr>
              <a:defRPr sz="5500">
                <a:solidFill>
                  <a:schemeClr val="accent4"/>
                </a:solidFill>
                <a:latin typeface="+mj-lt"/>
              </a:defRPr>
            </a:lvl1pPr>
          </a:lstStyle>
          <a:p>
            <a:r>
              <a:rPr lang="en-US" dirty="0"/>
              <a:t>Master title style</a:t>
            </a:r>
          </a:p>
        </p:txBody>
      </p:sp>
      <p:sp>
        <p:nvSpPr>
          <p:cNvPr id="15" name="Picture Placeholder 26">
            <a:extLst>
              <a:ext uri="{FF2B5EF4-FFF2-40B4-BE49-F238E27FC236}">
                <a16:creationId xmlns:a16="http://schemas.microsoft.com/office/drawing/2014/main" id="{E0689DF6-C6F5-534C-0D45-ED59D003128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38200" y="860958"/>
            <a:ext cx="4085468" cy="5136084"/>
          </a:xfrm>
          <a:custGeom>
            <a:avLst/>
            <a:gdLst>
              <a:gd name="connsiteX0" fmla="*/ 2247899 w 4495799"/>
              <a:gd name="connsiteY0" fmla="*/ 0 h 5651934"/>
              <a:gd name="connsiteX1" fmla="*/ 4495799 w 4495799"/>
              <a:gd name="connsiteY1" fmla="*/ 2223551 h 5651934"/>
              <a:gd name="connsiteX2" fmla="*/ 4495799 w 4495799"/>
              <a:gd name="connsiteY2" fmla="*/ 5651934 h 5651934"/>
              <a:gd name="connsiteX3" fmla="*/ 0 w 4495799"/>
              <a:gd name="connsiteY3" fmla="*/ 5651934 h 5651934"/>
              <a:gd name="connsiteX4" fmla="*/ 0 w 4495799"/>
              <a:gd name="connsiteY4" fmla="*/ 2223531 h 5651934"/>
              <a:gd name="connsiteX5" fmla="*/ 11605 w 4495799"/>
              <a:gd name="connsiteY5" fmla="*/ 1996206 h 5651934"/>
              <a:gd name="connsiteX6" fmla="*/ 2247899 w 4495799"/>
              <a:gd name="connsiteY6" fmla="*/ 0 h 5651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95799" h="5651934">
                <a:moveTo>
                  <a:pt x="2247899" y="0"/>
                </a:moveTo>
                <a:cubicBezTo>
                  <a:pt x="3489380" y="0"/>
                  <a:pt x="4495799" y="995518"/>
                  <a:pt x="4495799" y="2223551"/>
                </a:cubicBezTo>
                <a:lnTo>
                  <a:pt x="4495799" y="5651934"/>
                </a:lnTo>
                <a:lnTo>
                  <a:pt x="0" y="5651934"/>
                </a:lnTo>
                <a:lnTo>
                  <a:pt x="0" y="2223531"/>
                </a:lnTo>
                <a:lnTo>
                  <a:pt x="11605" y="1996206"/>
                </a:lnTo>
                <a:cubicBezTo>
                  <a:pt x="126720" y="874967"/>
                  <a:pt x="1084011" y="0"/>
                  <a:pt x="2247899" y="0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 sz="1400" b="0" i="0"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24" name="Text Placeholder 15">
            <a:extLst>
              <a:ext uri="{FF2B5EF4-FFF2-40B4-BE49-F238E27FC236}">
                <a16:creationId xmlns:a16="http://schemas.microsoft.com/office/drawing/2014/main" id="{EB251253-703B-546E-AB34-52E0AE4AA63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590571" y="3000733"/>
            <a:ext cx="5763227" cy="2996309"/>
          </a:xfrm>
        </p:spPr>
        <p:txBody>
          <a:bodyPr lIns="0" tIns="0" rIns="0" bIns="0"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600" b="1" i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marL="285750" marR="0" lvl="0" indent="-2857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Click to edit Master text styles</a:t>
            </a:r>
          </a:p>
          <a:p>
            <a:pPr marL="285750" marR="0" lvl="0" indent="-2857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Click to edit Master text styles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8C560A5-5844-81D4-98B4-29211FD2EA12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DFB1A8-4CF1-35AB-0707-AEAF88714AC8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295C7AAE-A677-454A-8BDB-62A0650ACE9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725099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736C06-E9E1-16BE-139D-B69DCBBD2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462" y="642551"/>
            <a:ext cx="10915076" cy="1192137"/>
          </a:xfrm>
        </p:spPr>
        <p:txBody>
          <a:bodyPr lIns="0" tIns="0" rIns="0" bIns="0" anchor="t"/>
          <a:lstStyle>
            <a:lvl1pPr algn="ctr">
              <a:defRPr sz="5500">
                <a:solidFill>
                  <a:schemeClr val="accent4"/>
                </a:solidFill>
              </a:defRPr>
            </a:lvl1pPr>
          </a:lstStyle>
          <a:p>
            <a:r>
              <a:rPr lang="en-US" dirty="0"/>
              <a:t>Click to edit Master</a:t>
            </a:r>
          </a:p>
        </p:txBody>
      </p:sp>
      <p:sp>
        <p:nvSpPr>
          <p:cNvPr id="15" name="Text Placeholder 15">
            <a:extLst>
              <a:ext uri="{FF2B5EF4-FFF2-40B4-BE49-F238E27FC236}">
                <a16:creationId xmlns:a16="http://schemas.microsoft.com/office/drawing/2014/main" id="{08E835A2-9A63-E732-F9E2-A4F4914B176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6455" y="1834688"/>
            <a:ext cx="5310927" cy="723085"/>
          </a:xfrm>
          <a:solidFill>
            <a:schemeClr val="accent4"/>
          </a:solidFill>
          <a:ln>
            <a:solidFill>
              <a:schemeClr val="accent4"/>
            </a:solidFill>
          </a:ln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2400" b="0" i="0" spc="50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Master text styles</a:t>
            </a:r>
          </a:p>
        </p:txBody>
      </p:sp>
      <p:sp>
        <p:nvSpPr>
          <p:cNvPr id="27" name="Text Placeholder 15">
            <a:extLst>
              <a:ext uri="{FF2B5EF4-FFF2-40B4-BE49-F238E27FC236}">
                <a16:creationId xmlns:a16="http://schemas.microsoft.com/office/drawing/2014/main" id="{7CA4D69F-DA63-104E-3FB3-1F2D82C3B599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6244466" y="1834688"/>
            <a:ext cx="5310927" cy="723085"/>
          </a:xfr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2400" b="0" i="0" spc="50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Master text styles</a:t>
            </a:r>
          </a:p>
        </p:txBody>
      </p:sp>
      <p:sp>
        <p:nvSpPr>
          <p:cNvPr id="8" name="Text Placeholder 15">
            <a:extLst>
              <a:ext uri="{FF2B5EF4-FFF2-40B4-BE49-F238E27FC236}">
                <a16:creationId xmlns:a16="http://schemas.microsoft.com/office/drawing/2014/main" id="{CC404B5F-F158-CEF8-E5AF-9B7601510FA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36455" y="2557773"/>
            <a:ext cx="1769072" cy="425705"/>
          </a:xfrm>
          <a:solidFill>
            <a:schemeClr val="accent4">
              <a:lumMod val="20000"/>
              <a:lumOff val="80000"/>
            </a:schemeClr>
          </a:solidFill>
          <a:ln>
            <a:solidFill>
              <a:schemeClr val="accent4"/>
            </a:solidFill>
          </a:ln>
        </p:spPr>
        <p:txBody>
          <a:bodyPr lIns="91440" tIns="91440" rIns="91440" bIns="91440" anchor="ctr">
            <a:noAutofit/>
          </a:bodyPr>
          <a:lstStyle>
            <a:lvl1pPr marL="0" indent="0" algn="ctr">
              <a:buNone/>
              <a:defRPr sz="1600" b="0" i="0">
                <a:solidFill>
                  <a:schemeClr val="accent4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Master text</a:t>
            </a:r>
          </a:p>
        </p:txBody>
      </p:sp>
      <p:sp>
        <p:nvSpPr>
          <p:cNvPr id="34" name="Text Placeholder 15">
            <a:extLst>
              <a:ext uri="{FF2B5EF4-FFF2-40B4-BE49-F238E27FC236}">
                <a16:creationId xmlns:a16="http://schemas.microsoft.com/office/drawing/2014/main" id="{CAC50623-C141-FF48-2679-AD0F48D51D1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405526" y="2557773"/>
            <a:ext cx="1772935" cy="425705"/>
          </a:xfrm>
          <a:solidFill>
            <a:schemeClr val="accent4">
              <a:lumMod val="20000"/>
              <a:lumOff val="80000"/>
            </a:schemeClr>
          </a:solidFill>
          <a:ln>
            <a:solidFill>
              <a:schemeClr val="accent4"/>
            </a:solidFill>
          </a:ln>
        </p:spPr>
        <p:txBody>
          <a:bodyPr lIns="91440" tIns="91440" rIns="91440" bIns="91440" anchor="ctr">
            <a:noAutofit/>
          </a:bodyPr>
          <a:lstStyle>
            <a:lvl1pPr marL="0" indent="0" algn="ctr">
              <a:buNone/>
              <a:defRPr sz="1600" b="0" i="0">
                <a:solidFill>
                  <a:schemeClr val="accent4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Master text</a:t>
            </a:r>
          </a:p>
        </p:txBody>
      </p:sp>
      <p:sp>
        <p:nvSpPr>
          <p:cNvPr id="35" name="Text Placeholder 15">
            <a:extLst>
              <a:ext uri="{FF2B5EF4-FFF2-40B4-BE49-F238E27FC236}">
                <a16:creationId xmlns:a16="http://schemas.microsoft.com/office/drawing/2014/main" id="{FAAA39D6-45B2-A7D3-5DC3-C2459FFFC14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178310" y="2557773"/>
            <a:ext cx="1769072" cy="425705"/>
          </a:xfrm>
          <a:solidFill>
            <a:schemeClr val="accent4">
              <a:lumMod val="20000"/>
              <a:lumOff val="80000"/>
            </a:schemeClr>
          </a:solidFill>
          <a:ln>
            <a:solidFill>
              <a:schemeClr val="accent4"/>
            </a:solidFill>
          </a:ln>
        </p:spPr>
        <p:txBody>
          <a:bodyPr lIns="91440" tIns="91440" rIns="91440" bIns="91440" anchor="ctr">
            <a:noAutofit/>
          </a:bodyPr>
          <a:lstStyle>
            <a:lvl1pPr marL="0" indent="0" algn="ctr">
              <a:buNone/>
              <a:defRPr sz="1600" b="0" i="0">
                <a:solidFill>
                  <a:schemeClr val="accent4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Master text</a:t>
            </a:r>
          </a:p>
        </p:txBody>
      </p:sp>
      <p:sp>
        <p:nvSpPr>
          <p:cNvPr id="26" name="Text Placeholder 15">
            <a:extLst>
              <a:ext uri="{FF2B5EF4-FFF2-40B4-BE49-F238E27FC236}">
                <a16:creationId xmlns:a16="http://schemas.microsoft.com/office/drawing/2014/main" id="{08456420-6A32-6316-DB13-BD852A1B7ECC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6244466" y="2557773"/>
            <a:ext cx="1769072" cy="425705"/>
          </a:xfrm>
          <a:solidFill>
            <a:schemeClr val="accent2"/>
          </a:solidFill>
          <a:ln>
            <a:solidFill>
              <a:schemeClr val="accent1"/>
            </a:solidFill>
          </a:ln>
        </p:spPr>
        <p:txBody>
          <a:bodyPr lIns="91440" tIns="91440" rIns="91440" bIns="91440" anchor="ctr">
            <a:noAutofit/>
          </a:bodyPr>
          <a:lstStyle>
            <a:lvl1pPr marL="0" indent="0" algn="ctr">
              <a:buNone/>
              <a:defRPr sz="1600" b="0" i="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Master text</a:t>
            </a:r>
          </a:p>
        </p:txBody>
      </p:sp>
      <p:sp>
        <p:nvSpPr>
          <p:cNvPr id="28" name="Text Placeholder 15">
            <a:extLst>
              <a:ext uri="{FF2B5EF4-FFF2-40B4-BE49-F238E27FC236}">
                <a16:creationId xmlns:a16="http://schemas.microsoft.com/office/drawing/2014/main" id="{4006011E-82D1-0E59-8663-132BB94A82AD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8013537" y="2557773"/>
            <a:ext cx="1772935" cy="425705"/>
          </a:xfrm>
          <a:solidFill>
            <a:schemeClr val="accent2"/>
          </a:solidFill>
          <a:ln>
            <a:solidFill>
              <a:schemeClr val="accent1"/>
            </a:solidFill>
          </a:ln>
        </p:spPr>
        <p:txBody>
          <a:bodyPr lIns="91440" tIns="91440" rIns="91440" bIns="91440" anchor="ctr">
            <a:noAutofit/>
          </a:bodyPr>
          <a:lstStyle>
            <a:lvl1pPr marL="0" indent="0" algn="ctr">
              <a:buNone/>
              <a:defRPr sz="1600" b="0" i="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Master text</a:t>
            </a:r>
          </a:p>
        </p:txBody>
      </p:sp>
      <p:sp>
        <p:nvSpPr>
          <p:cNvPr id="29" name="Text Placeholder 15">
            <a:extLst>
              <a:ext uri="{FF2B5EF4-FFF2-40B4-BE49-F238E27FC236}">
                <a16:creationId xmlns:a16="http://schemas.microsoft.com/office/drawing/2014/main" id="{979E2337-5EFF-E5EE-D81F-00E835015F4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786321" y="2557773"/>
            <a:ext cx="1769072" cy="425705"/>
          </a:xfrm>
          <a:solidFill>
            <a:schemeClr val="accent2"/>
          </a:solidFill>
          <a:ln>
            <a:solidFill>
              <a:schemeClr val="accent1"/>
            </a:solidFill>
          </a:ln>
        </p:spPr>
        <p:txBody>
          <a:bodyPr lIns="91440" tIns="91440" rIns="91440" bIns="91440" anchor="ctr">
            <a:noAutofit/>
          </a:bodyPr>
          <a:lstStyle>
            <a:lvl1pPr marL="0" indent="0" algn="ctr">
              <a:buNone/>
              <a:defRPr sz="1600" b="0" i="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Master text</a:t>
            </a:r>
          </a:p>
        </p:txBody>
      </p:sp>
      <p:sp>
        <p:nvSpPr>
          <p:cNvPr id="20" name="Text Placeholder 18">
            <a:extLst>
              <a:ext uri="{FF2B5EF4-FFF2-40B4-BE49-F238E27FC236}">
                <a16:creationId xmlns:a16="http://schemas.microsoft.com/office/drawing/2014/main" id="{BAB66CF5-0D1B-FF68-BB2E-8A5D28F0BC56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636455" y="2983478"/>
            <a:ext cx="1769071" cy="2707233"/>
          </a:xfrm>
          <a:ln>
            <a:solidFill>
              <a:schemeClr val="accent4"/>
            </a:solidFill>
          </a:ln>
        </p:spPr>
        <p:txBody>
          <a:bodyPr lIns="182880" tIns="182880" rIns="182880" bIns="182880">
            <a:noAutofit/>
          </a:bodyPr>
          <a:lstStyle>
            <a:lvl1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defRPr sz="1200" b="0" i="0" spc="50" baseline="0">
                <a:solidFill>
                  <a:schemeClr val="accent4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1" name="Text Placeholder 18">
            <a:extLst>
              <a:ext uri="{FF2B5EF4-FFF2-40B4-BE49-F238E27FC236}">
                <a16:creationId xmlns:a16="http://schemas.microsoft.com/office/drawing/2014/main" id="{52E7EFCE-36D7-CF86-2FEF-E3734FE9950E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2405295" y="2983478"/>
            <a:ext cx="1772935" cy="2707233"/>
          </a:xfrm>
          <a:ln>
            <a:solidFill>
              <a:schemeClr val="accent4"/>
            </a:solidFill>
          </a:ln>
        </p:spPr>
        <p:txBody>
          <a:bodyPr lIns="182880" tIns="182880" rIns="182880" bIns="182880">
            <a:noAutofit/>
          </a:bodyPr>
          <a:lstStyle>
            <a:lvl1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defRPr sz="1200" b="0" i="0" spc="50" baseline="0">
                <a:solidFill>
                  <a:schemeClr val="accent4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2" name="Text Placeholder 18">
            <a:extLst>
              <a:ext uri="{FF2B5EF4-FFF2-40B4-BE49-F238E27FC236}">
                <a16:creationId xmlns:a16="http://schemas.microsoft.com/office/drawing/2014/main" id="{6E1DCC08-6799-A1AC-28C2-A872BAF1E55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4178463" y="2983478"/>
            <a:ext cx="1768919" cy="2707233"/>
          </a:xfrm>
          <a:ln>
            <a:solidFill>
              <a:schemeClr val="accent4"/>
            </a:solidFill>
          </a:ln>
        </p:spPr>
        <p:txBody>
          <a:bodyPr lIns="182880" tIns="182880" rIns="182880" bIns="182880">
            <a:noAutofit/>
          </a:bodyPr>
          <a:lstStyle>
            <a:lvl1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defRPr sz="1200" b="0" i="0" spc="50" baseline="0">
                <a:solidFill>
                  <a:schemeClr val="accent4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0" name="Text Placeholder 18">
            <a:extLst>
              <a:ext uri="{FF2B5EF4-FFF2-40B4-BE49-F238E27FC236}">
                <a16:creationId xmlns:a16="http://schemas.microsoft.com/office/drawing/2014/main" id="{CE1BF705-AAB1-D537-2C0D-A795D1D4D176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6244466" y="2983478"/>
            <a:ext cx="1769071" cy="2707233"/>
          </a:xfrm>
          <a:ln>
            <a:solidFill>
              <a:schemeClr val="accent1"/>
            </a:solidFill>
          </a:ln>
        </p:spPr>
        <p:txBody>
          <a:bodyPr lIns="182880" tIns="182880" rIns="182880" bIns="182880">
            <a:noAutofit/>
          </a:bodyPr>
          <a:lstStyle>
            <a:lvl1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defRPr sz="1200" b="0" i="0" spc="50" baseline="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1" name="Text Placeholder 18">
            <a:extLst>
              <a:ext uri="{FF2B5EF4-FFF2-40B4-BE49-F238E27FC236}">
                <a16:creationId xmlns:a16="http://schemas.microsoft.com/office/drawing/2014/main" id="{5F504EFC-46D9-97D5-DA53-4D8EB52D1340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8013306" y="2983478"/>
            <a:ext cx="1772935" cy="2707233"/>
          </a:xfrm>
          <a:ln>
            <a:solidFill>
              <a:schemeClr val="accent1"/>
            </a:solidFill>
          </a:ln>
        </p:spPr>
        <p:txBody>
          <a:bodyPr lIns="182880" tIns="182880" rIns="182880" bIns="182880">
            <a:noAutofit/>
          </a:bodyPr>
          <a:lstStyle>
            <a:lvl1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defRPr sz="1200" b="0" i="0" spc="50" baseline="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2" name="Text Placeholder 18">
            <a:extLst>
              <a:ext uri="{FF2B5EF4-FFF2-40B4-BE49-F238E27FC236}">
                <a16:creationId xmlns:a16="http://schemas.microsoft.com/office/drawing/2014/main" id="{C1231552-C2DF-2460-9DCB-33B1379D7509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9786474" y="2983478"/>
            <a:ext cx="1768919" cy="2707233"/>
          </a:xfrm>
          <a:ln>
            <a:solidFill>
              <a:schemeClr val="accent1"/>
            </a:solidFill>
          </a:ln>
        </p:spPr>
        <p:txBody>
          <a:bodyPr lIns="182880" tIns="182880" rIns="182880" bIns="182880">
            <a:noAutofit/>
          </a:bodyPr>
          <a:lstStyle>
            <a:lvl1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defRPr sz="1200" b="0" i="0" spc="50" baseline="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8C560A5-5844-81D4-98B4-29211FD2EA12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DFB1A8-4CF1-35AB-0707-AEAF88714AC8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295C7AAE-A677-454A-8BDB-62A0650ACE9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19661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and Content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736C06-E9E1-16BE-139D-B69DCBBD2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462" y="642551"/>
            <a:ext cx="10915076" cy="1553680"/>
          </a:xfrm>
        </p:spPr>
        <p:txBody>
          <a:bodyPr lIns="0" tIns="0" rIns="0" bIns="0" anchor="t"/>
          <a:lstStyle>
            <a:lvl1pPr algn="ctr">
              <a:defRPr sz="5500">
                <a:solidFill>
                  <a:schemeClr val="accent4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87B17915-F2EE-16C0-9704-09115209610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12064" y="1655064"/>
            <a:ext cx="11164824" cy="4599432"/>
          </a:xfrm>
        </p:spPr>
        <p:txBody>
          <a:bodyPr>
            <a:noAutofit/>
          </a:bodyPr>
          <a:lstStyle>
            <a:lvl1pPr>
              <a:defRPr sz="3200"/>
            </a:lvl1pPr>
            <a:lvl2pPr marL="457200" indent="0" algn="l">
              <a:buNone/>
              <a:defRPr sz="14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1"/>
            <a:r>
              <a:rPr lang="en-US" dirty="0"/>
              <a:t>Smart Graphic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8C560A5-5844-81D4-98B4-29211FD2EA12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DFB1A8-4CF1-35AB-0707-AEAF88714AC8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295C7AAE-A677-454A-8BDB-62A0650ACE9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82622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and Content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736C06-E9E1-16BE-139D-B69DCBBD2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462" y="642551"/>
            <a:ext cx="10915076" cy="1553680"/>
          </a:xfrm>
        </p:spPr>
        <p:txBody>
          <a:bodyPr lIns="0" tIns="0" rIns="0" bIns="0" anchor="t"/>
          <a:lstStyle>
            <a:lvl1pPr algn="ctr">
              <a:defRPr sz="5500">
                <a:solidFill>
                  <a:schemeClr val="accent4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9" name="Text Placeholder 7">
            <a:extLst>
              <a:ext uri="{FF2B5EF4-FFF2-40B4-BE49-F238E27FC236}">
                <a16:creationId xmlns:a16="http://schemas.microsoft.com/office/drawing/2014/main" id="{2A29FDC8-4969-6E0E-767C-B89B08D3D23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22336" y="2195513"/>
            <a:ext cx="1743075" cy="3884612"/>
          </a:xfrm>
          <a:noFill/>
        </p:spPr>
        <p:txBody>
          <a:bodyPr vert="horz" lIns="91440" tIns="45720" rIns="91440" bIns="45720" rtlCol="0" anchor="t">
            <a:noAutofit/>
          </a:bodyPr>
          <a:lstStyle>
            <a:lvl1pPr marL="0" indent="0">
              <a:buNone/>
              <a:defRPr lang="en-US" sz="30000" b="0" spc="500" dirty="0">
                <a:ln>
                  <a:noFill/>
                </a:ln>
                <a:solidFill>
                  <a:srgbClr val="C16548">
                    <a:alpha val="10000"/>
                  </a:srgb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914400" lvl="0" indent="-1143000">
              <a:spcBef>
                <a:spcPct val="0"/>
              </a:spcBef>
            </a:pPr>
            <a:r>
              <a:rPr lang="en-US" dirty="0"/>
              <a:t>0</a:t>
            </a:r>
          </a:p>
        </p:txBody>
      </p:sp>
      <p:sp>
        <p:nvSpPr>
          <p:cNvPr id="7" name="Text Placeholder 18">
            <a:extLst>
              <a:ext uri="{FF2B5EF4-FFF2-40B4-BE49-F238E27FC236}">
                <a16:creationId xmlns:a16="http://schemas.microsoft.com/office/drawing/2014/main" id="{894B01F3-B2C5-4835-6EF9-A40EB060128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555389" y="2703910"/>
            <a:ext cx="1743062" cy="2503346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50000"/>
              </a:lnSpc>
              <a:buFont typeface="Arial" panose="020B0604020202020204" pitchFamily="34" charset="0"/>
              <a:buNone/>
              <a:defRPr sz="1200" b="0" i="0" spc="50" baseline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49CE4F9C-B2A8-323E-0B57-0B8FD348FA1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820511" y="2196231"/>
            <a:ext cx="1743075" cy="3884612"/>
          </a:xfrm>
          <a:noFill/>
        </p:spPr>
        <p:txBody>
          <a:bodyPr vert="horz" lIns="91440" tIns="45720" rIns="91440" bIns="45720" rtlCol="0" anchor="t">
            <a:noAutofit/>
          </a:bodyPr>
          <a:lstStyle>
            <a:lvl1pPr marL="0" indent="0">
              <a:buNone/>
              <a:defRPr lang="en-US" sz="30000" b="0" spc="500" dirty="0">
                <a:ln>
                  <a:noFill/>
                </a:ln>
                <a:solidFill>
                  <a:srgbClr val="C16548">
                    <a:alpha val="10000"/>
                  </a:srgb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914400" lvl="0" indent="-1143000">
              <a:spcBef>
                <a:spcPct val="0"/>
              </a:spcBef>
            </a:pPr>
            <a:r>
              <a:rPr lang="en-US" dirty="0"/>
              <a:t>0</a:t>
            </a:r>
          </a:p>
        </p:txBody>
      </p:sp>
      <p:sp>
        <p:nvSpPr>
          <p:cNvPr id="13" name="Text Placeholder 18">
            <a:extLst>
              <a:ext uri="{FF2B5EF4-FFF2-40B4-BE49-F238E27FC236}">
                <a16:creationId xmlns:a16="http://schemas.microsoft.com/office/drawing/2014/main" id="{E9B260B4-D1BC-635B-D388-0E1A9CF2C18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830848" y="2703910"/>
            <a:ext cx="1743062" cy="2503346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50000"/>
              </a:lnSpc>
              <a:buFont typeface="Arial" panose="020B0604020202020204" pitchFamily="34" charset="0"/>
              <a:buNone/>
              <a:defRPr sz="1200" b="0" i="0" spc="50" baseline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1" name="Text Placeholder 7">
            <a:extLst>
              <a:ext uri="{FF2B5EF4-FFF2-40B4-BE49-F238E27FC236}">
                <a16:creationId xmlns:a16="http://schemas.microsoft.com/office/drawing/2014/main" id="{6470C7D3-57C4-0583-E642-C6AB3565F67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732902" y="2196231"/>
            <a:ext cx="1743075" cy="3884612"/>
          </a:xfrm>
          <a:noFill/>
        </p:spPr>
        <p:txBody>
          <a:bodyPr vert="horz" lIns="91440" tIns="45720" rIns="91440" bIns="45720" rtlCol="0" anchor="t">
            <a:noAutofit/>
          </a:bodyPr>
          <a:lstStyle>
            <a:lvl1pPr marL="0" indent="0">
              <a:buNone/>
              <a:defRPr lang="en-US" sz="30000" b="0" spc="500" dirty="0">
                <a:ln>
                  <a:noFill/>
                </a:ln>
                <a:solidFill>
                  <a:srgbClr val="C16548">
                    <a:alpha val="10000"/>
                  </a:srgb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914400" lvl="0" indent="-1143000">
              <a:spcBef>
                <a:spcPct val="0"/>
              </a:spcBef>
            </a:pPr>
            <a:r>
              <a:rPr lang="en-US" dirty="0"/>
              <a:t>0</a:t>
            </a:r>
          </a:p>
        </p:txBody>
      </p:sp>
      <p:sp>
        <p:nvSpPr>
          <p:cNvPr id="15" name="Text Placeholder 18">
            <a:extLst>
              <a:ext uri="{FF2B5EF4-FFF2-40B4-BE49-F238E27FC236}">
                <a16:creationId xmlns:a16="http://schemas.microsoft.com/office/drawing/2014/main" id="{6978037E-3163-1C71-E997-16A7D05981D2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9810474" y="2703910"/>
            <a:ext cx="1743062" cy="2503346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50000"/>
              </a:lnSpc>
              <a:buFont typeface="Arial" panose="020B0604020202020204" pitchFamily="34" charset="0"/>
              <a:buNone/>
              <a:defRPr sz="1200" b="0" i="0" spc="50" baseline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8C560A5-5844-81D4-98B4-29211FD2EA12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DFB1A8-4CF1-35AB-0707-AEAF88714AC8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295C7AAE-A677-454A-8BDB-62A0650ACE9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68568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 Placeholder 3">
            <a:extLst>
              <a:ext uri="{FF2B5EF4-FFF2-40B4-BE49-F238E27FC236}">
                <a16:creationId xmlns:a16="http://schemas.microsoft.com/office/drawing/2014/main" id="{575FF4D9-84C9-19DB-9830-B3FFCD6F52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0" y="-621792"/>
            <a:ext cx="12192000" cy="7825231"/>
          </a:xfrm>
        </p:spPr>
        <p:txBody>
          <a:bodyPr lIns="0" tIns="0" rIns="0" bIns="0">
            <a:noAutofit/>
          </a:bodyPr>
          <a:lstStyle>
            <a:lvl1pPr marL="0" indent="0" algn="ctr">
              <a:spcBef>
                <a:spcPts val="0"/>
              </a:spcBef>
              <a:buNone/>
              <a:defRPr sz="8500" b="0" spc="1000" baseline="0">
                <a:solidFill>
                  <a:schemeClr val="bg1">
                    <a:alpha val="10000"/>
                  </a:schemeClr>
                </a:solidFill>
                <a:latin typeface="+mj-lt"/>
              </a:defRPr>
            </a:lvl1pPr>
            <a:lvl2pPr marL="457200" indent="0">
              <a:buNone/>
              <a:defRPr>
                <a:latin typeface="Felix Titling" pitchFamily="82" charset="77"/>
              </a:defRPr>
            </a:lvl2pPr>
            <a:lvl3pPr marL="914400" indent="0">
              <a:buNone/>
              <a:defRPr>
                <a:latin typeface="Felix Titling" pitchFamily="82" charset="77"/>
              </a:defRPr>
            </a:lvl3pPr>
            <a:lvl4pPr marL="1371600" indent="0">
              <a:buNone/>
              <a:defRPr>
                <a:latin typeface="Felix Titling" pitchFamily="82" charset="77"/>
              </a:defRPr>
            </a:lvl4pPr>
            <a:lvl5pPr marL="1828800" indent="0">
              <a:buNone/>
              <a:defRPr>
                <a:latin typeface="Felix Titling" pitchFamily="82" charset="77"/>
              </a:defRPr>
            </a:lvl5pPr>
          </a:lstStyle>
          <a:p>
            <a:pPr lvl="0"/>
            <a:r>
              <a:rPr lang="en-US" dirty="0"/>
              <a:t>Master title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878CB881-B4B6-F9E5-06B7-B87D6D53003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431067" y="-2"/>
            <a:ext cx="5329866" cy="6858002"/>
          </a:xfrm>
          <a:custGeom>
            <a:avLst/>
            <a:gdLst>
              <a:gd name="connsiteX0" fmla="*/ 1468671 w 5329866"/>
              <a:gd name="connsiteY0" fmla="*/ 0 h 6858002"/>
              <a:gd name="connsiteX1" fmla="*/ 3861196 w 5329866"/>
              <a:gd name="connsiteY1" fmla="*/ 0 h 6858002"/>
              <a:gd name="connsiteX2" fmla="*/ 3935199 w 5329866"/>
              <a:gd name="connsiteY2" fmla="*/ 35649 h 6858002"/>
              <a:gd name="connsiteX3" fmla="*/ 5329866 w 5329866"/>
              <a:gd name="connsiteY3" fmla="*/ 2378940 h 6858002"/>
              <a:gd name="connsiteX4" fmla="*/ 5326197 w 5329866"/>
              <a:gd name="connsiteY4" fmla="*/ 2451598 h 6858002"/>
              <a:gd name="connsiteX5" fmla="*/ 5329866 w 5329866"/>
              <a:gd name="connsiteY5" fmla="*/ 2451598 h 6858002"/>
              <a:gd name="connsiteX6" fmla="*/ 5329866 w 5329866"/>
              <a:gd name="connsiteY6" fmla="*/ 4479063 h 6858002"/>
              <a:gd name="connsiteX7" fmla="*/ 5329866 w 5329866"/>
              <a:gd name="connsiteY7" fmla="*/ 4613615 h 6858002"/>
              <a:gd name="connsiteX8" fmla="*/ 5323072 w 5329866"/>
              <a:gd name="connsiteY8" fmla="*/ 4613615 h 6858002"/>
              <a:gd name="connsiteX9" fmla="*/ 5316108 w 5329866"/>
              <a:gd name="connsiteY9" fmla="*/ 4751537 h 6858002"/>
              <a:gd name="connsiteX10" fmla="*/ 4074162 w 5329866"/>
              <a:gd name="connsiteY10" fmla="*/ 6741332 h 6858002"/>
              <a:gd name="connsiteX11" fmla="*/ 3866899 w 5329866"/>
              <a:gd name="connsiteY11" fmla="*/ 6858002 h 6858002"/>
              <a:gd name="connsiteX12" fmla="*/ 1462968 w 5329866"/>
              <a:gd name="connsiteY12" fmla="*/ 6858002 h 6858002"/>
              <a:gd name="connsiteX13" fmla="*/ 1255705 w 5329866"/>
              <a:gd name="connsiteY13" fmla="*/ 6741332 h 6858002"/>
              <a:gd name="connsiteX14" fmla="*/ 13759 w 5329866"/>
              <a:gd name="connsiteY14" fmla="*/ 4751537 h 6858002"/>
              <a:gd name="connsiteX15" fmla="*/ 6794 w 5329866"/>
              <a:gd name="connsiteY15" fmla="*/ 4613615 h 6858002"/>
              <a:gd name="connsiteX16" fmla="*/ 2 w 5329866"/>
              <a:gd name="connsiteY16" fmla="*/ 4613615 h 6858002"/>
              <a:gd name="connsiteX17" fmla="*/ 2 w 5329866"/>
              <a:gd name="connsiteY17" fmla="*/ 4479105 h 6858002"/>
              <a:gd name="connsiteX18" fmla="*/ 0 w 5329866"/>
              <a:gd name="connsiteY18" fmla="*/ 4479063 h 6858002"/>
              <a:gd name="connsiteX19" fmla="*/ 2 w 5329866"/>
              <a:gd name="connsiteY19" fmla="*/ 4479021 h 6858002"/>
              <a:gd name="connsiteX20" fmla="*/ 2 w 5329866"/>
              <a:gd name="connsiteY20" fmla="*/ 2451598 h 6858002"/>
              <a:gd name="connsiteX21" fmla="*/ 3670 w 5329866"/>
              <a:gd name="connsiteY21" fmla="*/ 2451598 h 6858002"/>
              <a:gd name="connsiteX22" fmla="*/ 0 w 5329866"/>
              <a:gd name="connsiteY22" fmla="*/ 2378940 h 6858002"/>
              <a:gd name="connsiteX23" fmla="*/ 1394668 w 5329866"/>
              <a:gd name="connsiteY23" fmla="*/ 35649 h 6858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5329866" h="6858002">
                <a:moveTo>
                  <a:pt x="1468671" y="0"/>
                </a:moveTo>
                <a:lnTo>
                  <a:pt x="3861196" y="0"/>
                </a:lnTo>
                <a:lnTo>
                  <a:pt x="3935199" y="35649"/>
                </a:lnTo>
                <a:cubicBezTo>
                  <a:pt x="4765925" y="486927"/>
                  <a:pt x="5329866" y="1367076"/>
                  <a:pt x="5329866" y="2378940"/>
                </a:cubicBezTo>
                <a:lnTo>
                  <a:pt x="5326197" y="2451598"/>
                </a:lnTo>
                <a:lnTo>
                  <a:pt x="5329866" y="2451598"/>
                </a:lnTo>
                <a:lnTo>
                  <a:pt x="5329866" y="4479063"/>
                </a:lnTo>
                <a:lnTo>
                  <a:pt x="5329866" y="4613615"/>
                </a:lnTo>
                <a:lnTo>
                  <a:pt x="5323072" y="4613615"/>
                </a:lnTo>
                <a:lnTo>
                  <a:pt x="5316108" y="4751537"/>
                </a:lnTo>
                <a:cubicBezTo>
                  <a:pt x="5230813" y="5591419"/>
                  <a:pt x="4755512" y="6316003"/>
                  <a:pt x="4074162" y="6741332"/>
                </a:cubicBezTo>
                <a:lnTo>
                  <a:pt x="3866899" y="6858002"/>
                </a:lnTo>
                <a:lnTo>
                  <a:pt x="1462968" y="6858002"/>
                </a:lnTo>
                <a:lnTo>
                  <a:pt x="1255705" y="6741332"/>
                </a:lnTo>
                <a:cubicBezTo>
                  <a:pt x="574355" y="6316003"/>
                  <a:pt x="99054" y="5591419"/>
                  <a:pt x="13759" y="4751537"/>
                </a:cubicBezTo>
                <a:lnTo>
                  <a:pt x="6794" y="4613615"/>
                </a:lnTo>
                <a:lnTo>
                  <a:pt x="2" y="4613615"/>
                </a:lnTo>
                <a:lnTo>
                  <a:pt x="2" y="4479105"/>
                </a:lnTo>
                <a:lnTo>
                  <a:pt x="0" y="4479063"/>
                </a:lnTo>
                <a:lnTo>
                  <a:pt x="2" y="4479021"/>
                </a:lnTo>
                <a:lnTo>
                  <a:pt x="2" y="2451598"/>
                </a:lnTo>
                <a:lnTo>
                  <a:pt x="3670" y="2451598"/>
                </a:lnTo>
                <a:lnTo>
                  <a:pt x="0" y="2378940"/>
                </a:lnTo>
                <a:cubicBezTo>
                  <a:pt x="0" y="1367076"/>
                  <a:pt x="563941" y="486927"/>
                  <a:pt x="1394668" y="35649"/>
                </a:cubicBezTo>
                <a:close/>
              </a:path>
            </a:pathLst>
          </a:custGeom>
          <a:solidFill>
            <a:schemeClr val="accent4">
              <a:lumMod val="60000"/>
              <a:lumOff val="40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 sz="1400" b="0" i="0"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14" name="Title 2">
            <a:extLst>
              <a:ext uri="{FF2B5EF4-FFF2-40B4-BE49-F238E27FC236}">
                <a16:creationId xmlns:a16="http://schemas.microsoft.com/office/drawing/2014/main" id="{B731088F-47E0-33BA-856D-6E68D4A69AC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" y="4054639"/>
            <a:ext cx="12192000" cy="996696"/>
          </a:xfrm>
        </p:spPr>
        <p:txBody>
          <a:bodyPr vert="horz" lIns="0" tIns="0" rIns="0" bIns="0" rtlCol="0" anchor="t">
            <a:noAutofit/>
          </a:bodyPr>
          <a:lstStyle>
            <a:lvl1pPr algn="ctr">
              <a:defRPr lang="en-US" sz="8500" b="0" i="0" spc="1000" dirty="0">
                <a:solidFill>
                  <a:schemeClr val="bg1"/>
                </a:solidFill>
                <a:ea typeface="+mn-ea"/>
                <a:cs typeface="+mn-cs"/>
              </a:defRPr>
            </a:lvl1pPr>
          </a:lstStyle>
          <a:p>
            <a:pPr marL="0" lvl="0" indent="0" algn="ctr">
              <a:spcBef>
                <a:spcPts val="1000"/>
              </a:spcBef>
              <a:buFont typeface="Arial" panose="020B0604020202020204" pitchFamily="34" charset="0"/>
            </a:pPr>
            <a:r>
              <a:rPr lang="en-US" dirty="0"/>
              <a:t>Master Title</a:t>
            </a:r>
          </a:p>
        </p:txBody>
      </p:sp>
    </p:spTree>
    <p:extLst>
      <p:ext uri="{BB962C8B-B14F-4D97-AF65-F5344CB8AC3E}">
        <p14:creationId xmlns:p14="http://schemas.microsoft.com/office/powerpoint/2010/main" val="109074740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Title and Content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736C06-E9E1-16BE-139D-B69DCBBD28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90572" y="1188358"/>
            <a:ext cx="6099858" cy="1335273"/>
          </a:xfrm>
        </p:spPr>
        <p:txBody>
          <a:bodyPr lIns="0" tIns="0" rIns="0" bIns="0" anchor="t">
            <a:noAutofit/>
          </a:bodyPr>
          <a:lstStyle>
            <a:lvl1pPr>
              <a:defRPr sz="5500">
                <a:solidFill>
                  <a:schemeClr val="accent4"/>
                </a:solidFill>
                <a:latin typeface="+mj-lt"/>
              </a:defRPr>
            </a:lvl1pPr>
          </a:lstStyle>
          <a:p>
            <a:r>
              <a:rPr lang="en-US" dirty="0"/>
              <a:t>Master title style</a:t>
            </a:r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67897E40-8096-E77D-E61A-A0AAC64EA41C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38481" y="581371"/>
            <a:ext cx="3884344" cy="5415673"/>
          </a:xfrm>
          <a:custGeom>
            <a:avLst/>
            <a:gdLst>
              <a:gd name="connsiteX0" fmla="*/ 1942453 w 3884344"/>
              <a:gd name="connsiteY0" fmla="*/ 0 h 5415673"/>
              <a:gd name="connsiteX1" fmla="*/ 3874878 w 3884344"/>
              <a:gd name="connsiteY1" fmla="*/ 1743849 h 5415673"/>
              <a:gd name="connsiteX2" fmla="*/ 3884344 w 3884344"/>
              <a:gd name="connsiteY2" fmla="*/ 1931324 h 5415673"/>
              <a:gd name="connsiteX3" fmla="*/ 3884344 w 3884344"/>
              <a:gd name="connsiteY3" fmla="*/ 1953581 h 5415673"/>
              <a:gd name="connsiteX4" fmla="*/ 3882232 w 3884344"/>
              <a:gd name="connsiteY4" fmla="*/ 1995413 h 5415673"/>
              <a:gd name="connsiteX5" fmla="*/ 3884344 w 3884344"/>
              <a:gd name="connsiteY5" fmla="*/ 1995413 h 5415673"/>
              <a:gd name="connsiteX6" fmla="*/ 3884344 w 3884344"/>
              <a:gd name="connsiteY6" fmla="*/ 3571294 h 5415673"/>
              <a:gd name="connsiteX7" fmla="*/ 3879954 w 3884344"/>
              <a:gd name="connsiteY7" fmla="*/ 3571294 h 5415673"/>
              <a:gd name="connsiteX8" fmla="*/ 3874878 w 3884344"/>
              <a:gd name="connsiteY8" fmla="*/ 3671825 h 5415673"/>
              <a:gd name="connsiteX9" fmla="*/ 1942453 w 3884344"/>
              <a:gd name="connsiteY9" fmla="*/ 5415673 h 5415673"/>
              <a:gd name="connsiteX10" fmla="*/ 10029 w 3884344"/>
              <a:gd name="connsiteY10" fmla="*/ 3671825 h 5415673"/>
              <a:gd name="connsiteX11" fmla="*/ 4952 w 3884344"/>
              <a:gd name="connsiteY11" fmla="*/ 3571294 h 5415673"/>
              <a:gd name="connsiteX12" fmla="*/ 2 w 3884344"/>
              <a:gd name="connsiteY12" fmla="*/ 3571294 h 5415673"/>
              <a:gd name="connsiteX13" fmla="*/ 2 w 3884344"/>
              <a:gd name="connsiteY13" fmla="*/ 3473251 h 5415673"/>
              <a:gd name="connsiteX14" fmla="*/ 0 w 3884344"/>
              <a:gd name="connsiteY14" fmla="*/ 3473220 h 5415673"/>
              <a:gd name="connsiteX15" fmla="*/ 2 w 3884344"/>
              <a:gd name="connsiteY15" fmla="*/ 3473189 h 5415673"/>
              <a:gd name="connsiteX16" fmla="*/ 2 w 3884344"/>
              <a:gd name="connsiteY16" fmla="*/ 1995413 h 5415673"/>
              <a:gd name="connsiteX17" fmla="*/ 2675 w 3884344"/>
              <a:gd name="connsiteY17" fmla="*/ 1995413 h 5415673"/>
              <a:gd name="connsiteX18" fmla="*/ 0 w 3884344"/>
              <a:gd name="connsiteY18" fmla="*/ 1942453 h 5415673"/>
              <a:gd name="connsiteX19" fmla="*/ 1942453 w 3884344"/>
              <a:gd name="connsiteY19" fmla="*/ 0 h 54156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3884344" h="5415673">
                <a:moveTo>
                  <a:pt x="1942453" y="0"/>
                </a:moveTo>
                <a:cubicBezTo>
                  <a:pt x="2948191" y="0"/>
                  <a:pt x="3775405" y="764355"/>
                  <a:pt x="3874878" y="1743849"/>
                </a:cubicBezTo>
                <a:lnTo>
                  <a:pt x="3884344" y="1931324"/>
                </a:lnTo>
                <a:lnTo>
                  <a:pt x="3884344" y="1953581"/>
                </a:lnTo>
                <a:lnTo>
                  <a:pt x="3882232" y="1995413"/>
                </a:lnTo>
                <a:lnTo>
                  <a:pt x="3884344" y="1995413"/>
                </a:lnTo>
                <a:lnTo>
                  <a:pt x="3884344" y="3571294"/>
                </a:lnTo>
                <a:lnTo>
                  <a:pt x="3879954" y="3571294"/>
                </a:lnTo>
                <a:lnTo>
                  <a:pt x="3874878" y="3671825"/>
                </a:lnTo>
                <a:cubicBezTo>
                  <a:pt x="3775404" y="4651319"/>
                  <a:pt x="2948192" y="5415673"/>
                  <a:pt x="1942453" y="5415673"/>
                </a:cubicBezTo>
                <a:cubicBezTo>
                  <a:pt x="936714" y="5415673"/>
                  <a:pt x="109502" y="4651319"/>
                  <a:pt x="10029" y="3671825"/>
                </a:cubicBezTo>
                <a:lnTo>
                  <a:pt x="4952" y="3571294"/>
                </a:lnTo>
                <a:lnTo>
                  <a:pt x="2" y="3571294"/>
                </a:lnTo>
                <a:lnTo>
                  <a:pt x="2" y="3473251"/>
                </a:lnTo>
                <a:lnTo>
                  <a:pt x="0" y="3473220"/>
                </a:lnTo>
                <a:lnTo>
                  <a:pt x="2" y="3473189"/>
                </a:lnTo>
                <a:lnTo>
                  <a:pt x="2" y="1995413"/>
                </a:lnTo>
                <a:lnTo>
                  <a:pt x="2675" y="1995413"/>
                </a:lnTo>
                <a:lnTo>
                  <a:pt x="0" y="1942453"/>
                </a:lnTo>
                <a:cubicBezTo>
                  <a:pt x="0" y="869666"/>
                  <a:pt x="869666" y="0"/>
                  <a:pt x="1942453" y="0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 b="0"/>
            </a:lvl1pPr>
          </a:lstStyle>
          <a:p>
            <a:endParaRPr lang="en-US" dirty="0"/>
          </a:p>
        </p:txBody>
      </p:sp>
      <p:sp>
        <p:nvSpPr>
          <p:cNvPr id="8" name="Text Placeholder 15">
            <a:extLst>
              <a:ext uri="{FF2B5EF4-FFF2-40B4-BE49-F238E27FC236}">
                <a16:creationId xmlns:a16="http://schemas.microsoft.com/office/drawing/2014/main" id="{6414DEE6-A86D-4699-E6EF-CE6745F5D44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590571" y="3000733"/>
            <a:ext cx="2916821" cy="428268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800" b="1" i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C68EE5CA-4729-4FEA-F1BC-F976BEEBC48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773609" y="3000733"/>
            <a:ext cx="2916821" cy="428268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800" b="1" i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2" name="Text Placeholder 18">
            <a:extLst>
              <a:ext uri="{FF2B5EF4-FFF2-40B4-BE49-F238E27FC236}">
                <a16:creationId xmlns:a16="http://schemas.microsoft.com/office/drawing/2014/main" id="{CA3BC7A6-D12C-160A-CB5C-E55605250892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5590571" y="3530279"/>
            <a:ext cx="2916821" cy="2466764"/>
          </a:xfrm>
        </p:spPr>
        <p:txBody>
          <a:bodyPr lIns="0" tIns="0" rIns="0" bIns="0">
            <a:noAutofit/>
          </a:bodyPr>
          <a:lstStyle>
            <a:lvl1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defRPr sz="1200" b="0" i="0" spc="50" baseline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2DF7BAB-7F6A-3D7B-F8A9-D7C4BD1D3B6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773609" y="3530279"/>
            <a:ext cx="2916821" cy="2466764"/>
          </a:xfrm>
        </p:spPr>
        <p:txBody>
          <a:bodyPr lIns="0" tIns="0" rIns="0" bIns="0">
            <a:noAutofit/>
          </a:bodyPr>
          <a:lstStyle>
            <a:lvl1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defRPr sz="1200" b="0" i="0" spc="50" baseline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8C560A5-5844-81D4-98B4-29211FD2EA12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DFB1A8-4CF1-35AB-0707-AEAF88714AC8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295C7AAE-A677-454A-8BDB-62A0650ACE9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292453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and Content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736C06-E9E1-16BE-139D-B69DCBBD2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462" y="642551"/>
            <a:ext cx="10915076" cy="1553680"/>
          </a:xfrm>
        </p:spPr>
        <p:txBody>
          <a:bodyPr lIns="0" tIns="0" rIns="0" bIns="0" anchor="t"/>
          <a:lstStyle>
            <a:lvl1pPr algn="ctr">
              <a:defRPr sz="5500">
                <a:solidFill>
                  <a:schemeClr val="accent4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916A793-0543-8519-4E06-4D8E6A4E8CE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9100" y="1837944"/>
            <a:ext cx="11353800" cy="3019086"/>
          </a:xfrm>
        </p:spPr>
        <p:txBody>
          <a:bodyPr>
            <a:noAutofit/>
          </a:bodyPr>
          <a:lstStyle>
            <a:lvl1pPr>
              <a:defRPr sz="3200"/>
            </a:lvl1pPr>
            <a:lvl2pPr marL="457200" indent="0" algn="l">
              <a:buNone/>
              <a:defRPr sz="14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1"/>
            <a:r>
              <a:rPr lang="en-US" dirty="0"/>
              <a:t>Smart Graphic</a:t>
            </a:r>
          </a:p>
        </p:txBody>
      </p:sp>
      <p:sp>
        <p:nvSpPr>
          <p:cNvPr id="8" name="Text Placeholder 15">
            <a:extLst>
              <a:ext uri="{FF2B5EF4-FFF2-40B4-BE49-F238E27FC236}">
                <a16:creationId xmlns:a16="http://schemas.microsoft.com/office/drawing/2014/main" id="{2FA2A82A-5FFB-EAB7-624A-E00F9EA6DEC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38459" y="5232509"/>
            <a:ext cx="2188729" cy="493151"/>
          </a:xfrm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3600" b="1" i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Edit</a:t>
            </a:r>
          </a:p>
        </p:txBody>
      </p:sp>
      <p:sp>
        <p:nvSpPr>
          <p:cNvPr id="14" name="Text Placeholder 15">
            <a:extLst>
              <a:ext uri="{FF2B5EF4-FFF2-40B4-BE49-F238E27FC236}">
                <a16:creationId xmlns:a16="http://schemas.microsoft.com/office/drawing/2014/main" id="{1DD59288-2C4C-BA2F-F3C9-CEEC7BBAE55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547242" y="5232509"/>
            <a:ext cx="2188728" cy="493151"/>
          </a:xfrm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3600" b="1" i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Edit</a:t>
            </a:r>
          </a:p>
        </p:txBody>
      </p:sp>
      <p:sp>
        <p:nvSpPr>
          <p:cNvPr id="12" name="Text Placeholder 15">
            <a:extLst>
              <a:ext uri="{FF2B5EF4-FFF2-40B4-BE49-F238E27FC236}">
                <a16:creationId xmlns:a16="http://schemas.microsoft.com/office/drawing/2014/main" id="{A221A6B3-B644-8124-2E99-CBB5C1C0B2E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456023" y="5232509"/>
            <a:ext cx="2188729" cy="493151"/>
          </a:xfrm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3600" b="1" i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Edit</a:t>
            </a:r>
          </a:p>
        </p:txBody>
      </p:sp>
      <p:sp>
        <p:nvSpPr>
          <p:cNvPr id="10" name="Text Placeholder 15">
            <a:extLst>
              <a:ext uri="{FF2B5EF4-FFF2-40B4-BE49-F238E27FC236}">
                <a16:creationId xmlns:a16="http://schemas.microsoft.com/office/drawing/2014/main" id="{282FC433-EED8-C305-2AE2-E3BC9D42E55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364806" y="5232509"/>
            <a:ext cx="2188729" cy="493151"/>
          </a:xfrm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3600" b="1" i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Edit</a:t>
            </a:r>
          </a:p>
        </p:txBody>
      </p:sp>
      <p:sp>
        <p:nvSpPr>
          <p:cNvPr id="9" name="Text Placeholder 18">
            <a:extLst>
              <a:ext uri="{FF2B5EF4-FFF2-40B4-BE49-F238E27FC236}">
                <a16:creationId xmlns:a16="http://schemas.microsoft.com/office/drawing/2014/main" id="{0824A580-B433-CC76-2FDC-C607FC5ECF8A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38459" y="5742851"/>
            <a:ext cx="2188729" cy="369332"/>
          </a:xfrm>
        </p:spPr>
        <p:txBody>
          <a:bodyPr lIns="0" tIns="0" rIns="0" bIns="0">
            <a:noAutofit/>
          </a:bodyPr>
          <a:lstStyle>
            <a:lvl1pPr marL="0" indent="0" algn="ctr">
              <a:lnSpc>
                <a:spcPct val="150000"/>
              </a:lnSpc>
              <a:buFont typeface="Arial" panose="020B0604020202020204" pitchFamily="34" charset="0"/>
              <a:buNone/>
              <a:defRPr sz="1400" b="0" i="0" spc="50" baseline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5" name="Text Placeholder 18">
            <a:extLst>
              <a:ext uri="{FF2B5EF4-FFF2-40B4-BE49-F238E27FC236}">
                <a16:creationId xmlns:a16="http://schemas.microsoft.com/office/drawing/2014/main" id="{479803CA-9514-7183-8AC8-13CC5B84064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3547241" y="5742851"/>
            <a:ext cx="2188729" cy="369332"/>
          </a:xfrm>
        </p:spPr>
        <p:txBody>
          <a:bodyPr lIns="0" tIns="0" rIns="0" bIns="0">
            <a:noAutofit/>
          </a:bodyPr>
          <a:lstStyle>
            <a:lvl1pPr marL="0" indent="0" algn="ctr">
              <a:lnSpc>
                <a:spcPct val="150000"/>
              </a:lnSpc>
              <a:buFont typeface="Arial" panose="020B0604020202020204" pitchFamily="34" charset="0"/>
              <a:buNone/>
              <a:defRPr sz="1400" b="0" i="0" spc="50" baseline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3" name="Text Placeholder 18">
            <a:extLst>
              <a:ext uri="{FF2B5EF4-FFF2-40B4-BE49-F238E27FC236}">
                <a16:creationId xmlns:a16="http://schemas.microsoft.com/office/drawing/2014/main" id="{861F1384-35C1-15D1-9228-D96AC95355B8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6456023" y="5742851"/>
            <a:ext cx="2188729" cy="369332"/>
          </a:xfrm>
        </p:spPr>
        <p:txBody>
          <a:bodyPr lIns="0" tIns="0" rIns="0" bIns="0">
            <a:noAutofit/>
          </a:bodyPr>
          <a:lstStyle>
            <a:lvl1pPr marL="0" indent="0" algn="ctr">
              <a:lnSpc>
                <a:spcPct val="150000"/>
              </a:lnSpc>
              <a:buFont typeface="Arial" panose="020B0604020202020204" pitchFamily="34" charset="0"/>
              <a:buNone/>
              <a:defRPr sz="1400" b="0" i="0" spc="50" baseline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1" name="Text Placeholder 18">
            <a:extLst>
              <a:ext uri="{FF2B5EF4-FFF2-40B4-BE49-F238E27FC236}">
                <a16:creationId xmlns:a16="http://schemas.microsoft.com/office/drawing/2014/main" id="{38B1D216-8DC7-A8D4-4857-4C7529D982EF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64806" y="5742851"/>
            <a:ext cx="2188729" cy="369332"/>
          </a:xfrm>
        </p:spPr>
        <p:txBody>
          <a:bodyPr lIns="0" tIns="0" rIns="0" bIns="0">
            <a:noAutofit/>
          </a:bodyPr>
          <a:lstStyle>
            <a:lvl1pPr marL="0" indent="0" algn="ctr">
              <a:lnSpc>
                <a:spcPct val="150000"/>
              </a:lnSpc>
              <a:buFont typeface="Arial" panose="020B0604020202020204" pitchFamily="34" charset="0"/>
              <a:buNone/>
              <a:defRPr sz="1400" b="0" i="0" spc="50" baseline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8C560A5-5844-81D4-98B4-29211FD2EA12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DFB1A8-4CF1-35AB-0707-AEAF88714AC8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295C7AAE-A677-454A-8BDB-62A0650ACE9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23018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Title and Content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26">
            <a:extLst>
              <a:ext uri="{FF2B5EF4-FFF2-40B4-BE49-F238E27FC236}">
                <a16:creationId xmlns:a16="http://schemas.microsoft.com/office/drawing/2014/main" id="{E0689DF6-C6F5-534C-0D45-ED59D003128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38200" y="860958"/>
            <a:ext cx="4085468" cy="5136084"/>
          </a:xfrm>
          <a:custGeom>
            <a:avLst/>
            <a:gdLst>
              <a:gd name="connsiteX0" fmla="*/ 2247899 w 4495799"/>
              <a:gd name="connsiteY0" fmla="*/ 0 h 5651934"/>
              <a:gd name="connsiteX1" fmla="*/ 4495799 w 4495799"/>
              <a:gd name="connsiteY1" fmla="*/ 2223551 h 5651934"/>
              <a:gd name="connsiteX2" fmla="*/ 4495799 w 4495799"/>
              <a:gd name="connsiteY2" fmla="*/ 5651934 h 5651934"/>
              <a:gd name="connsiteX3" fmla="*/ 0 w 4495799"/>
              <a:gd name="connsiteY3" fmla="*/ 5651934 h 5651934"/>
              <a:gd name="connsiteX4" fmla="*/ 0 w 4495799"/>
              <a:gd name="connsiteY4" fmla="*/ 2223531 h 5651934"/>
              <a:gd name="connsiteX5" fmla="*/ 11605 w 4495799"/>
              <a:gd name="connsiteY5" fmla="*/ 1996206 h 5651934"/>
              <a:gd name="connsiteX6" fmla="*/ 2247899 w 4495799"/>
              <a:gd name="connsiteY6" fmla="*/ 0 h 5651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95799" h="5651934">
                <a:moveTo>
                  <a:pt x="2247899" y="0"/>
                </a:moveTo>
                <a:cubicBezTo>
                  <a:pt x="3489380" y="0"/>
                  <a:pt x="4495799" y="995518"/>
                  <a:pt x="4495799" y="2223551"/>
                </a:cubicBezTo>
                <a:lnTo>
                  <a:pt x="4495799" y="5651934"/>
                </a:lnTo>
                <a:lnTo>
                  <a:pt x="0" y="5651934"/>
                </a:lnTo>
                <a:lnTo>
                  <a:pt x="0" y="2223531"/>
                </a:lnTo>
                <a:lnTo>
                  <a:pt x="11605" y="1996206"/>
                </a:lnTo>
                <a:cubicBezTo>
                  <a:pt x="126720" y="874967"/>
                  <a:pt x="1084011" y="0"/>
                  <a:pt x="2247899" y="0"/>
                </a:cubicBezTo>
                <a:close/>
              </a:path>
            </a:pathLst>
          </a:custGeom>
          <a:solidFill>
            <a:schemeClr val="accent4"/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 b="0" i="0">
                <a:solidFill>
                  <a:schemeClr val="bg1"/>
                </a:solidFill>
                <a:latin typeface="Avenir Book" panose="02000503020000020003" pitchFamily="2" charset="0"/>
              </a:defRPr>
            </a:lvl1pPr>
          </a:lstStyle>
          <a:p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48A60E5-D102-7326-D77E-C6DF8BDDA7D6}"/>
              </a:ext>
            </a:extLst>
          </p:cNvPr>
          <p:cNvSpPr txBox="1"/>
          <p:nvPr userDrawn="1"/>
        </p:nvSpPr>
        <p:spPr>
          <a:xfrm>
            <a:off x="6598508" y="607952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2D67076B-6CF0-B20E-9689-27FA1127A7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48851" y="0"/>
            <a:ext cx="8160152" cy="6858000"/>
          </a:xfrm>
        </p:spPr>
        <p:txBody>
          <a:bodyPr anchor="ctr">
            <a:noAutofit/>
          </a:bodyPr>
          <a:lstStyle>
            <a:lvl1pPr algn="l">
              <a:defRPr sz="80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Master title</a:t>
            </a:r>
            <a:br>
              <a:rPr lang="en-US" dirty="0"/>
            </a:br>
            <a:r>
              <a:rPr lang="en-US" dirty="0"/>
              <a:t>Master title</a:t>
            </a:r>
            <a:br>
              <a:rPr lang="en-US" dirty="0"/>
            </a:br>
            <a:r>
              <a:rPr lang="en-US" dirty="0"/>
              <a:t>Master title</a:t>
            </a:r>
            <a:br>
              <a:rPr lang="en-US" dirty="0"/>
            </a:br>
            <a:r>
              <a:rPr lang="en-US" dirty="0"/>
              <a:t>Master title</a:t>
            </a:r>
            <a:br>
              <a:rPr lang="en-US" dirty="0"/>
            </a:br>
            <a:r>
              <a:rPr lang="en-US" dirty="0"/>
              <a:t>Master title</a:t>
            </a:r>
            <a:br>
              <a:rPr lang="en-US" dirty="0"/>
            </a:br>
            <a:r>
              <a:rPr lang="en-US" dirty="0"/>
              <a:t>Master title</a:t>
            </a:r>
            <a:br>
              <a:rPr lang="en-US" dirty="0"/>
            </a:br>
            <a:r>
              <a:rPr lang="en-US" dirty="0"/>
              <a:t>Master title</a:t>
            </a:r>
          </a:p>
        </p:txBody>
      </p:sp>
    </p:spTree>
    <p:extLst>
      <p:ext uri="{BB962C8B-B14F-4D97-AF65-F5344CB8AC3E}">
        <p14:creationId xmlns:p14="http://schemas.microsoft.com/office/powerpoint/2010/main" val="292351826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Title and Content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>
            <a:extLst>
              <a:ext uri="{FF2B5EF4-FFF2-40B4-BE49-F238E27FC236}">
                <a16:creationId xmlns:a16="http://schemas.microsoft.com/office/drawing/2014/main" id="{F986A58D-6106-E01B-0BDC-2F992AD25A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462" y="642551"/>
            <a:ext cx="10915076" cy="1553680"/>
          </a:xfrm>
        </p:spPr>
        <p:txBody>
          <a:bodyPr lIns="0" tIns="0" rIns="0" bIns="0" anchor="t"/>
          <a:lstStyle>
            <a:lvl1pPr>
              <a:defRPr sz="5500">
                <a:solidFill>
                  <a:schemeClr val="accent4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5" name="Picture Placeholder 5">
            <a:extLst>
              <a:ext uri="{FF2B5EF4-FFF2-40B4-BE49-F238E27FC236}">
                <a16:creationId xmlns:a16="http://schemas.microsoft.com/office/drawing/2014/main" id="{3F266306-412A-D7DE-40EF-45BBA13E5563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38460" y="2539313"/>
            <a:ext cx="685800" cy="68580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200" b="0" i="0"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33" name="Picture Placeholder 5">
            <a:extLst>
              <a:ext uri="{FF2B5EF4-FFF2-40B4-BE49-F238E27FC236}">
                <a16:creationId xmlns:a16="http://schemas.microsoft.com/office/drawing/2014/main" id="{28BF9A91-4021-72CF-EEBD-43B8B2F764A0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3534372" y="2539313"/>
            <a:ext cx="685800" cy="68580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200" b="0" i="0"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30" name="Picture Placeholder 5">
            <a:extLst>
              <a:ext uri="{FF2B5EF4-FFF2-40B4-BE49-F238E27FC236}">
                <a16:creationId xmlns:a16="http://schemas.microsoft.com/office/drawing/2014/main" id="{5D88CB52-BC08-9751-260B-B531030DCABC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6430282" y="2539313"/>
            <a:ext cx="685800" cy="68580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200" b="0" i="0"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21" name="Picture Placeholder 5">
            <a:extLst>
              <a:ext uri="{FF2B5EF4-FFF2-40B4-BE49-F238E27FC236}">
                <a16:creationId xmlns:a16="http://schemas.microsoft.com/office/drawing/2014/main" id="{06E6C850-58C9-7074-08C7-7D24B9A951FD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9326190" y="2539313"/>
            <a:ext cx="685800" cy="68580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200" b="0" i="0"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8" name="Text Placeholder 15">
            <a:extLst>
              <a:ext uri="{FF2B5EF4-FFF2-40B4-BE49-F238E27FC236}">
                <a16:creationId xmlns:a16="http://schemas.microsoft.com/office/drawing/2014/main" id="{CC404B5F-F158-CEF8-E5AF-9B7601510FA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462" y="3397603"/>
            <a:ext cx="2227344" cy="430688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800" b="1" i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2" name="Text Placeholder 15">
            <a:extLst>
              <a:ext uri="{FF2B5EF4-FFF2-40B4-BE49-F238E27FC236}">
                <a16:creationId xmlns:a16="http://schemas.microsoft.com/office/drawing/2014/main" id="{0A395A78-D15C-3B71-AC48-52F422FF299A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3534372" y="3397603"/>
            <a:ext cx="2227344" cy="430688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800" b="1" i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3" name="Text Placeholder 15">
            <a:extLst>
              <a:ext uri="{FF2B5EF4-FFF2-40B4-BE49-F238E27FC236}">
                <a16:creationId xmlns:a16="http://schemas.microsoft.com/office/drawing/2014/main" id="{C26292D0-5ED9-B06E-0FEC-5ECF9B61DA18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430282" y="3397603"/>
            <a:ext cx="2227344" cy="430688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800" b="1" i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0" name="Text Placeholder 15">
            <a:extLst>
              <a:ext uri="{FF2B5EF4-FFF2-40B4-BE49-F238E27FC236}">
                <a16:creationId xmlns:a16="http://schemas.microsoft.com/office/drawing/2014/main" id="{7025E22B-8EFC-3B41-7DF2-F2F0FBBFC2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9326192" y="3397603"/>
            <a:ext cx="2227344" cy="430688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800" b="1" i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8" name="Text Placeholder 18">
            <a:extLst>
              <a:ext uri="{FF2B5EF4-FFF2-40B4-BE49-F238E27FC236}">
                <a16:creationId xmlns:a16="http://schemas.microsoft.com/office/drawing/2014/main" id="{459D7743-7A8F-C73A-B9D5-49190ED512A1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638462" y="4000780"/>
            <a:ext cx="2227344" cy="2078744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50000"/>
              </a:lnSpc>
              <a:buFont typeface="Arial" panose="020B0604020202020204" pitchFamily="34" charset="0"/>
              <a:buNone/>
              <a:defRPr sz="1200" b="0" i="0" spc="50" baseline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7" name="Text Placeholder 18">
            <a:extLst>
              <a:ext uri="{FF2B5EF4-FFF2-40B4-BE49-F238E27FC236}">
                <a16:creationId xmlns:a16="http://schemas.microsoft.com/office/drawing/2014/main" id="{D4BD1280-EFE5-3F5B-2E53-29FC62D22186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3534372" y="4000780"/>
            <a:ext cx="2227344" cy="2078744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50000"/>
              </a:lnSpc>
              <a:buFont typeface="Arial" panose="020B0604020202020204" pitchFamily="34" charset="0"/>
              <a:buNone/>
              <a:defRPr sz="1200" b="0" i="0" spc="50" baseline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6" name="Text Placeholder 18">
            <a:extLst>
              <a:ext uri="{FF2B5EF4-FFF2-40B4-BE49-F238E27FC236}">
                <a16:creationId xmlns:a16="http://schemas.microsoft.com/office/drawing/2014/main" id="{D7323A54-CEF7-D9AE-B43D-CCF5F95273CC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6430282" y="4000780"/>
            <a:ext cx="2227344" cy="2078744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50000"/>
              </a:lnSpc>
              <a:buFont typeface="Arial" panose="020B0604020202020204" pitchFamily="34" charset="0"/>
              <a:buNone/>
              <a:defRPr sz="1200" b="0" i="0" spc="50" baseline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5" name="Text Placeholder 18">
            <a:extLst>
              <a:ext uri="{FF2B5EF4-FFF2-40B4-BE49-F238E27FC236}">
                <a16:creationId xmlns:a16="http://schemas.microsoft.com/office/drawing/2014/main" id="{C50A54A3-4CD3-53F4-3FFE-F664FBFCB16A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9326191" y="4000780"/>
            <a:ext cx="2227344" cy="2078744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50000"/>
              </a:lnSpc>
              <a:buFont typeface="Arial" panose="020B0604020202020204" pitchFamily="34" charset="0"/>
              <a:buNone/>
              <a:defRPr sz="1200" b="0" i="0" spc="50" baseline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8C560A5-5844-81D4-98B4-29211FD2EA12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DFB1A8-4CF1-35AB-0707-AEAF88714AC8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295C7AAE-A677-454A-8BDB-62A0650ACE9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530622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75B86244-CE85-A100-2FAE-57F9E995956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83681" y="4554640"/>
            <a:ext cx="7156551" cy="992899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8000" b="0" spc="1000" baseline="0">
                <a:solidFill>
                  <a:schemeClr val="bg1">
                    <a:alpha val="10000"/>
                  </a:schemeClr>
                </a:solidFill>
                <a:latin typeface="+mj-lt"/>
              </a:defRPr>
            </a:lvl1pPr>
            <a:lvl2pPr marL="457200" indent="0">
              <a:buNone/>
              <a:defRPr>
                <a:latin typeface="Felix Titling" pitchFamily="82" charset="77"/>
              </a:defRPr>
            </a:lvl2pPr>
            <a:lvl3pPr marL="914400" indent="0">
              <a:buNone/>
              <a:defRPr>
                <a:latin typeface="Felix Titling" pitchFamily="82" charset="77"/>
              </a:defRPr>
            </a:lvl3pPr>
            <a:lvl4pPr marL="1371600" indent="0">
              <a:buNone/>
              <a:defRPr>
                <a:latin typeface="Felix Titling" pitchFamily="82" charset="77"/>
              </a:defRPr>
            </a:lvl4pPr>
            <a:lvl5pPr marL="1828800" indent="0">
              <a:buNone/>
              <a:defRPr>
                <a:latin typeface="Felix Titling" pitchFamily="82" charset="77"/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41BADE24-E02E-B86B-4973-FF07C9C25E1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83681" y="1296361"/>
            <a:ext cx="7156551" cy="992899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8000" b="0" spc="1000" baseline="0">
                <a:solidFill>
                  <a:schemeClr val="bg1">
                    <a:alpha val="10000"/>
                  </a:schemeClr>
                </a:solidFill>
                <a:latin typeface="+mj-lt"/>
              </a:defRPr>
            </a:lvl1pPr>
            <a:lvl2pPr marL="457200" indent="0">
              <a:buNone/>
              <a:defRPr>
                <a:latin typeface="Felix Titling" pitchFamily="82" charset="77"/>
              </a:defRPr>
            </a:lvl2pPr>
            <a:lvl3pPr marL="914400" indent="0">
              <a:buNone/>
              <a:defRPr>
                <a:latin typeface="Felix Titling" pitchFamily="82" charset="77"/>
              </a:defRPr>
            </a:lvl3pPr>
            <a:lvl4pPr marL="1371600" indent="0">
              <a:buNone/>
              <a:defRPr>
                <a:latin typeface="Felix Titling" pitchFamily="82" charset="77"/>
              </a:defRPr>
            </a:lvl4pPr>
            <a:lvl5pPr marL="1828800" indent="0">
              <a:buNone/>
              <a:defRPr>
                <a:latin typeface="Felix Titling" pitchFamily="82" charset="77"/>
              </a:defRPr>
            </a:lvl5pPr>
          </a:lstStyle>
          <a:p>
            <a:pPr lvl="0"/>
            <a:r>
              <a:rPr lang="en-US" dirty="0"/>
              <a:t>Master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096E5F1B-46ED-3EC5-71CF-9A8DF9B5AA9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078452" y="1"/>
            <a:ext cx="5329866" cy="6857999"/>
          </a:xfrm>
          <a:custGeom>
            <a:avLst/>
            <a:gdLst>
              <a:gd name="connsiteX0" fmla="*/ 1468669 w 5329866"/>
              <a:gd name="connsiteY0" fmla="*/ 0 h 6857999"/>
              <a:gd name="connsiteX1" fmla="*/ 3861198 w 5329866"/>
              <a:gd name="connsiteY1" fmla="*/ 0 h 6857999"/>
              <a:gd name="connsiteX2" fmla="*/ 3935198 w 5329866"/>
              <a:gd name="connsiteY2" fmla="*/ 35648 h 6857999"/>
              <a:gd name="connsiteX3" fmla="*/ 5329866 w 5329866"/>
              <a:gd name="connsiteY3" fmla="*/ 2378939 h 6857999"/>
              <a:gd name="connsiteX4" fmla="*/ 5326197 w 5329866"/>
              <a:gd name="connsiteY4" fmla="*/ 2451597 h 6857999"/>
              <a:gd name="connsiteX5" fmla="*/ 5329866 w 5329866"/>
              <a:gd name="connsiteY5" fmla="*/ 2451597 h 6857999"/>
              <a:gd name="connsiteX6" fmla="*/ 5329866 w 5329866"/>
              <a:gd name="connsiteY6" fmla="*/ 4479062 h 6857999"/>
              <a:gd name="connsiteX7" fmla="*/ 5329866 w 5329866"/>
              <a:gd name="connsiteY7" fmla="*/ 4613614 h 6857999"/>
              <a:gd name="connsiteX8" fmla="*/ 5323072 w 5329866"/>
              <a:gd name="connsiteY8" fmla="*/ 4613614 h 6857999"/>
              <a:gd name="connsiteX9" fmla="*/ 5316108 w 5329866"/>
              <a:gd name="connsiteY9" fmla="*/ 4751536 h 6857999"/>
              <a:gd name="connsiteX10" fmla="*/ 4074162 w 5329866"/>
              <a:gd name="connsiteY10" fmla="*/ 6741331 h 6857999"/>
              <a:gd name="connsiteX11" fmla="*/ 3866902 w 5329866"/>
              <a:gd name="connsiteY11" fmla="*/ 6857999 h 6857999"/>
              <a:gd name="connsiteX12" fmla="*/ 1462965 w 5329866"/>
              <a:gd name="connsiteY12" fmla="*/ 6857999 h 6857999"/>
              <a:gd name="connsiteX13" fmla="*/ 1255705 w 5329866"/>
              <a:gd name="connsiteY13" fmla="*/ 6741331 h 6857999"/>
              <a:gd name="connsiteX14" fmla="*/ 13759 w 5329866"/>
              <a:gd name="connsiteY14" fmla="*/ 4751536 h 6857999"/>
              <a:gd name="connsiteX15" fmla="*/ 6794 w 5329866"/>
              <a:gd name="connsiteY15" fmla="*/ 4613614 h 6857999"/>
              <a:gd name="connsiteX16" fmla="*/ 2 w 5329866"/>
              <a:gd name="connsiteY16" fmla="*/ 4613614 h 6857999"/>
              <a:gd name="connsiteX17" fmla="*/ 2 w 5329866"/>
              <a:gd name="connsiteY17" fmla="*/ 4479104 h 6857999"/>
              <a:gd name="connsiteX18" fmla="*/ 0 w 5329866"/>
              <a:gd name="connsiteY18" fmla="*/ 4479062 h 6857999"/>
              <a:gd name="connsiteX19" fmla="*/ 2 w 5329866"/>
              <a:gd name="connsiteY19" fmla="*/ 4479020 h 6857999"/>
              <a:gd name="connsiteX20" fmla="*/ 2 w 5329866"/>
              <a:gd name="connsiteY20" fmla="*/ 2451597 h 6857999"/>
              <a:gd name="connsiteX21" fmla="*/ 3670 w 5329866"/>
              <a:gd name="connsiteY21" fmla="*/ 2451597 h 6857999"/>
              <a:gd name="connsiteX22" fmla="*/ 0 w 5329866"/>
              <a:gd name="connsiteY22" fmla="*/ 2378939 h 6857999"/>
              <a:gd name="connsiteX23" fmla="*/ 1394668 w 5329866"/>
              <a:gd name="connsiteY23" fmla="*/ 35648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5329866" h="6857999">
                <a:moveTo>
                  <a:pt x="1468669" y="0"/>
                </a:moveTo>
                <a:lnTo>
                  <a:pt x="3861198" y="0"/>
                </a:lnTo>
                <a:lnTo>
                  <a:pt x="3935198" y="35648"/>
                </a:lnTo>
                <a:cubicBezTo>
                  <a:pt x="4765925" y="486926"/>
                  <a:pt x="5329866" y="1367075"/>
                  <a:pt x="5329866" y="2378939"/>
                </a:cubicBezTo>
                <a:lnTo>
                  <a:pt x="5326197" y="2451597"/>
                </a:lnTo>
                <a:lnTo>
                  <a:pt x="5329866" y="2451597"/>
                </a:lnTo>
                <a:lnTo>
                  <a:pt x="5329866" y="4479062"/>
                </a:lnTo>
                <a:lnTo>
                  <a:pt x="5329866" y="4613614"/>
                </a:lnTo>
                <a:lnTo>
                  <a:pt x="5323072" y="4613614"/>
                </a:lnTo>
                <a:lnTo>
                  <a:pt x="5316108" y="4751536"/>
                </a:lnTo>
                <a:cubicBezTo>
                  <a:pt x="5230813" y="5591417"/>
                  <a:pt x="4755512" y="6316001"/>
                  <a:pt x="4074162" y="6741331"/>
                </a:cubicBezTo>
                <a:lnTo>
                  <a:pt x="3866902" y="6857999"/>
                </a:lnTo>
                <a:lnTo>
                  <a:pt x="1462965" y="6857999"/>
                </a:lnTo>
                <a:lnTo>
                  <a:pt x="1255705" y="6741331"/>
                </a:lnTo>
                <a:cubicBezTo>
                  <a:pt x="574355" y="6316001"/>
                  <a:pt x="99054" y="5591417"/>
                  <a:pt x="13759" y="4751536"/>
                </a:cubicBezTo>
                <a:lnTo>
                  <a:pt x="6794" y="4613614"/>
                </a:lnTo>
                <a:lnTo>
                  <a:pt x="2" y="4613614"/>
                </a:lnTo>
                <a:lnTo>
                  <a:pt x="2" y="4479104"/>
                </a:lnTo>
                <a:lnTo>
                  <a:pt x="0" y="4479062"/>
                </a:lnTo>
                <a:lnTo>
                  <a:pt x="2" y="4479020"/>
                </a:lnTo>
                <a:lnTo>
                  <a:pt x="2" y="2451597"/>
                </a:lnTo>
                <a:lnTo>
                  <a:pt x="3670" y="2451597"/>
                </a:lnTo>
                <a:lnTo>
                  <a:pt x="0" y="2378939"/>
                </a:lnTo>
                <a:cubicBezTo>
                  <a:pt x="0" y="1367075"/>
                  <a:pt x="563941" y="486926"/>
                  <a:pt x="1394668" y="35648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 sz="1400" b="0" i="0"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3E88BC5D-D10D-D2EE-8AE9-4CDCE46A20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83681" y="2404268"/>
            <a:ext cx="7217511" cy="2049462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8000" b="0" i="0" spc="1000">
                <a:solidFill>
                  <a:schemeClr val="bg1"/>
                </a:solidFill>
                <a:ea typeface="+mn-ea"/>
                <a:cs typeface="+mn-cs"/>
              </a:defRPr>
            </a:lvl1pPr>
          </a:lstStyle>
          <a:p>
            <a:pPr marL="0" lvl="0" indent="0">
              <a:spcBef>
                <a:spcPts val="1000"/>
              </a:spcBef>
              <a:buFont typeface="Arial" panose="020B0604020202020204" pitchFamily="34" charset="0"/>
            </a:pPr>
            <a:r>
              <a:rPr lang="en-US" dirty="0"/>
              <a:t>Master Title</a:t>
            </a:r>
          </a:p>
        </p:txBody>
      </p:sp>
    </p:spTree>
    <p:extLst>
      <p:ext uri="{BB962C8B-B14F-4D97-AF65-F5344CB8AC3E}">
        <p14:creationId xmlns:p14="http://schemas.microsoft.com/office/powerpoint/2010/main" val="315177992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245CA8F2-58D1-3DCE-8413-CE65DE3496A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90962" y="-801666"/>
            <a:ext cx="4667994" cy="7825231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8500" b="0" spc="650" baseline="0">
                <a:solidFill>
                  <a:schemeClr val="tx2">
                    <a:alpha val="10000"/>
                  </a:schemeClr>
                </a:solidFill>
                <a:latin typeface="+mj-lt"/>
              </a:defRPr>
            </a:lvl1pPr>
            <a:lvl2pPr marL="457200" indent="0">
              <a:buNone/>
              <a:defRPr>
                <a:latin typeface="Felix Titling" pitchFamily="82" charset="77"/>
              </a:defRPr>
            </a:lvl2pPr>
            <a:lvl3pPr marL="914400" indent="0">
              <a:buNone/>
              <a:defRPr>
                <a:latin typeface="Felix Titling" pitchFamily="82" charset="77"/>
              </a:defRPr>
            </a:lvl3pPr>
            <a:lvl4pPr marL="1371600" indent="0">
              <a:buNone/>
              <a:defRPr>
                <a:latin typeface="Felix Titling" pitchFamily="82" charset="77"/>
              </a:defRPr>
            </a:lvl4pPr>
            <a:lvl5pPr marL="1828800" indent="0">
              <a:buNone/>
              <a:defRPr>
                <a:latin typeface="Felix Titling" pitchFamily="82" charset="77"/>
              </a:defRPr>
            </a:lvl5pPr>
          </a:lstStyle>
          <a:p>
            <a:pPr lvl="0"/>
            <a:r>
              <a:rPr lang="en-US" dirty="0"/>
              <a:t>Thank</a:t>
            </a:r>
          </a:p>
          <a:p>
            <a:pPr lvl="0"/>
            <a:r>
              <a:rPr lang="en-US" dirty="0"/>
              <a:t>Thank</a:t>
            </a:r>
          </a:p>
          <a:p>
            <a:pPr lvl="0"/>
            <a:r>
              <a:rPr lang="en-US" dirty="0"/>
              <a:t>Thank you</a:t>
            </a:r>
          </a:p>
          <a:p>
            <a:pPr lvl="0"/>
            <a:r>
              <a:rPr lang="en-US" dirty="0"/>
              <a:t>You</a:t>
            </a:r>
          </a:p>
          <a:p>
            <a:pPr lvl="0"/>
            <a:r>
              <a:rPr lang="en-US" dirty="0"/>
              <a:t>You</a:t>
            </a:r>
          </a:p>
          <a:p>
            <a:pPr lvl="0"/>
            <a:r>
              <a:rPr lang="en-US" dirty="0"/>
              <a:t>you</a:t>
            </a: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DAB6B870-F337-8AB9-902B-76B31B88B8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3039033"/>
            <a:ext cx="3478306" cy="3186954"/>
          </a:xfrm>
        </p:spPr>
        <p:txBody>
          <a:bodyPr vert="horz" lIns="0" tIns="0" rIns="0" bIns="0" rtlCol="0" anchor="t">
            <a:noAutofit/>
          </a:bodyPr>
          <a:lstStyle>
            <a:lvl1pPr>
              <a:lnSpc>
                <a:spcPct val="150000"/>
              </a:lnSpc>
              <a:defRPr lang="en-US" sz="1600" b="1" i="0" spc="5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lvl="0" indent="0">
              <a:spcBef>
                <a:spcPts val="1000"/>
              </a:spcBef>
              <a:buFont typeface="Arial" panose="020B0604020202020204" pitchFamily="34" charset="0"/>
            </a:pPr>
            <a:r>
              <a:rPr lang="en-US" dirty="0"/>
              <a:t>Click to edit Master title style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413E8F7-437B-CCB5-23CA-F7ABF62FD06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290962" y="1467062"/>
            <a:ext cx="4667994" cy="2420772"/>
          </a:xfrm>
        </p:spPr>
        <p:txBody>
          <a:bodyPr lIns="0" tIns="0" rIns="0" bIns="0" anchor="ctr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8500" b="0" spc="65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>
                <a:latin typeface="Felix Titling" pitchFamily="82" charset="77"/>
              </a:defRPr>
            </a:lvl2pPr>
            <a:lvl3pPr marL="914400" indent="0">
              <a:buNone/>
              <a:defRPr>
                <a:latin typeface="Felix Titling" pitchFamily="82" charset="77"/>
              </a:defRPr>
            </a:lvl3pPr>
            <a:lvl4pPr marL="1371600" indent="0">
              <a:buNone/>
              <a:defRPr>
                <a:latin typeface="Felix Titling" pitchFamily="82" charset="77"/>
              </a:defRPr>
            </a:lvl4pPr>
            <a:lvl5pPr marL="1828800" indent="0">
              <a:buNone/>
              <a:defRPr>
                <a:latin typeface="Felix Titling" pitchFamily="82" charset="77"/>
              </a:defRPr>
            </a:lvl5pPr>
          </a:lstStyle>
          <a:p>
            <a:pPr lvl="0"/>
            <a:r>
              <a:rPr lang="en-US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382082568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">
            <a:extLst>
              <a:ext uri="{FF2B5EF4-FFF2-40B4-BE49-F238E27FC236}">
                <a16:creationId xmlns:a16="http://schemas.microsoft.com/office/drawing/2014/main" id="{7128F4A2-EE01-4CBA-242B-892F9376B8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3583" y="383156"/>
            <a:ext cx="10865317" cy="3768220"/>
          </a:xfrm>
        </p:spPr>
        <p:txBody>
          <a:bodyPr anchor="b"/>
          <a:lstStyle>
            <a:lvl1pPr algn="l"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19" name="Subtitle 2">
            <a:extLst>
              <a:ext uri="{FF2B5EF4-FFF2-40B4-BE49-F238E27FC236}">
                <a16:creationId xmlns:a16="http://schemas.microsoft.com/office/drawing/2014/main" id="{06F3E6C8-C3BA-6487-EC36-6942C4DAAA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3583" y="4253117"/>
            <a:ext cx="10865317" cy="1174224"/>
          </a:xfrm>
        </p:spPr>
        <p:txBody>
          <a:bodyPr/>
          <a:lstStyle>
            <a:lvl1pPr marL="0" indent="0" algn="l">
              <a:buNone/>
              <a:defRPr sz="26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x-none"/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02B64614-3490-74B5-758E-8582A71C07E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53583" y="5739518"/>
            <a:ext cx="1828800" cy="274320"/>
          </a:xfrm>
        </p:spPr>
        <p:txBody>
          <a:bodyPr lIns="0" tIns="0" rIns="0" bIns="0">
            <a:noAutofit/>
          </a:bodyPr>
          <a:lstStyle>
            <a:lvl1pPr marL="0" indent="0" algn="l">
              <a:buNone/>
              <a:defRPr sz="14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GB" sz="1600"/>
              <a:t>Presenter Name</a:t>
            </a:r>
          </a:p>
        </p:txBody>
      </p:sp>
      <p:sp>
        <p:nvSpPr>
          <p:cNvPr id="41" name="Date Placeholder 3">
            <a:extLst>
              <a:ext uri="{FF2B5EF4-FFF2-40B4-BE49-F238E27FC236}">
                <a16:creationId xmlns:a16="http://schemas.microsoft.com/office/drawing/2014/main" id="{1B0611EC-60B3-4B52-5BE8-A3E876EC97A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6/9/2025</a:t>
            </a:fld>
            <a:endParaRPr lang="x-none"/>
          </a:p>
        </p:txBody>
      </p:sp>
      <p:sp>
        <p:nvSpPr>
          <p:cNvPr id="42" name="Footer Placeholder 4">
            <a:extLst>
              <a:ext uri="{FF2B5EF4-FFF2-40B4-BE49-F238E27FC236}">
                <a16:creationId xmlns:a16="http://schemas.microsoft.com/office/drawing/2014/main" id="{13590703-55FF-F73B-5303-1591B4AEDD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US" altLang="zh-CN"/>
              <a:t>Sample Footer Text</a:t>
            </a:r>
          </a:p>
        </p:txBody>
      </p:sp>
      <p:sp>
        <p:nvSpPr>
          <p:cNvPr id="43" name="Slide Number Placeholder 5">
            <a:extLst>
              <a:ext uri="{FF2B5EF4-FFF2-40B4-BE49-F238E27FC236}">
                <a16:creationId xmlns:a16="http://schemas.microsoft.com/office/drawing/2014/main" id="{7A28125E-23C5-98AD-F07E-1C566FF150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17" name="Straight Connector 31">
            <a:extLst>
              <a:ext uri="{FF2B5EF4-FFF2-40B4-BE49-F238E27FC236}">
                <a16:creationId xmlns:a16="http://schemas.microsoft.com/office/drawing/2014/main" id="{7D1D96DE-89C2-BD2A-B692-1F230A408B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4750" y="6667500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32">
            <a:extLst>
              <a:ext uri="{FF2B5EF4-FFF2-40B4-BE49-F238E27FC236}">
                <a16:creationId xmlns:a16="http://schemas.microsoft.com/office/drawing/2014/main" id="{13D87E77-30FE-04FB-AEB9-3EA6403692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38548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073706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962B6FC0-CD1A-BD65-FEB7-E284C451FDF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740624" y="5739518"/>
            <a:ext cx="1828800" cy="274320"/>
          </a:xfrm>
        </p:spPr>
        <p:txBody>
          <a:bodyPr lIns="0" tIns="0" rIns="0" bIns="0">
            <a:noAutofit/>
          </a:bodyPr>
          <a:lstStyle>
            <a:lvl1pPr marL="0" indent="0" algn="r">
              <a:buNone/>
              <a:defRPr sz="14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GB" sz="1600"/>
              <a:t>Presenter Name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127A418C-2617-BA69-B155-E2F7C513BF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7225" y="4253117"/>
            <a:ext cx="10912199" cy="1174224"/>
          </a:xfrm>
        </p:spPr>
        <p:txBody>
          <a:bodyPr/>
          <a:lstStyle>
            <a:lvl1pPr marL="0" indent="0" algn="r">
              <a:buNone/>
              <a:defRPr sz="26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x-none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49CB64D-D719-084C-2B74-BFFBB84F6AA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57225" y="383156"/>
            <a:ext cx="10912199" cy="3768220"/>
          </a:xfrm>
        </p:spPr>
        <p:txBody>
          <a:bodyPr anchor="b"/>
          <a:lstStyle>
            <a:lvl1pPr algn="r"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AA6442EC-060A-D246-CC1B-D250262DD9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6/9/2025</a:t>
            </a:fld>
            <a:endParaRPr lang="x-none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C3DCF65-6641-B724-7326-DD1DD9AC9E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DE701096-2A85-8EA8-A5EC-D38F540D6A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22" name="Straight Connector 32">
            <a:extLst>
              <a:ext uri="{FF2B5EF4-FFF2-40B4-BE49-F238E27FC236}">
                <a16:creationId xmlns:a16="http://schemas.microsoft.com/office/drawing/2014/main" id="{13D87E77-30FE-04FB-AEB9-3EA6403692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01897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31">
            <a:extLst>
              <a:ext uri="{FF2B5EF4-FFF2-40B4-BE49-F238E27FC236}">
                <a16:creationId xmlns:a16="http://schemas.microsoft.com/office/drawing/2014/main" id="{7D1D96DE-89C2-BD2A-B692-1F230A408B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667500"/>
            <a:ext cx="1224246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255863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6B506746-8C45-7F37-9AFA-B89A7E4B41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52600" y="258991"/>
            <a:ext cx="8667749" cy="3869961"/>
          </a:xfrm>
        </p:spPr>
        <p:txBody>
          <a:bodyPr anchor="b"/>
          <a:lstStyle>
            <a:lvl1pPr algn="ctr"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61F45EC4-F660-165A-7E92-5E4D61FF29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2600" y="4253117"/>
            <a:ext cx="8667749" cy="1174224"/>
          </a:xfrm>
        </p:spPr>
        <p:txBody>
          <a:bodyPr/>
          <a:lstStyle>
            <a:lvl1pPr marL="0" indent="0" algn="ctr">
              <a:buNone/>
              <a:defRPr sz="26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x-none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BBDC9E52-28EA-4972-BBAC-559097CE3A4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1752600" y="5501906"/>
            <a:ext cx="1828800" cy="274320"/>
          </a:xfrm>
        </p:spPr>
        <p:txBody>
          <a:bodyPr lIns="0" tIns="0" rIns="0" bIns="0">
            <a:noAutofit/>
          </a:bodyPr>
          <a:lstStyle>
            <a:lvl1pPr marL="0" indent="0" algn="ctr">
              <a:buNone/>
              <a:defRPr sz="14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GB" sz="1600"/>
              <a:t>Presenter Name</a:t>
            </a:r>
          </a:p>
        </p:txBody>
      </p:sp>
      <p:sp>
        <p:nvSpPr>
          <p:cNvPr id="17" name="Date Placeholder 3">
            <a:extLst>
              <a:ext uri="{FF2B5EF4-FFF2-40B4-BE49-F238E27FC236}">
                <a16:creationId xmlns:a16="http://schemas.microsoft.com/office/drawing/2014/main" id="{05735AC1-FB26-8EA1-D027-17E089CC713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6/9/2025</a:t>
            </a:fld>
            <a:endParaRPr lang="x-none"/>
          </a:p>
        </p:txBody>
      </p:sp>
      <p:sp>
        <p:nvSpPr>
          <p:cNvPr id="18" name="Footer Placeholder 4">
            <a:extLst>
              <a:ext uri="{FF2B5EF4-FFF2-40B4-BE49-F238E27FC236}">
                <a16:creationId xmlns:a16="http://schemas.microsoft.com/office/drawing/2014/main" id="{48419612-CEB2-94CD-7A31-DCA2B214A8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22EF214D-7620-1A42-7B18-3AB9F24AB6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20" name="Straight Connector 31">
            <a:extLst>
              <a:ext uri="{FF2B5EF4-FFF2-40B4-BE49-F238E27FC236}">
                <a16:creationId xmlns:a16="http://schemas.microsoft.com/office/drawing/2014/main" id="{5405B0AF-EA77-026D-D39C-F2BDC1C05C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667500"/>
            <a:ext cx="1224246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32">
            <a:extLst>
              <a:ext uri="{FF2B5EF4-FFF2-40B4-BE49-F238E27FC236}">
                <a16:creationId xmlns:a16="http://schemas.microsoft.com/office/drawing/2014/main" id="{1A7CF60F-B95D-2C6B-49CD-826DAEBA8C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01897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553486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37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BAFF9E1B-D277-3CD7-0505-70A3DF503C8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26571" y="3939701"/>
            <a:ext cx="11517086" cy="1424780"/>
          </a:xfrm>
        </p:spPr>
        <p:txBody>
          <a:bodyPr anchor="b"/>
          <a:lstStyle>
            <a:lvl1pPr algn="ctr"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D3C34CE9-1C8A-039B-8096-4B97AF95A7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6571" y="5387064"/>
            <a:ext cx="11517086" cy="438490"/>
          </a:xfrm>
        </p:spPr>
        <p:txBody>
          <a:bodyPr/>
          <a:lstStyle>
            <a:lvl1pPr marL="0" indent="0" algn="ctr">
              <a:buNone/>
              <a:defRPr sz="26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x-none"/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8BAD26A8-E2F7-88F3-1B9C-84798D9CA708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1" y="0"/>
            <a:ext cx="12192001" cy="3771900"/>
          </a:xfrm>
          <a:custGeom>
            <a:avLst/>
            <a:gdLst>
              <a:gd name="connsiteX0" fmla="*/ 2060179 w 12192001"/>
              <a:gd name="connsiteY0" fmla="*/ 2536316 h 3771900"/>
              <a:gd name="connsiteX1" fmla="*/ 12192001 w 12192001"/>
              <a:gd name="connsiteY1" fmla="*/ 2536316 h 3771900"/>
              <a:gd name="connsiteX2" fmla="*/ 12192001 w 12192001"/>
              <a:gd name="connsiteY2" fmla="*/ 3771900 h 3771900"/>
              <a:gd name="connsiteX3" fmla="*/ 2060179 w 12192001"/>
              <a:gd name="connsiteY3" fmla="*/ 3771900 h 3771900"/>
              <a:gd name="connsiteX4" fmla="*/ 6112791 w 12192001"/>
              <a:gd name="connsiteY4" fmla="*/ 1262587 h 3771900"/>
              <a:gd name="connsiteX5" fmla="*/ 12192000 w 12192001"/>
              <a:gd name="connsiteY5" fmla="*/ 1262587 h 3771900"/>
              <a:gd name="connsiteX6" fmla="*/ 12192000 w 12192001"/>
              <a:gd name="connsiteY6" fmla="*/ 2498171 h 3771900"/>
              <a:gd name="connsiteX7" fmla="*/ 6112791 w 12192001"/>
              <a:gd name="connsiteY7" fmla="*/ 2498171 h 3771900"/>
              <a:gd name="connsiteX8" fmla="*/ 0 w 12192001"/>
              <a:gd name="connsiteY8" fmla="*/ 1262587 h 3771900"/>
              <a:gd name="connsiteX9" fmla="*/ 6079209 w 12192001"/>
              <a:gd name="connsiteY9" fmla="*/ 1262587 h 3771900"/>
              <a:gd name="connsiteX10" fmla="*/ 6079209 w 12192001"/>
              <a:gd name="connsiteY10" fmla="*/ 2498171 h 3771900"/>
              <a:gd name="connsiteX11" fmla="*/ 0 w 12192001"/>
              <a:gd name="connsiteY11" fmla="*/ 2498171 h 3771900"/>
              <a:gd name="connsiteX12" fmla="*/ 0 w 12192001"/>
              <a:gd name="connsiteY12" fmla="*/ 0 h 3771900"/>
              <a:gd name="connsiteX13" fmla="*/ 10131822 w 12192001"/>
              <a:gd name="connsiteY13" fmla="*/ 0 h 3771900"/>
              <a:gd name="connsiteX14" fmla="*/ 10131822 w 12192001"/>
              <a:gd name="connsiteY14" fmla="*/ 1235584 h 3771900"/>
              <a:gd name="connsiteX15" fmla="*/ 0 w 12192001"/>
              <a:gd name="connsiteY15" fmla="*/ 1235584 h 3771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2192001" h="3771900">
                <a:moveTo>
                  <a:pt x="2060179" y="2536316"/>
                </a:moveTo>
                <a:lnTo>
                  <a:pt x="12192001" y="2536316"/>
                </a:lnTo>
                <a:lnTo>
                  <a:pt x="12192001" y="3771900"/>
                </a:lnTo>
                <a:lnTo>
                  <a:pt x="2060179" y="3771900"/>
                </a:lnTo>
                <a:close/>
                <a:moveTo>
                  <a:pt x="6112791" y="1262587"/>
                </a:moveTo>
                <a:lnTo>
                  <a:pt x="12192000" y="1262587"/>
                </a:lnTo>
                <a:lnTo>
                  <a:pt x="12192000" y="2498171"/>
                </a:lnTo>
                <a:lnTo>
                  <a:pt x="6112791" y="2498171"/>
                </a:lnTo>
                <a:close/>
                <a:moveTo>
                  <a:pt x="0" y="1262587"/>
                </a:moveTo>
                <a:lnTo>
                  <a:pt x="6079209" y="1262587"/>
                </a:lnTo>
                <a:lnTo>
                  <a:pt x="6079209" y="2498171"/>
                </a:lnTo>
                <a:lnTo>
                  <a:pt x="0" y="2498171"/>
                </a:lnTo>
                <a:close/>
                <a:moveTo>
                  <a:pt x="0" y="0"/>
                </a:moveTo>
                <a:lnTo>
                  <a:pt x="10131822" y="0"/>
                </a:lnTo>
                <a:lnTo>
                  <a:pt x="10131822" y="1235584"/>
                </a:lnTo>
                <a:lnTo>
                  <a:pt x="0" y="1235584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26AA2219-FD98-03D2-BB5C-E2321D2249C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571" y="6030083"/>
            <a:ext cx="1733607" cy="274320"/>
          </a:xfrm>
        </p:spPr>
        <p:txBody>
          <a:bodyPr lIns="0" tIns="0" rIns="0" bIns="0">
            <a:noAutofit/>
          </a:bodyPr>
          <a:lstStyle>
            <a:lvl1pPr marL="0" indent="0" algn="l">
              <a:buNone/>
              <a:defRPr sz="14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GB" sz="1600"/>
              <a:t>Presenter Name</a:t>
            </a:r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D31E19E-99D1-8CD0-E566-4E2F20A471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6/9/2025</a:t>
            </a:fld>
            <a:endParaRPr lang="x-none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3698B7D1-C36E-DFB0-A661-A5E474A68D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DC35F19D-FD15-4BE1-660D-0643E54DA9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9327059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8DB78E43-591B-FC77-A959-A64AB0D49B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17870" y="383156"/>
            <a:ext cx="6022764" cy="3768220"/>
          </a:xfrm>
        </p:spPr>
        <p:txBody>
          <a:bodyPr anchor="b"/>
          <a:lstStyle>
            <a:lvl1pPr algn="r"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15093B11-F806-67DA-C9D7-48A738FD97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17870" y="4253117"/>
            <a:ext cx="6022764" cy="1174224"/>
          </a:xfrm>
        </p:spPr>
        <p:txBody>
          <a:bodyPr/>
          <a:lstStyle>
            <a:lvl1pPr marL="0" indent="0" algn="r">
              <a:buNone/>
              <a:defRPr sz="26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x-none"/>
          </a:p>
        </p:txBody>
      </p:sp>
      <p:sp>
        <p:nvSpPr>
          <p:cNvPr id="2" name="Picture Placeholder 19">
            <a:extLst>
              <a:ext uri="{FF2B5EF4-FFF2-40B4-BE49-F238E27FC236}">
                <a16:creationId xmlns:a16="http://schemas.microsoft.com/office/drawing/2014/main" id="{70C32A11-D80D-8895-B299-F84B774E25E8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2700" y="-12700"/>
            <a:ext cx="5679347" cy="6875770"/>
          </a:xfrm>
          <a:custGeom>
            <a:avLst/>
            <a:gdLst>
              <a:gd name="connsiteX0" fmla="*/ 2855788 w 5679347"/>
              <a:gd name="connsiteY0" fmla="*/ 3447486 h 6875770"/>
              <a:gd name="connsiteX1" fmla="*/ 4251452 w 5679347"/>
              <a:gd name="connsiteY1" fmla="*/ 3447486 h 6875770"/>
              <a:gd name="connsiteX2" fmla="*/ 4251452 w 5679347"/>
              <a:gd name="connsiteY2" fmla="*/ 6864339 h 6875770"/>
              <a:gd name="connsiteX3" fmla="*/ 2855788 w 5679347"/>
              <a:gd name="connsiteY3" fmla="*/ 6864339 h 6875770"/>
              <a:gd name="connsiteX4" fmla="*/ 1427894 w 5679347"/>
              <a:gd name="connsiteY4" fmla="*/ 3447486 h 6875770"/>
              <a:gd name="connsiteX5" fmla="*/ 2823558 w 5679347"/>
              <a:gd name="connsiteY5" fmla="*/ 3447486 h 6875770"/>
              <a:gd name="connsiteX6" fmla="*/ 2823558 w 5679347"/>
              <a:gd name="connsiteY6" fmla="*/ 6864339 h 6875770"/>
              <a:gd name="connsiteX7" fmla="*/ 1427894 w 5679347"/>
              <a:gd name="connsiteY7" fmla="*/ 6864339 h 6875770"/>
              <a:gd name="connsiteX8" fmla="*/ 4283683 w 5679347"/>
              <a:gd name="connsiteY8" fmla="*/ 1442090 h 6875770"/>
              <a:gd name="connsiteX9" fmla="*/ 5001917 w 5679347"/>
              <a:gd name="connsiteY9" fmla="*/ 1442090 h 6875770"/>
              <a:gd name="connsiteX10" fmla="*/ 5098111 w 5679347"/>
              <a:gd name="connsiteY10" fmla="*/ 1451787 h 6875770"/>
              <a:gd name="connsiteX11" fmla="*/ 5679347 w 5679347"/>
              <a:gd name="connsiteY11" fmla="*/ 2164940 h 6875770"/>
              <a:gd name="connsiteX12" fmla="*/ 5679347 w 5679347"/>
              <a:gd name="connsiteY12" fmla="*/ 6875770 h 6875770"/>
              <a:gd name="connsiteX13" fmla="*/ 4283683 w 5679347"/>
              <a:gd name="connsiteY13" fmla="*/ 6875770 h 6875770"/>
              <a:gd name="connsiteX14" fmla="*/ 2855788 w 5679347"/>
              <a:gd name="connsiteY14" fmla="*/ 0 h 6875770"/>
              <a:gd name="connsiteX15" fmla="*/ 4251452 w 5679347"/>
              <a:gd name="connsiteY15" fmla="*/ 0 h 6875770"/>
              <a:gd name="connsiteX16" fmla="*/ 4251452 w 5679347"/>
              <a:gd name="connsiteY16" fmla="*/ 3416853 h 6875770"/>
              <a:gd name="connsiteX17" fmla="*/ 2855788 w 5679347"/>
              <a:gd name="connsiteY17" fmla="*/ 3416853 h 6875770"/>
              <a:gd name="connsiteX18" fmla="*/ 1427894 w 5679347"/>
              <a:gd name="connsiteY18" fmla="*/ 0 h 6875770"/>
              <a:gd name="connsiteX19" fmla="*/ 2823558 w 5679347"/>
              <a:gd name="connsiteY19" fmla="*/ 0 h 6875770"/>
              <a:gd name="connsiteX20" fmla="*/ 2823558 w 5679347"/>
              <a:gd name="connsiteY20" fmla="*/ 3416853 h 6875770"/>
              <a:gd name="connsiteX21" fmla="*/ 1427894 w 5679347"/>
              <a:gd name="connsiteY21" fmla="*/ 3416853 h 6875770"/>
              <a:gd name="connsiteX22" fmla="*/ 0 w 5679347"/>
              <a:gd name="connsiteY22" fmla="*/ 0 h 6875770"/>
              <a:gd name="connsiteX23" fmla="*/ 1395664 w 5679347"/>
              <a:gd name="connsiteY23" fmla="*/ 0 h 6875770"/>
              <a:gd name="connsiteX24" fmla="*/ 1395664 w 5679347"/>
              <a:gd name="connsiteY24" fmla="*/ 5433680 h 6875770"/>
              <a:gd name="connsiteX25" fmla="*/ 727933 w 5679347"/>
              <a:gd name="connsiteY25" fmla="*/ 5433680 h 6875770"/>
              <a:gd name="connsiteX26" fmla="*/ 581236 w 5679347"/>
              <a:gd name="connsiteY26" fmla="*/ 5418892 h 6875770"/>
              <a:gd name="connsiteX27" fmla="*/ 0 w 5679347"/>
              <a:gd name="connsiteY27" fmla="*/ 4705739 h 68757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5679347" h="6875770">
                <a:moveTo>
                  <a:pt x="2855788" y="3447486"/>
                </a:moveTo>
                <a:lnTo>
                  <a:pt x="4251452" y="3447486"/>
                </a:lnTo>
                <a:lnTo>
                  <a:pt x="4251452" y="6864339"/>
                </a:lnTo>
                <a:lnTo>
                  <a:pt x="2855788" y="6864339"/>
                </a:lnTo>
                <a:close/>
                <a:moveTo>
                  <a:pt x="1427894" y="3447486"/>
                </a:moveTo>
                <a:lnTo>
                  <a:pt x="2823558" y="3447486"/>
                </a:lnTo>
                <a:lnTo>
                  <a:pt x="2823558" y="6864339"/>
                </a:lnTo>
                <a:lnTo>
                  <a:pt x="1427894" y="6864339"/>
                </a:lnTo>
                <a:close/>
                <a:moveTo>
                  <a:pt x="4283683" y="1442090"/>
                </a:moveTo>
                <a:lnTo>
                  <a:pt x="5001917" y="1442090"/>
                </a:lnTo>
                <a:lnTo>
                  <a:pt x="5098111" y="1451787"/>
                </a:lnTo>
                <a:cubicBezTo>
                  <a:pt x="5429822" y="1519665"/>
                  <a:pt x="5679347" y="1813163"/>
                  <a:pt x="5679347" y="2164940"/>
                </a:cubicBezTo>
                <a:lnTo>
                  <a:pt x="5679347" y="6875770"/>
                </a:lnTo>
                <a:lnTo>
                  <a:pt x="4283683" y="6875770"/>
                </a:lnTo>
                <a:close/>
                <a:moveTo>
                  <a:pt x="2855788" y="0"/>
                </a:moveTo>
                <a:lnTo>
                  <a:pt x="4251452" y="0"/>
                </a:lnTo>
                <a:lnTo>
                  <a:pt x="4251452" y="3416853"/>
                </a:lnTo>
                <a:lnTo>
                  <a:pt x="2855788" y="3416853"/>
                </a:lnTo>
                <a:close/>
                <a:moveTo>
                  <a:pt x="1427894" y="0"/>
                </a:moveTo>
                <a:lnTo>
                  <a:pt x="2823558" y="0"/>
                </a:lnTo>
                <a:lnTo>
                  <a:pt x="2823558" y="3416853"/>
                </a:lnTo>
                <a:lnTo>
                  <a:pt x="1427894" y="3416853"/>
                </a:lnTo>
                <a:close/>
                <a:moveTo>
                  <a:pt x="0" y="0"/>
                </a:moveTo>
                <a:lnTo>
                  <a:pt x="1395664" y="0"/>
                </a:lnTo>
                <a:lnTo>
                  <a:pt x="1395664" y="5433680"/>
                </a:lnTo>
                <a:lnTo>
                  <a:pt x="727933" y="5433680"/>
                </a:lnTo>
                <a:lnTo>
                  <a:pt x="581236" y="5418892"/>
                </a:lnTo>
                <a:cubicBezTo>
                  <a:pt x="249526" y="5351014"/>
                  <a:pt x="0" y="5057516"/>
                  <a:pt x="0" y="4705739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1274702A-06E8-AD73-62B2-B3A4A32E5DB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930785" y="5739518"/>
            <a:ext cx="1909848" cy="274320"/>
          </a:xfrm>
        </p:spPr>
        <p:txBody>
          <a:bodyPr lIns="0" tIns="0" rIns="0" bIns="0">
            <a:noAutofit/>
          </a:bodyPr>
          <a:lstStyle>
            <a:lvl1pPr marL="0" indent="0" algn="r">
              <a:buNone/>
              <a:defRPr sz="14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GB" sz="1600"/>
              <a:t>Presenter Name</a:t>
            </a:r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70A1C19A-4E5E-C742-32A1-2115149FC1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6/9/2025</a:t>
            </a:fld>
            <a:endParaRPr lang="x-none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A9A9E029-23F0-CEC4-BA46-3EEC97738EB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2D900CB6-F919-93D0-C1AC-3EFB92BA75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1301410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113277B1-D0ED-1F93-2B04-7EF3B163864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55431" y="190500"/>
            <a:ext cx="5777442" cy="3960876"/>
          </a:xfrm>
        </p:spPr>
        <p:txBody>
          <a:bodyPr anchor="b"/>
          <a:lstStyle>
            <a:lvl1pPr algn="l">
              <a:spcBef>
                <a:spcPts val="0"/>
              </a:spcBef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3530B387-44F6-F673-C06B-5BE9725D9B3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5431" y="4253117"/>
            <a:ext cx="5779314" cy="1174224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26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x-non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CFB4E9-DF6F-079B-673E-93FD784A7E5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55431" y="5739518"/>
            <a:ext cx="1738083" cy="27432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4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GB" sz="1600"/>
              <a:t>Presenter Name</a:t>
            </a:r>
          </a:p>
        </p:txBody>
      </p:sp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995CACC6-5EE3-524B-F9DF-9D1D8C066A58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6512653" y="0"/>
            <a:ext cx="5679347" cy="6875770"/>
          </a:xfrm>
          <a:custGeom>
            <a:avLst/>
            <a:gdLst>
              <a:gd name="connsiteX0" fmla="*/ 2855788 w 5679347"/>
              <a:gd name="connsiteY0" fmla="*/ 3447486 h 6875770"/>
              <a:gd name="connsiteX1" fmla="*/ 4251452 w 5679347"/>
              <a:gd name="connsiteY1" fmla="*/ 3447486 h 6875770"/>
              <a:gd name="connsiteX2" fmla="*/ 4251452 w 5679347"/>
              <a:gd name="connsiteY2" fmla="*/ 6864339 h 6875770"/>
              <a:gd name="connsiteX3" fmla="*/ 2855788 w 5679347"/>
              <a:gd name="connsiteY3" fmla="*/ 6864339 h 6875770"/>
              <a:gd name="connsiteX4" fmla="*/ 1427894 w 5679347"/>
              <a:gd name="connsiteY4" fmla="*/ 3447486 h 6875770"/>
              <a:gd name="connsiteX5" fmla="*/ 2823558 w 5679347"/>
              <a:gd name="connsiteY5" fmla="*/ 3447486 h 6875770"/>
              <a:gd name="connsiteX6" fmla="*/ 2823558 w 5679347"/>
              <a:gd name="connsiteY6" fmla="*/ 6864339 h 6875770"/>
              <a:gd name="connsiteX7" fmla="*/ 1427894 w 5679347"/>
              <a:gd name="connsiteY7" fmla="*/ 6864339 h 6875770"/>
              <a:gd name="connsiteX8" fmla="*/ 4283683 w 5679347"/>
              <a:gd name="connsiteY8" fmla="*/ 1442090 h 6875770"/>
              <a:gd name="connsiteX9" fmla="*/ 5001917 w 5679347"/>
              <a:gd name="connsiteY9" fmla="*/ 1442090 h 6875770"/>
              <a:gd name="connsiteX10" fmla="*/ 5098111 w 5679347"/>
              <a:gd name="connsiteY10" fmla="*/ 1451787 h 6875770"/>
              <a:gd name="connsiteX11" fmla="*/ 5679347 w 5679347"/>
              <a:gd name="connsiteY11" fmla="*/ 2164940 h 6875770"/>
              <a:gd name="connsiteX12" fmla="*/ 5679347 w 5679347"/>
              <a:gd name="connsiteY12" fmla="*/ 6875770 h 6875770"/>
              <a:gd name="connsiteX13" fmla="*/ 4283683 w 5679347"/>
              <a:gd name="connsiteY13" fmla="*/ 6875770 h 6875770"/>
              <a:gd name="connsiteX14" fmla="*/ 2855788 w 5679347"/>
              <a:gd name="connsiteY14" fmla="*/ 0 h 6875770"/>
              <a:gd name="connsiteX15" fmla="*/ 4251452 w 5679347"/>
              <a:gd name="connsiteY15" fmla="*/ 0 h 6875770"/>
              <a:gd name="connsiteX16" fmla="*/ 4251452 w 5679347"/>
              <a:gd name="connsiteY16" fmla="*/ 3416853 h 6875770"/>
              <a:gd name="connsiteX17" fmla="*/ 2855788 w 5679347"/>
              <a:gd name="connsiteY17" fmla="*/ 3416853 h 6875770"/>
              <a:gd name="connsiteX18" fmla="*/ 1427894 w 5679347"/>
              <a:gd name="connsiteY18" fmla="*/ 0 h 6875770"/>
              <a:gd name="connsiteX19" fmla="*/ 2823558 w 5679347"/>
              <a:gd name="connsiteY19" fmla="*/ 0 h 6875770"/>
              <a:gd name="connsiteX20" fmla="*/ 2823558 w 5679347"/>
              <a:gd name="connsiteY20" fmla="*/ 3416853 h 6875770"/>
              <a:gd name="connsiteX21" fmla="*/ 1427894 w 5679347"/>
              <a:gd name="connsiteY21" fmla="*/ 3416853 h 6875770"/>
              <a:gd name="connsiteX22" fmla="*/ 0 w 5679347"/>
              <a:gd name="connsiteY22" fmla="*/ 0 h 6875770"/>
              <a:gd name="connsiteX23" fmla="*/ 1395664 w 5679347"/>
              <a:gd name="connsiteY23" fmla="*/ 0 h 6875770"/>
              <a:gd name="connsiteX24" fmla="*/ 1395664 w 5679347"/>
              <a:gd name="connsiteY24" fmla="*/ 5433680 h 6875770"/>
              <a:gd name="connsiteX25" fmla="*/ 727933 w 5679347"/>
              <a:gd name="connsiteY25" fmla="*/ 5433680 h 6875770"/>
              <a:gd name="connsiteX26" fmla="*/ 581236 w 5679347"/>
              <a:gd name="connsiteY26" fmla="*/ 5418892 h 6875770"/>
              <a:gd name="connsiteX27" fmla="*/ 0 w 5679347"/>
              <a:gd name="connsiteY27" fmla="*/ 4705739 h 68757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5679347" h="6875770">
                <a:moveTo>
                  <a:pt x="2855788" y="3447486"/>
                </a:moveTo>
                <a:lnTo>
                  <a:pt x="4251452" y="3447486"/>
                </a:lnTo>
                <a:lnTo>
                  <a:pt x="4251452" y="6864339"/>
                </a:lnTo>
                <a:lnTo>
                  <a:pt x="2855788" y="6864339"/>
                </a:lnTo>
                <a:close/>
                <a:moveTo>
                  <a:pt x="1427894" y="3447486"/>
                </a:moveTo>
                <a:lnTo>
                  <a:pt x="2823558" y="3447486"/>
                </a:lnTo>
                <a:lnTo>
                  <a:pt x="2823558" y="6864339"/>
                </a:lnTo>
                <a:lnTo>
                  <a:pt x="1427894" y="6864339"/>
                </a:lnTo>
                <a:close/>
                <a:moveTo>
                  <a:pt x="4283683" y="1442090"/>
                </a:moveTo>
                <a:lnTo>
                  <a:pt x="5001917" y="1442090"/>
                </a:lnTo>
                <a:lnTo>
                  <a:pt x="5098111" y="1451787"/>
                </a:lnTo>
                <a:cubicBezTo>
                  <a:pt x="5429822" y="1519665"/>
                  <a:pt x="5679347" y="1813163"/>
                  <a:pt x="5679347" y="2164940"/>
                </a:cubicBezTo>
                <a:lnTo>
                  <a:pt x="5679347" y="6875770"/>
                </a:lnTo>
                <a:lnTo>
                  <a:pt x="4283683" y="6875770"/>
                </a:lnTo>
                <a:close/>
                <a:moveTo>
                  <a:pt x="2855788" y="0"/>
                </a:moveTo>
                <a:lnTo>
                  <a:pt x="4251452" y="0"/>
                </a:lnTo>
                <a:lnTo>
                  <a:pt x="4251452" y="3416853"/>
                </a:lnTo>
                <a:lnTo>
                  <a:pt x="2855788" y="3416853"/>
                </a:lnTo>
                <a:close/>
                <a:moveTo>
                  <a:pt x="1427894" y="0"/>
                </a:moveTo>
                <a:lnTo>
                  <a:pt x="2823558" y="0"/>
                </a:lnTo>
                <a:lnTo>
                  <a:pt x="2823558" y="3416853"/>
                </a:lnTo>
                <a:lnTo>
                  <a:pt x="1427894" y="3416853"/>
                </a:lnTo>
                <a:close/>
                <a:moveTo>
                  <a:pt x="0" y="0"/>
                </a:moveTo>
                <a:lnTo>
                  <a:pt x="1395664" y="0"/>
                </a:lnTo>
                <a:lnTo>
                  <a:pt x="1395664" y="5433680"/>
                </a:lnTo>
                <a:lnTo>
                  <a:pt x="727933" y="5433680"/>
                </a:lnTo>
                <a:lnTo>
                  <a:pt x="581236" y="5418892"/>
                </a:lnTo>
                <a:cubicBezTo>
                  <a:pt x="249526" y="5351014"/>
                  <a:pt x="0" y="5057516"/>
                  <a:pt x="0" y="4705739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3AA858DD-5732-D62C-5397-EBE1E9F3B2B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6/9/2025</a:t>
            </a:fld>
            <a:endParaRPr lang="x-none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820142DC-7CAA-D291-2AD5-EB9A2A176C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E63FE10-3EE7-C466-9C34-9CB62B95E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9945485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quence Number,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C346275D-4318-15D0-8F4A-3820A657D8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590624" y="0"/>
            <a:ext cx="784776" cy="1295400"/>
          </a:xfrm>
          <a:custGeom>
            <a:avLst/>
            <a:gdLst>
              <a:gd name="connsiteX0" fmla="*/ 0 w 784776"/>
              <a:gd name="connsiteY0" fmla="*/ 0 h 1295400"/>
              <a:gd name="connsiteX1" fmla="*/ 784776 w 784776"/>
              <a:gd name="connsiteY1" fmla="*/ 0 h 1295400"/>
              <a:gd name="connsiteX2" fmla="*/ 784776 w 784776"/>
              <a:gd name="connsiteY2" fmla="*/ 1295400 h 1295400"/>
              <a:gd name="connsiteX3" fmla="*/ 0 w 784776"/>
              <a:gd name="connsiteY3" fmla="*/ 1295400 h 1295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4776" h="1295400">
                <a:moveTo>
                  <a:pt x="0" y="0"/>
                </a:moveTo>
                <a:lnTo>
                  <a:pt x="784776" y="0"/>
                </a:lnTo>
                <a:lnTo>
                  <a:pt x="784776" y="1295400"/>
                </a:lnTo>
                <a:lnTo>
                  <a:pt x="0" y="129540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76E3E36D-049D-0336-4B5E-9DB64D9DE6D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591175" y="355600"/>
            <a:ext cx="784225" cy="67310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3200" b="1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altLang="zh-CN"/>
              <a:t>01</a:t>
            </a:r>
            <a:endParaRPr lang="zh-CN" altLang="en-US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8F8921EF-D008-97BC-E5BE-5056735440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75400" y="452387"/>
            <a:ext cx="5420360" cy="3897865"/>
          </a:xfrm>
        </p:spPr>
        <p:txBody>
          <a:bodyPr lIns="0" tIns="0" rIns="0" bIns="0" anchor="b" anchorCtr="0">
            <a:noAutofit/>
          </a:bodyPr>
          <a:lstStyle>
            <a:lvl1pPr algn="l">
              <a:defRPr sz="54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F6355481-CCC4-3C4D-A9BD-DF34116B17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75400" y="4521200"/>
            <a:ext cx="5420360" cy="1568449"/>
          </a:xfrm>
        </p:spPr>
        <p:txBody>
          <a:bodyPr/>
          <a:lstStyle>
            <a:lvl1pPr marL="0" indent="0" algn="l">
              <a:buNone/>
              <a:defRPr sz="26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x-none"/>
          </a:p>
        </p:txBody>
      </p:sp>
      <p:sp>
        <p:nvSpPr>
          <p:cNvPr id="27" name="Picture Placeholder 26">
            <a:extLst>
              <a:ext uri="{FF2B5EF4-FFF2-40B4-BE49-F238E27FC236}">
                <a16:creationId xmlns:a16="http://schemas.microsoft.com/office/drawing/2014/main" id="{73459998-3AA2-B134-8816-E21159D0BAD0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1" y="0"/>
            <a:ext cx="5590623" cy="6858000"/>
          </a:xfrm>
          <a:custGeom>
            <a:avLst/>
            <a:gdLst>
              <a:gd name="connsiteX0" fmla="*/ 0 w 5590623"/>
              <a:gd name="connsiteY0" fmla="*/ 0 h 6858000"/>
              <a:gd name="connsiteX1" fmla="*/ 5590623 w 5590623"/>
              <a:gd name="connsiteY1" fmla="*/ 0 h 6858000"/>
              <a:gd name="connsiteX2" fmla="*/ 5590623 w 5590623"/>
              <a:gd name="connsiteY2" fmla="*/ 5112985 h 6858000"/>
              <a:gd name="connsiteX3" fmla="*/ 3845608 w 5590623"/>
              <a:gd name="connsiteY3" fmla="*/ 6858000 h 6858000"/>
              <a:gd name="connsiteX4" fmla="*/ 99715 w 5590623"/>
              <a:gd name="connsiteY4" fmla="*/ 6858000 h 6858000"/>
              <a:gd name="connsiteX5" fmla="*/ 0 w 5590623"/>
              <a:gd name="connsiteY5" fmla="*/ 685296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590623" h="6858000">
                <a:moveTo>
                  <a:pt x="0" y="0"/>
                </a:moveTo>
                <a:lnTo>
                  <a:pt x="5590623" y="0"/>
                </a:lnTo>
                <a:lnTo>
                  <a:pt x="5590623" y="5112985"/>
                </a:lnTo>
                <a:cubicBezTo>
                  <a:pt x="5590623" y="6076730"/>
                  <a:pt x="4809354" y="6858000"/>
                  <a:pt x="3845608" y="6858000"/>
                </a:cubicBezTo>
                <a:lnTo>
                  <a:pt x="99715" y="6858000"/>
                </a:lnTo>
                <a:lnTo>
                  <a:pt x="0" y="6852965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D539F209-2985-7BF1-0F75-55A5560BCD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6/9/2025</a:t>
            </a:fld>
            <a:endParaRPr lang="x-none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7550591-5FE9-F140-4E34-5256EBCCB5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9EC5884-5885-014A-39B9-D4A0445EFC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99566719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quence Number,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6F65BDE1-4C58-E0CC-97CA-4695152C2F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816601" y="0"/>
            <a:ext cx="784776" cy="1295400"/>
          </a:xfrm>
          <a:custGeom>
            <a:avLst/>
            <a:gdLst>
              <a:gd name="connsiteX0" fmla="*/ 0 w 784776"/>
              <a:gd name="connsiteY0" fmla="*/ 0 h 1295400"/>
              <a:gd name="connsiteX1" fmla="*/ 784776 w 784776"/>
              <a:gd name="connsiteY1" fmla="*/ 0 h 1295400"/>
              <a:gd name="connsiteX2" fmla="*/ 784776 w 784776"/>
              <a:gd name="connsiteY2" fmla="*/ 1295400 h 1295400"/>
              <a:gd name="connsiteX3" fmla="*/ 0 w 784776"/>
              <a:gd name="connsiteY3" fmla="*/ 1295400 h 1295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4776" h="1295400">
                <a:moveTo>
                  <a:pt x="0" y="0"/>
                </a:moveTo>
                <a:lnTo>
                  <a:pt x="784776" y="0"/>
                </a:lnTo>
                <a:lnTo>
                  <a:pt x="784776" y="1295400"/>
                </a:lnTo>
                <a:lnTo>
                  <a:pt x="0" y="129540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517E50D-F7E2-253D-428F-1DA3EFBC285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816600" y="355600"/>
            <a:ext cx="784225" cy="67310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3200" b="1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altLang="zh-CN"/>
              <a:t>01</a:t>
            </a:r>
            <a:endParaRPr lang="zh-CN" alt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77D0816-A0A9-20C1-B42A-95D1C13F84D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1800" y="284480"/>
            <a:ext cx="5384800" cy="4100194"/>
          </a:xfrm>
        </p:spPr>
        <p:txBody>
          <a:bodyPr anchor="b">
            <a:noAutofit/>
          </a:bodyPr>
          <a:lstStyle>
            <a:lvl1pPr algn="l"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51E97C1-0EB0-B109-7BE3-9012BD59B8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1800" y="4521200"/>
            <a:ext cx="5384800" cy="1568449"/>
          </a:xfrm>
        </p:spPr>
        <p:txBody>
          <a:bodyPr/>
          <a:lstStyle>
            <a:lvl1pPr marL="0" indent="0" algn="l">
              <a:buNone/>
              <a:defRPr sz="26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x-none"/>
          </a:p>
        </p:txBody>
      </p:sp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A8ED90A8-7525-1B2C-FACF-0A70191543F4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 flipH="1">
            <a:off x="6601377" y="0"/>
            <a:ext cx="5590623" cy="6858000"/>
          </a:xfrm>
          <a:custGeom>
            <a:avLst/>
            <a:gdLst>
              <a:gd name="connsiteX0" fmla="*/ 0 w 5590623"/>
              <a:gd name="connsiteY0" fmla="*/ 0 h 6858000"/>
              <a:gd name="connsiteX1" fmla="*/ 5590623 w 5590623"/>
              <a:gd name="connsiteY1" fmla="*/ 0 h 6858000"/>
              <a:gd name="connsiteX2" fmla="*/ 5590623 w 5590623"/>
              <a:gd name="connsiteY2" fmla="*/ 5112985 h 6858000"/>
              <a:gd name="connsiteX3" fmla="*/ 3845608 w 5590623"/>
              <a:gd name="connsiteY3" fmla="*/ 6858000 h 6858000"/>
              <a:gd name="connsiteX4" fmla="*/ 99715 w 5590623"/>
              <a:gd name="connsiteY4" fmla="*/ 6858000 h 6858000"/>
              <a:gd name="connsiteX5" fmla="*/ 0 w 5590623"/>
              <a:gd name="connsiteY5" fmla="*/ 685296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590623" h="6858000">
                <a:moveTo>
                  <a:pt x="0" y="0"/>
                </a:moveTo>
                <a:lnTo>
                  <a:pt x="5590623" y="0"/>
                </a:lnTo>
                <a:lnTo>
                  <a:pt x="5590623" y="5112985"/>
                </a:lnTo>
                <a:cubicBezTo>
                  <a:pt x="5590623" y="6076730"/>
                  <a:pt x="4809354" y="6858000"/>
                  <a:pt x="3845608" y="6858000"/>
                </a:cubicBezTo>
                <a:lnTo>
                  <a:pt x="99715" y="6858000"/>
                </a:lnTo>
                <a:lnTo>
                  <a:pt x="0" y="6852965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22" name="Date Placeholder 3">
            <a:extLst>
              <a:ext uri="{FF2B5EF4-FFF2-40B4-BE49-F238E27FC236}">
                <a16:creationId xmlns:a16="http://schemas.microsoft.com/office/drawing/2014/main" id="{EC5FC4FE-969C-3430-8E2D-D1961B0E5B6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6/9/2025</a:t>
            </a:fld>
            <a:endParaRPr lang="x-none"/>
          </a:p>
        </p:txBody>
      </p:sp>
      <p:sp>
        <p:nvSpPr>
          <p:cNvPr id="23" name="Footer Placeholder 4">
            <a:extLst>
              <a:ext uri="{FF2B5EF4-FFF2-40B4-BE49-F238E27FC236}">
                <a16:creationId xmlns:a16="http://schemas.microsoft.com/office/drawing/2014/main" id="{02AF8041-59E3-15F2-6902-E9C22C3331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24" name="Slide Number Placeholder 5">
            <a:extLst>
              <a:ext uri="{FF2B5EF4-FFF2-40B4-BE49-F238E27FC236}">
                <a16:creationId xmlns:a16="http://schemas.microsoft.com/office/drawing/2014/main" id="{D27CEAE8-ACAD-92D0-B0A7-F2FED32A53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5501811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quence Numb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004FD6E8-9410-CD68-AD6A-4F21B02BAA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429250" y="1"/>
            <a:ext cx="1333500" cy="1046131"/>
          </a:xfrm>
          <a:custGeom>
            <a:avLst/>
            <a:gdLst>
              <a:gd name="connsiteX0" fmla="*/ 0 w 1333500"/>
              <a:gd name="connsiteY0" fmla="*/ 0 h 1046131"/>
              <a:gd name="connsiteX1" fmla="*/ 1333500 w 1333500"/>
              <a:gd name="connsiteY1" fmla="*/ 0 h 1046131"/>
              <a:gd name="connsiteX2" fmla="*/ 1333500 w 1333500"/>
              <a:gd name="connsiteY2" fmla="*/ 828110 h 1046131"/>
              <a:gd name="connsiteX3" fmla="*/ 1115479 w 1333500"/>
              <a:gd name="connsiteY3" fmla="*/ 1046131 h 1046131"/>
              <a:gd name="connsiteX4" fmla="*/ 218021 w 1333500"/>
              <a:gd name="connsiteY4" fmla="*/ 1046131 h 1046131"/>
              <a:gd name="connsiteX5" fmla="*/ 0 w 1333500"/>
              <a:gd name="connsiteY5" fmla="*/ 828110 h 1046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33500" h="1046131">
                <a:moveTo>
                  <a:pt x="0" y="0"/>
                </a:moveTo>
                <a:lnTo>
                  <a:pt x="1333500" y="0"/>
                </a:lnTo>
                <a:lnTo>
                  <a:pt x="1333500" y="828110"/>
                </a:lnTo>
                <a:cubicBezTo>
                  <a:pt x="1333500" y="948520"/>
                  <a:pt x="1235889" y="1046131"/>
                  <a:pt x="1115479" y="1046131"/>
                </a:cubicBezTo>
                <a:lnTo>
                  <a:pt x="218021" y="1046131"/>
                </a:lnTo>
                <a:cubicBezTo>
                  <a:pt x="97611" y="1046131"/>
                  <a:pt x="0" y="948520"/>
                  <a:pt x="0" y="82811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E0C08F07-3AD6-984D-4638-073B6C0B8599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716587" y="165378"/>
            <a:ext cx="784225" cy="67310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3200" b="1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altLang="zh-CN"/>
              <a:t>01</a:t>
            </a:r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892300" y="1028699"/>
            <a:ext cx="8432800" cy="3683001"/>
          </a:xfrm>
        </p:spPr>
        <p:txBody>
          <a:bodyPr anchor="b">
            <a:noAutofit/>
          </a:bodyPr>
          <a:lstStyle>
            <a:lvl1pPr algn="ctr">
              <a:lnSpc>
                <a:spcPct val="100000"/>
              </a:lnSpc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892300" y="4876799"/>
            <a:ext cx="8432800" cy="1099109"/>
          </a:xfrm>
        </p:spPr>
        <p:txBody>
          <a:bodyPr anchor="t">
            <a:noAutofit/>
          </a:bodyPr>
          <a:lstStyle>
            <a:lvl1pPr marL="0" indent="0" algn="ctr">
              <a:lnSpc>
                <a:spcPct val="100000"/>
              </a:lnSpc>
              <a:buNone/>
              <a:defRPr sz="26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0EA5083-CBDA-234C-ADF4-DE0F10961CA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6/9/2025</a:t>
            </a:fld>
            <a:endParaRPr lang="x-none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B46CB32-AE1A-C161-F8AD-B5C4C197C05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B321B52-8912-5727-807C-9B371A898A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7526091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8F8921EF-D008-97BC-E5BE-5056735440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0" y="452387"/>
            <a:ext cx="5699760" cy="3897865"/>
          </a:xfrm>
        </p:spPr>
        <p:txBody>
          <a:bodyPr lIns="0" tIns="0" rIns="0" bIns="0" anchor="b" anchorCtr="0">
            <a:noAutofit/>
          </a:bodyPr>
          <a:lstStyle>
            <a:lvl1pPr algn="l">
              <a:defRPr sz="54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032671BA-90EF-59B5-C249-F7C3652155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0" y="4521200"/>
            <a:ext cx="5699760" cy="1568449"/>
          </a:xfrm>
        </p:spPr>
        <p:txBody>
          <a:bodyPr/>
          <a:lstStyle>
            <a:lvl1pPr marL="0" indent="0" algn="l">
              <a:buNone/>
              <a:defRPr sz="26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x-none"/>
          </a:p>
        </p:txBody>
      </p:sp>
      <p:sp>
        <p:nvSpPr>
          <p:cNvPr id="27" name="Picture Placeholder 26">
            <a:extLst>
              <a:ext uri="{FF2B5EF4-FFF2-40B4-BE49-F238E27FC236}">
                <a16:creationId xmlns:a16="http://schemas.microsoft.com/office/drawing/2014/main" id="{73459998-3AA2-B134-8816-E21159D0BAD0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1" y="0"/>
            <a:ext cx="5590623" cy="6858000"/>
          </a:xfrm>
          <a:custGeom>
            <a:avLst/>
            <a:gdLst>
              <a:gd name="connsiteX0" fmla="*/ 0 w 5590623"/>
              <a:gd name="connsiteY0" fmla="*/ 0 h 6858000"/>
              <a:gd name="connsiteX1" fmla="*/ 5590623 w 5590623"/>
              <a:gd name="connsiteY1" fmla="*/ 0 h 6858000"/>
              <a:gd name="connsiteX2" fmla="*/ 5590623 w 5590623"/>
              <a:gd name="connsiteY2" fmla="*/ 5112985 h 6858000"/>
              <a:gd name="connsiteX3" fmla="*/ 3845608 w 5590623"/>
              <a:gd name="connsiteY3" fmla="*/ 6858000 h 6858000"/>
              <a:gd name="connsiteX4" fmla="*/ 99715 w 5590623"/>
              <a:gd name="connsiteY4" fmla="*/ 6858000 h 6858000"/>
              <a:gd name="connsiteX5" fmla="*/ 0 w 5590623"/>
              <a:gd name="connsiteY5" fmla="*/ 685296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590623" h="6858000">
                <a:moveTo>
                  <a:pt x="0" y="0"/>
                </a:moveTo>
                <a:lnTo>
                  <a:pt x="5590623" y="0"/>
                </a:lnTo>
                <a:lnTo>
                  <a:pt x="5590623" y="5112985"/>
                </a:lnTo>
                <a:cubicBezTo>
                  <a:pt x="5590623" y="6076730"/>
                  <a:pt x="4809354" y="6858000"/>
                  <a:pt x="3845608" y="6858000"/>
                </a:cubicBezTo>
                <a:lnTo>
                  <a:pt x="99715" y="6858000"/>
                </a:lnTo>
                <a:lnTo>
                  <a:pt x="0" y="6852965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D539F209-2985-7BF1-0F75-55A5560BCD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6/9/2025</a:t>
            </a:fld>
            <a:endParaRPr lang="x-none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7550591-5FE9-F140-4E34-5256EBCCB5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9EC5884-5885-014A-39B9-D4A0445EFC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19691171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777D0816-A0A9-20C1-B42A-95D1C13F84D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1800" y="213868"/>
            <a:ext cx="5943600" cy="3977640"/>
          </a:xfrm>
        </p:spPr>
        <p:txBody>
          <a:bodyPr anchor="b">
            <a:noAutofit/>
          </a:bodyPr>
          <a:lstStyle>
            <a:lvl1pPr algn="l"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1F53C620-9E4A-9463-32D9-EAB787FF616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22883" y="4405376"/>
            <a:ext cx="5952189" cy="1487424"/>
          </a:xfrm>
        </p:spPr>
        <p:txBody>
          <a:bodyPr anchor="t">
            <a:noAutofit/>
          </a:bodyPr>
          <a:lstStyle>
            <a:lvl1pPr marL="0" indent="0" algn="l">
              <a:buNone/>
              <a:defRPr sz="260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A8ED90A8-7525-1B2C-FACF-0A70191543F4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 flipH="1">
            <a:off x="6601377" y="0"/>
            <a:ext cx="5590623" cy="6858000"/>
          </a:xfrm>
          <a:custGeom>
            <a:avLst/>
            <a:gdLst>
              <a:gd name="connsiteX0" fmla="*/ 0 w 5590623"/>
              <a:gd name="connsiteY0" fmla="*/ 0 h 6858000"/>
              <a:gd name="connsiteX1" fmla="*/ 5590623 w 5590623"/>
              <a:gd name="connsiteY1" fmla="*/ 0 h 6858000"/>
              <a:gd name="connsiteX2" fmla="*/ 5590623 w 5590623"/>
              <a:gd name="connsiteY2" fmla="*/ 5112985 h 6858000"/>
              <a:gd name="connsiteX3" fmla="*/ 3845608 w 5590623"/>
              <a:gd name="connsiteY3" fmla="*/ 6858000 h 6858000"/>
              <a:gd name="connsiteX4" fmla="*/ 99715 w 5590623"/>
              <a:gd name="connsiteY4" fmla="*/ 6858000 h 6858000"/>
              <a:gd name="connsiteX5" fmla="*/ 0 w 5590623"/>
              <a:gd name="connsiteY5" fmla="*/ 685296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590623" h="6858000">
                <a:moveTo>
                  <a:pt x="0" y="0"/>
                </a:moveTo>
                <a:lnTo>
                  <a:pt x="5590623" y="0"/>
                </a:lnTo>
                <a:lnTo>
                  <a:pt x="5590623" y="5112985"/>
                </a:lnTo>
                <a:cubicBezTo>
                  <a:pt x="5590623" y="6076730"/>
                  <a:pt x="4809354" y="6858000"/>
                  <a:pt x="3845608" y="6858000"/>
                </a:cubicBezTo>
                <a:lnTo>
                  <a:pt x="99715" y="6858000"/>
                </a:lnTo>
                <a:lnTo>
                  <a:pt x="0" y="6852965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22" name="Date Placeholder 3">
            <a:extLst>
              <a:ext uri="{FF2B5EF4-FFF2-40B4-BE49-F238E27FC236}">
                <a16:creationId xmlns:a16="http://schemas.microsoft.com/office/drawing/2014/main" id="{EC5FC4FE-969C-3430-8E2D-D1961B0E5B6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6/9/2025</a:t>
            </a:fld>
            <a:endParaRPr lang="x-none"/>
          </a:p>
        </p:txBody>
      </p:sp>
      <p:sp>
        <p:nvSpPr>
          <p:cNvPr id="23" name="Footer Placeholder 4">
            <a:extLst>
              <a:ext uri="{FF2B5EF4-FFF2-40B4-BE49-F238E27FC236}">
                <a16:creationId xmlns:a16="http://schemas.microsoft.com/office/drawing/2014/main" id="{02AF8041-59E3-15F2-6902-E9C22C3331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24" name="Slide Number Placeholder 5">
            <a:extLst>
              <a:ext uri="{FF2B5EF4-FFF2-40B4-BE49-F238E27FC236}">
                <a16:creationId xmlns:a16="http://schemas.microsoft.com/office/drawing/2014/main" id="{D27CEAE8-ACAD-92D0-B0A7-F2FED32A53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0529182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892300" y="1028699"/>
            <a:ext cx="8432800" cy="3683001"/>
          </a:xfrm>
        </p:spPr>
        <p:txBody>
          <a:bodyPr anchor="b">
            <a:noAutofit/>
          </a:bodyPr>
          <a:lstStyle>
            <a:lvl1pPr algn="ctr">
              <a:lnSpc>
                <a:spcPct val="100000"/>
              </a:lnSpc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892300" y="4876799"/>
            <a:ext cx="8432800" cy="1099109"/>
          </a:xfrm>
        </p:spPr>
        <p:txBody>
          <a:bodyPr anchor="t">
            <a:noAutofit/>
          </a:bodyPr>
          <a:lstStyle>
            <a:lvl1pPr marL="0" indent="0" algn="ctr">
              <a:lnSpc>
                <a:spcPct val="100000"/>
              </a:lnSpc>
              <a:buNone/>
              <a:defRPr sz="26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0EA5083-CBDA-234C-ADF4-DE0F10961CA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6/9/2025</a:t>
            </a:fld>
            <a:endParaRPr lang="x-none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B46CB32-AE1A-C161-F8AD-B5C4C197C05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B321B52-8912-5727-807C-9B371A898A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0632073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, 5 Text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8">
            <a:extLst>
              <a:ext uri="{FF2B5EF4-FFF2-40B4-BE49-F238E27FC236}">
                <a16:creationId xmlns:a16="http://schemas.microsoft.com/office/drawing/2014/main" id="{D3B1BB6E-B06C-A17C-8C3E-79EABCBE4E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986779" y="2576993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17" name="Rectangle 40">
            <a:extLst>
              <a:ext uri="{FF2B5EF4-FFF2-40B4-BE49-F238E27FC236}">
                <a16:creationId xmlns:a16="http://schemas.microsoft.com/office/drawing/2014/main" id="{0731A7D4-E0B1-9EFC-60E9-55B28D5F02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986779" y="3726576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18" name="Rectangle 48">
            <a:extLst>
              <a:ext uri="{FF2B5EF4-FFF2-40B4-BE49-F238E27FC236}">
                <a16:creationId xmlns:a16="http://schemas.microsoft.com/office/drawing/2014/main" id="{F379DD77-5A9A-AFFB-A8F9-07D52E7790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986779" y="4890570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20" name="Rectangle 89">
            <a:extLst>
              <a:ext uri="{FF2B5EF4-FFF2-40B4-BE49-F238E27FC236}">
                <a16:creationId xmlns:a16="http://schemas.microsoft.com/office/drawing/2014/main" id="{8D81854D-7A68-8152-BE67-C5FD9CA58A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307406" y="2576993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19" name="Rectangle 81">
            <a:extLst>
              <a:ext uri="{FF2B5EF4-FFF2-40B4-BE49-F238E27FC236}">
                <a16:creationId xmlns:a16="http://schemas.microsoft.com/office/drawing/2014/main" id="{EA9BC805-8AC0-6973-6307-402D4873D2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307406" y="3726576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81915" y="1058974"/>
            <a:ext cx="7839200" cy="814279"/>
          </a:xfrm>
        </p:spPr>
        <p:txBody>
          <a:bodyPr lIns="0" tIns="0" rIns="0" bIns="0" anchor="b">
            <a:no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922A121-F74E-1DBB-F90E-9ECA5D27387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64941" y="2587692"/>
            <a:ext cx="511674" cy="444763"/>
          </a:xfrm>
        </p:spPr>
        <p:txBody>
          <a:bodyPr anchor="ctr"/>
          <a:lstStyle>
            <a:lvl1pPr marL="0" indent="0" algn="ctr">
              <a:buNone/>
              <a:defRPr sz="1800" b="1">
                <a:solidFill>
                  <a:schemeClr val="bg2"/>
                </a:solidFill>
                <a:latin typeface="+mj-lt"/>
              </a:defRPr>
            </a:lvl1pPr>
            <a:lvl2pPr>
              <a:defRPr sz="1800">
                <a:latin typeface="+mj-lt"/>
              </a:defRPr>
            </a:lvl2pPr>
            <a:lvl3pPr>
              <a:defRPr sz="1800">
                <a:latin typeface="+mj-lt"/>
              </a:defRPr>
            </a:lvl3pPr>
            <a:lvl4pPr>
              <a:defRPr sz="1800">
                <a:latin typeface="+mj-lt"/>
              </a:defRPr>
            </a:lvl4pPr>
            <a:lvl5pPr>
              <a:defRPr sz="1800">
                <a:latin typeface="+mj-lt"/>
              </a:defRPr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41A28972-BB4A-9DE5-EC1C-17EC2CEC12C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722438" y="2255838"/>
            <a:ext cx="4381500" cy="1111250"/>
          </a:xfrm>
        </p:spPr>
        <p:txBody>
          <a:bodyPr anchor="ctr"/>
          <a:lstStyle>
            <a:lvl1pPr marL="0" indent="0">
              <a:lnSpc>
                <a:spcPct val="100000"/>
              </a:lnSpc>
              <a:buFontTx/>
              <a:buNone/>
              <a:defRPr sz="1800" b="1">
                <a:latin typeface="+mj-lt"/>
              </a:defRPr>
            </a:lvl1pPr>
            <a:lvl2pPr>
              <a:lnSpc>
                <a:spcPct val="100000"/>
              </a:lnSpc>
              <a:defRPr sz="1800" b="1"/>
            </a:lvl2pPr>
            <a:lvl3pPr>
              <a:lnSpc>
                <a:spcPct val="100000"/>
              </a:lnSpc>
              <a:defRPr sz="1800" b="1"/>
            </a:lvl3pPr>
            <a:lvl4pPr>
              <a:lnSpc>
                <a:spcPct val="100000"/>
              </a:lnSpc>
              <a:defRPr sz="1800" b="1"/>
            </a:lvl4pPr>
            <a:lvl5pPr>
              <a:lnSpc>
                <a:spcPct val="100000"/>
              </a:lnSpc>
              <a:defRPr sz="1800" b="1"/>
            </a:lvl5pPr>
          </a:lstStyle>
          <a:p>
            <a:pPr lvl="0"/>
            <a:r>
              <a:rPr lang="en-GB" altLang="zh-CN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A1934284-00BE-576C-F2BA-050CD34490BA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64941" y="3736734"/>
            <a:ext cx="511674" cy="444763"/>
          </a:xfrm>
        </p:spPr>
        <p:txBody>
          <a:bodyPr anchor="ctr"/>
          <a:lstStyle>
            <a:lvl1pPr marL="0" indent="0" algn="ctr">
              <a:buNone/>
              <a:defRPr sz="1800" b="1">
                <a:solidFill>
                  <a:schemeClr val="bg2"/>
                </a:solidFill>
                <a:latin typeface="+mj-lt"/>
              </a:defRPr>
            </a:lvl1pPr>
            <a:lvl2pPr>
              <a:defRPr sz="1800">
                <a:latin typeface="+mj-lt"/>
              </a:defRPr>
            </a:lvl2pPr>
            <a:lvl3pPr>
              <a:defRPr sz="1800">
                <a:latin typeface="+mj-lt"/>
              </a:defRPr>
            </a:lvl3pPr>
            <a:lvl4pPr>
              <a:defRPr sz="1800">
                <a:latin typeface="+mj-lt"/>
              </a:defRPr>
            </a:lvl4pPr>
            <a:lvl5pPr>
              <a:defRPr sz="1800">
                <a:latin typeface="+mj-lt"/>
              </a:defRPr>
            </a:lvl5pPr>
          </a:lstStyle>
          <a:p>
            <a:pPr lvl="0"/>
            <a:r>
              <a:rPr lang="en-US"/>
              <a:t>02</a:t>
            </a:r>
          </a:p>
        </p:txBody>
      </p:sp>
      <p:sp>
        <p:nvSpPr>
          <p:cNvPr id="22" name="Text Placeholder 7">
            <a:extLst>
              <a:ext uri="{FF2B5EF4-FFF2-40B4-BE49-F238E27FC236}">
                <a16:creationId xmlns:a16="http://schemas.microsoft.com/office/drawing/2014/main" id="{2D4614F8-0641-9496-CFCF-28C79812257F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722438" y="3409558"/>
            <a:ext cx="4381500" cy="1111250"/>
          </a:xfrm>
        </p:spPr>
        <p:txBody>
          <a:bodyPr anchor="ctr"/>
          <a:lstStyle>
            <a:lvl1pPr marL="0" indent="0">
              <a:lnSpc>
                <a:spcPct val="100000"/>
              </a:lnSpc>
              <a:buFontTx/>
              <a:buNone/>
              <a:defRPr sz="1800" b="1">
                <a:latin typeface="+mj-lt"/>
              </a:defRPr>
            </a:lvl1pPr>
            <a:lvl2pPr marL="457200" indent="0">
              <a:lnSpc>
                <a:spcPct val="100000"/>
              </a:lnSpc>
              <a:buFontTx/>
              <a:buNone/>
              <a:defRPr sz="1800" b="1"/>
            </a:lvl2pPr>
            <a:lvl3pPr marL="914400" indent="0">
              <a:lnSpc>
                <a:spcPct val="100000"/>
              </a:lnSpc>
              <a:buFontTx/>
              <a:buNone/>
              <a:defRPr sz="1800" b="1"/>
            </a:lvl3pPr>
            <a:lvl4pPr marL="1371600" indent="0">
              <a:lnSpc>
                <a:spcPct val="100000"/>
              </a:lnSpc>
              <a:buFontTx/>
              <a:buNone/>
              <a:defRPr sz="1800" b="1"/>
            </a:lvl4pPr>
            <a:lvl5pPr marL="1828800" indent="0">
              <a:lnSpc>
                <a:spcPct val="100000"/>
              </a:lnSpc>
              <a:buFontTx/>
              <a:buNone/>
              <a:defRPr sz="1800" b="1"/>
            </a:lvl5pPr>
          </a:lstStyle>
          <a:p>
            <a:pPr lvl="0"/>
            <a:r>
              <a:rPr lang="en-GB" altLang="zh-CN"/>
              <a:t>Click to edit Master text styles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104425C6-1E3A-2D07-F971-EA5DD926CB83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964941" y="4888713"/>
            <a:ext cx="511674" cy="444763"/>
          </a:xfrm>
        </p:spPr>
        <p:txBody>
          <a:bodyPr anchor="ctr"/>
          <a:lstStyle>
            <a:lvl1pPr marL="0" indent="0" algn="ctr">
              <a:buNone/>
              <a:defRPr sz="1800" b="1">
                <a:solidFill>
                  <a:schemeClr val="bg2"/>
                </a:solidFill>
                <a:latin typeface="+mj-lt"/>
              </a:defRPr>
            </a:lvl1pPr>
            <a:lvl2pPr>
              <a:defRPr sz="1800">
                <a:latin typeface="+mj-lt"/>
              </a:defRPr>
            </a:lvl2pPr>
            <a:lvl3pPr>
              <a:defRPr sz="1800">
                <a:latin typeface="+mj-lt"/>
              </a:defRPr>
            </a:lvl3pPr>
            <a:lvl4pPr>
              <a:defRPr sz="1800">
                <a:latin typeface="+mj-lt"/>
              </a:defRPr>
            </a:lvl4pPr>
            <a:lvl5pPr>
              <a:defRPr sz="1800">
                <a:latin typeface="+mj-lt"/>
              </a:defRPr>
            </a:lvl5pPr>
          </a:lstStyle>
          <a:p>
            <a:pPr lvl="0"/>
            <a:r>
              <a:rPr lang="en-US"/>
              <a:t>03</a:t>
            </a:r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F10C586E-C370-0572-962A-51D7AD99CB16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1722438" y="4563278"/>
            <a:ext cx="4381500" cy="1111250"/>
          </a:xfrm>
        </p:spPr>
        <p:txBody>
          <a:bodyPr anchor="ctr"/>
          <a:lstStyle>
            <a:lvl1pPr marL="0" indent="0">
              <a:lnSpc>
                <a:spcPct val="100000"/>
              </a:lnSpc>
              <a:buFontTx/>
              <a:buNone/>
              <a:defRPr sz="1800" b="1">
                <a:latin typeface="+mj-lt"/>
              </a:defRPr>
            </a:lvl1pPr>
            <a:lvl2pPr marL="457200" indent="0">
              <a:lnSpc>
                <a:spcPct val="100000"/>
              </a:lnSpc>
              <a:buFontTx/>
              <a:buNone/>
              <a:defRPr sz="1800" b="1"/>
            </a:lvl2pPr>
            <a:lvl3pPr marL="914400" indent="0">
              <a:lnSpc>
                <a:spcPct val="100000"/>
              </a:lnSpc>
              <a:buFontTx/>
              <a:buNone/>
              <a:defRPr sz="1800" b="1"/>
            </a:lvl3pPr>
            <a:lvl4pPr marL="1371600" indent="0">
              <a:lnSpc>
                <a:spcPct val="100000"/>
              </a:lnSpc>
              <a:buFontTx/>
              <a:buNone/>
              <a:defRPr sz="1800" b="1"/>
            </a:lvl4pPr>
            <a:lvl5pPr marL="1828800" indent="0">
              <a:lnSpc>
                <a:spcPct val="100000"/>
              </a:lnSpc>
              <a:buFontTx/>
              <a:buNone/>
              <a:defRPr sz="1800" b="1"/>
            </a:lvl5pPr>
          </a:lstStyle>
          <a:p>
            <a:pPr lvl="0"/>
            <a:r>
              <a:rPr lang="en-GB" altLang="zh-CN"/>
              <a:t>Click to edit Master text styles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676BF66F-CB64-BBEF-FBC9-3B4A250FF543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285543" y="2590187"/>
            <a:ext cx="511674" cy="444763"/>
          </a:xfrm>
        </p:spPr>
        <p:txBody>
          <a:bodyPr anchor="ctr"/>
          <a:lstStyle>
            <a:lvl1pPr marL="0" indent="0" algn="ctr">
              <a:buNone/>
              <a:defRPr sz="1800" b="1">
                <a:solidFill>
                  <a:schemeClr val="bg2"/>
                </a:solidFill>
                <a:latin typeface="+mj-lt"/>
              </a:defRPr>
            </a:lvl1pPr>
            <a:lvl2pPr>
              <a:defRPr sz="1800">
                <a:latin typeface="+mj-lt"/>
              </a:defRPr>
            </a:lvl2pPr>
            <a:lvl3pPr>
              <a:defRPr sz="1800">
                <a:latin typeface="+mj-lt"/>
              </a:defRPr>
            </a:lvl3pPr>
            <a:lvl4pPr>
              <a:defRPr sz="1800">
                <a:latin typeface="+mj-lt"/>
              </a:defRPr>
            </a:lvl4pPr>
            <a:lvl5pPr>
              <a:defRPr sz="1800">
                <a:latin typeface="+mj-lt"/>
              </a:defRPr>
            </a:lvl5pPr>
          </a:lstStyle>
          <a:p>
            <a:pPr lvl="0"/>
            <a:r>
              <a:rPr lang="en-US"/>
              <a:t>04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C15F872C-5958-E6E3-B049-C7D76BD6022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047318" y="2244289"/>
            <a:ext cx="4381500" cy="1111250"/>
          </a:xfrm>
        </p:spPr>
        <p:txBody>
          <a:bodyPr anchor="ctr"/>
          <a:lstStyle>
            <a:lvl1pPr marL="0" indent="0">
              <a:lnSpc>
                <a:spcPct val="100000"/>
              </a:lnSpc>
              <a:buFontTx/>
              <a:buNone/>
              <a:defRPr sz="1800" b="1">
                <a:latin typeface="+mj-lt"/>
              </a:defRPr>
            </a:lvl1pPr>
            <a:lvl2pPr marL="457200" indent="0">
              <a:lnSpc>
                <a:spcPct val="100000"/>
              </a:lnSpc>
              <a:buFontTx/>
              <a:buNone/>
              <a:defRPr sz="1800" b="1"/>
            </a:lvl2pPr>
            <a:lvl3pPr marL="914400" indent="0">
              <a:lnSpc>
                <a:spcPct val="100000"/>
              </a:lnSpc>
              <a:buFontTx/>
              <a:buNone/>
              <a:defRPr sz="1800" b="1"/>
            </a:lvl3pPr>
            <a:lvl4pPr marL="1371600" indent="0">
              <a:lnSpc>
                <a:spcPct val="100000"/>
              </a:lnSpc>
              <a:buFontTx/>
              <a:buNone/>
              <a:defRPr sz="1800" b="1"/>
            </a:lvl4pPr>
            <a:lvl5pPr marL="1828800" indent="0">
              <a:lnSpc>
                <a:spcPct val="100000"/>
              </a:lnSpc>
              <a:buFontTx/>
              <a:buNone/>
              <a:defRPr sz="1800" b="1"/>
            </a:lvl5pPr>
          </a:lstStyle>
          <a:p>
            <a:pPr lvl="0"/>
            <a:r>
              <a:rPr lang="en-GB" altLang="zh-CN"/>
              <a:t>Click to edit Master text styles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9563155-4732-CF95-38F9-9E62545CF208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285543" y="3736734"/>
            <a:ext cx="511674" cy="444763"/>
          </a:xfrm>
        </p:spPr>
        <p:txBody>
          <a:bodyPr anchor="ctr"/>
          <a:lstStyle>
            <a:lvl1pPr marL="0" indent="0" algn="ctr">
              <a:buNone/>
              <a:defRPr sz="1800" b="1">
                <a:solidFill>
                  <a:schemeClr val="bg2"/>
                </a:solidFill>
                <a:latin typeface="+mj-lt"/>
              </a:defRPr>
            </a:lvl1pPr>
            <a:lvl2pPr>
              <a:defRPr sz="1800">
                <a:latin typeface="+mj-lt"/>
              </a:defRPr>
            </a:lvl2pPr>
            <a:lvl3pPr>
              <a:defRPr sz="1800">
                <a:latin typeface="+mj-lt"/>
              </a:defRPr>
            </a:lvl3pPr>
            <a:lvl4pPr>
              <a:defRPr sz="1800">
                <a:latin typeface="+mj-lt"/>
              </a:defRPr>
            </a:lvl4pPr>
            <a:lvl5pPr>
              <a:defRPr sz="1800">
                <a:latin typeface="+mj-lt"/>
              </a:defRPr>
            </a:lvl5pPr>
          </a:lstStyle>
          <a:p>
            <a:pPr lvl="0"/>
            <a:r>
              <a:rPr lang="en-US"/>
              <a:t>05</a:t>
            </a:r>
          </a:p>
        </p:txBody>
      </p:sp>
      <p:sp>
        <p:nvSpPr>
          <p:cNvPr id="23" name="Text Placeholder 7">
            <a:extLst>
              <a:ext uri="{FF2B5EF4-FFF2-40B4-BE49-F238E27FC236}">
                <a16:creationId xmlns:a16="http://schemas.microsoft.com/office/drawing/2014/main" id="{48632D52-9F72-E6F7-9843-8646F95B5FA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047318" y="3398009"/>
            <a:ext cx="4381500" cy="1111250"/>
          </a:xfrm>
        </p:spPr>
        <p:txBody>
          <a:bodyPr anchor="ctr"/>
          <a:lstStyle>
            <a:lvl1pPr marL="0" indent="0">
              <a:lnSpc>
                <a:spcPct val="100000"/>
              </a:lnSpc>
              <a:buFontTx/>
              <a:buNone/>
              <a:defRPr sz="1800" b="1">
                <a:latin typeface="+mj-lt"/>
              </a:defRPr>
            </a:lvl1pPr>
            <a:lvl2pPr marL="457200" indent="0">
              <a:lnSpc>
                <a:spcPct val="100000"/>
              </a:lnSpc>
              <a:buFontTx/>
              <a:buNone/>
              <a:defRPr sz="1800" b="1"/>
            </a:lvl2pPr>
            <a:lvl3pPr marL="914400" indent="0">
              <a:lnSpc>
                <a:spcPct val="100000"/>
              </a:lnSpc>
              <a:buFontTx/>
              <a:buNone/>
              <a:defRPr sz="1800" b="1"/>
            </a:lvl3pPr>
            <a:lvl4pPr marL="1371600" indent="0">
              <a:lnSpc>
                <a:spcPct val="100000"/>
              </a:lnSpc>
              <a:buFontTx/>
              <a:buNone/>
              <a:defRPr sz="1800" b="1"/>
            </a:lvl4pPr>
            <a:lvl5pPr marL="1828800" indent="0">
              <a:lnSpc>
                <a:spcPct val="100000"/>
              </a:lnSpc>
              <a:buFontTx/>
              <a:buNone/>
              <a:defRPr sz="1800" b="1"/>
            </a:lvl5pPr>
          </a:lstStyle>
          <a:p>
            <a:pPr lvl="0"/>
            <a:r>
              <a:rPr lang="en-GB" altLang="zh-CN"/>
              <a:t>Click to edit Master text styles</a:t>
            </a:r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CE8E960A-184B-47C0-C68F-43E1F03C64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6/9/2025</a:t>
            </a:fld>
            <a:endParaRPr lang="x-none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34D0DFAE-ECB5-DB29-9C6B-1662CE0653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909268C7-DA35-8A6D-469A-DEC704288E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F0DBA6A-1CB5-96D5-F35C-B3AFB4AB37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4750" y="2531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D5ED06C3-D451-CC0C-50D8-69D1AB8723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88588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020874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81915" y="1058974"/>
            <a:ext cx="7839200" cy="814279"/>
          </a:xfrm>
        </p:spPr>
        <p:txBody>
          <a:bodyPr lIns="0" tIns="0" rIns="0" bIns="0" anchor="b">
            <a:no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1915AA-7D4E-CEF2-0E27-CA6FB479DB37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81914" y="2032000"/>
            <a:ext cx="10371883" cy="398303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CE8E960A-184B-47C0-C68F-43E1F03C64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78005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6/9/2025</a:t>
            </a:fld>
            <a:endParaRPr lang="x-none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34D0DFAE-ECB5-DB29-9C6B-1662CE0653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909268C7-DA35-8A6D-469A-DEC704288E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F0DBA6A-1CB5-96D5-F35C-B3AFB4AB37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4750" y="2531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D5ED06C3-D451-CC0C-50D8-69D1AB8723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88588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77478881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1 (Max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001" y="831919"/>
            <a:ext cx="10504000" cy="528186"/>
          </a:xfrm>
        </p:spPr>
        <p:txBody>
          <a:bodyPr anchor="ctr">
            <a:no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E18C40-517B-C014-D81B-823BAE2FD5A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49798" y="1542474"/>
            <a:ext cx="10504000" cy="447256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5526D3A9-25EF-273F-0E13-3524534685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6/9/2025</a:t>
            </a:fld>
            <a:endParaRPr lang="x-none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3636B9F0-0AA4-2C68-C74E-D1921EFEE7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DA9B5B83-6D7B-707F-F948-6BD712772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4E29DE8E-07F5-D1B2-C0AF-4DDB3060CA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4750" y="2531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5AFC956-0159-EEB8-6BC1-9C3F1B1AE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88588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345989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Only (Max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-1325880"/>
            <a:ext cx="10515600" cy="1325880"/>
          </a:xfrm>
        </p:spPr>
        <p:txBody>
          <a:bodyPr anchor="ctr"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04095B0E-61E1-13CE-6F7F-EE3F7FD0FD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38198" y="314036"/>
            <a:ext cx="10515600" cy="570100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79A793-2C0E-8F06-4362-96A1983B58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6/9/2025</a:t>
            </a:fld>
            <a:endParaRPr lang="x-non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2C9044-6596-30C3-95FD-F186F8096A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E5F415-CF39-9236-9576-0DF9F95C15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1784325041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000" y="831918"/>
            <a:ext cx="10504000" cy="848979"/>
          </a:xfrm>
        </p:spPr>
        <p:txBody>
          <a:bodyPr/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04FB75-D5E0-9511-4FD2-C68C1C091E5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49799" y="1847276"/>
            <a:ext cx="10498202" cy="4167764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15" name="Date Placeholder 3">
            <a:extLst>
              <a:ext uri="{FF2B5EF4-FFF2-40B4-BE49-F238E27FC236}">
                <a16:creationId xmlns:a16="http://schemas.microsoft.com/office/drawing/2014/main" id="{C1F12379-188A-C977-1150-3E5925DBE4B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6/9/2025</a:t>
            </a:fld>
            <a:endParaRPr lang="x-none"/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CBBEF7DA-BA6D-A07F-F03E-2BC9F8B311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FC858912-AA2F-5EAF-FCD4-B77FA992F0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11" name="Straight Connector 31">
            <a:extLst>
              <a:ext uri="{FF2B5EF4-FFF2-40B4-BE49-F238E27FC236}">
                <a16:creationId xmlns:a16="http://schemas.microsoft.com/office/drawing/2014/main" id="{D429890D-AAF9-8BC9-BD12-23ABDAA045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4750" y="2531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32">
            <a:extLst>
              <a:ext uri="{FF2B5EF4-FFF2-40B4-BE49-F238E27FC236}">
                <a16:creationId xmlns:a16="http://schemas.microsoft.com/office/drawing/2014/main" id="{4611981F-BBC7-0DC8-FC22-8FF2B06CB4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88588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6798546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8347" y="2385975"/>
            <a:ext cx="4325112" cy="2454796"/>
          </a:xfrm>
        </p:spPr>
        <p:txBody>
          <a:bodyPr anchor="t"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74D1E701-C09D-5C9D-D6F0-B24CF24DE81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624949" y="2385975"/>
            <a:ext cx="5728848" cy="245479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DFB65093-A00A-3EDD-C0C5-4CDFFD32BAB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6/9/2025</a:t>
            </a:fld>
            <a:endParaRPr lang="x-none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3D35FF5-CE2E-247E-ACA9-67EA0D25845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AC35B66F-F94E-7191-89B2-9BC080EC53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19" name="Straight Connector 31">
            <a:extLst>
              <a:ext uri="{FF2B5EF4-FFF2-40B4-BE49-F238E27FC236}">
                <a16:creationId xmlns:a16="http://schemas.microsoft.com/office/drawing/2014/main" id="{318DEC2A-2948-AEF3-C9E8-2ED520DE08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4750" y="2531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32">
            <a:extLst>
              <a:ext uri="{FF2B5EF4-FFF2-40B4-BE49-F238E27FC236}">
                <a16:creationId xmlns:a16="http://schemas.microsoft.com/office/drawing/2014/main" id="{6F8E1B26-93AA-F87D-FBC9-B4B64DEAF7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88588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8825614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8347" y="2258568"/>
            <a:ext cx="3813048" cy="3557016"/>
          </a:xfrm>
        </p:spPr>
        <p:txBody>
          <a:bodyPr anchor="t"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67179A23-77F8-DF71-F294-EBB8C50418C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126188" y="2258569"/>
            <a:ext cx="6227609" cy="355701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DE5B8C-BD87-04ED-9CEF-4AFD2D0C89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6/9/2025</a:t>
            </a:fld>
            <a:endParaRPr lang="x-non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71EFC9-7505-F7FF-CF6B-86AB994377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1F0AB1-6FFC-E765-BFAA-96D0299632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12" name="Straight Connector 31">
            <a:extLst>
              <a:ext uri="{FF2B5EF4-FFF2-40B4-BE49-F238E27FC236}">
                <a16:creationId xmlns:a16="http://schemas.microsoft.com/office/drawing/2014/main" id="{4489C308-841C-D2A7-8515-411CB01686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4750" y="2531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32">
            <a:extLst>
              <a:ext uri="{FF2B5EF4-FFF2-40B4-BE49-F238E27FC236}">
                <a16:creationId xmlns:a16="http://schemas.microsoft.com/office/drawing/2014/main" id="{B60E0D5B-082D-4EB9-B1D4-EF2D236B05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88588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32">
            <a:extLst>
              <a:ext uri="{FF2B5EF4-FFF2-40B4-BE49-F238E27FC236}">
                <a16:creationId xmlns:a16="http://schemas.microsoft.com/office/drawing/2014/main" id="{5B814A6C-6187-44A9-CE55-07E0F6A33C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03411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31">
            <a:extLst>
              <a:ext uri="{FF2B5EF4-FFF2-40B4-BE49-F238E27FC236}">
                <a16:creationId xmlns:a16="http://schemas.microsoft.com/office/drawing/2014/main" id="{CCF56FCA-E9F5-CED2-901F-8A806CBEC2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6412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403636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1109587"/>
            <a:ext cx="4145582" cy="4638825"/>
          </a:xfrm>
        </p:spPr>
        <p:txBody>
          <a:bodyPr anchor="t"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8BE3F9A9-6F1E-9A87-9F34-719BDBBB170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6/9/2025</a:t>
            </a:fld>
            <a:endParaRPr lang="x-none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A034BEAC-979B-C481-66E0-57CBE849F20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633B9A1-B856-0C6C-BE29-3F7047578B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17" name="Straight Connector 31">
            <a:extLst>
              <a:ext uri="{FF2B5EF4-FFF2-40B4-BE49-F238E27FC236}">
                <a16:creationId xmlns:a16="http://schemas.microsoft.com/office/drawing/2014/main" id="{574AC177-8C09-79F3-8CC6-DA60495C44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4750" y="2531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32">
            <a:extLst>
              <a:ext uri="{FF2B5EF4-FFF2-40B4-BE49-F238E27FC236}">
                <a16:creationId xmlns:a16="http://schemas.microsoft.com/office/drawing/2014/main" id="{B15B36F5-13CB-A1A3-0ECD-756964BC06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88588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32">
            <a:extLst>
              <a:ext uri="{FF2B5EF4-FFF2-40B4-BE49-F238E27FC236}">
                <a16:creationId xmlns:a16="http://schemas.microsoft.com/office/drawing/2014/main" id="{8D56DEF8-59B1-77EC-4BF9-9B1E066C87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03411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31">
            <a:extLst>
              <a:ext uri="{FF2B5EF4-FFF2-40B4-BE49-F238E27FC236}">
                <a16:creationId xmlns:a16="http://schemas.microsoft.com/office/drawing/2014/main" id="{EAC0D963-F67D-C0B7-83D7-3531328163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6412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18E2A2FC-47FE-82C3-DDCE-775263AF6B3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227784" y="1109588"/>
            <a:ext cx="6126013" cy="463882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784226160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77456"/>
            <a:ext cx="4142232" cy="4940661"/>
          </a:xfrm>
        </p:spPr>
        <p:txBody>
          <a:bodyPr anchor="t"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4B042FA-40F9-5B1B-253A-F9E4CE1EFE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6/9/2025</a:t>
            </a:fld>
            <a:endParaRPr lang="x-none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8217913B-B30A-FA59-DEB0-EE00CE0E244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E0BC0D2D-F6C3-AAB2-BE9B-976038A367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18" name="Straight Connector 31">
            <a:extLst>
              <a:ext uri="{FF2B5EF4-FFF2-40B4-BE49-F238E27FC236}">
                <a16:creationId xmlns:a16="http://schemas.microsoft.com/office/drawing/2014/main" id="{233E3486-94FE-93B7-B905-AD9FCF0CBC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4750" y="2531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32">
            <a:extLst>
              <a:ext uri="{FF2B5EF4-FFF2-40B4-BE49-F238E27FC236}">
                <a16:creationId xmlns:a16="http://schemas.microsoft.com/office/drawing/2014/main" id="{911974C7-CCAB-1907-BE37-42979777A4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88588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32">
            <a:extLst>
              <a:ext uri="{FF2B5EF4-FFF2-40B4-BE49-F238E27FC236}">
                <a16:creationId xmlns:a16="http://schemas.microsoft.com/office/drawing/2014/main" id="{06A3D12A-2FB9-F068-52F8-5ECB59CF79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03411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31">
            <a:extLst>
              <a:ext uri="{FF2B5EF4-FFF2-40B4-BE49-F238E27FC236}">
                <a16:creationId xmlns:a16="http://schemas.microsoft.com/office/drawing/2014/main" id="{F5C18F72-C84F-D063-4732-84EC0978CB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6412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9D273858-FBFD-DEAE-AD96-5C657A6EFD3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218548" y="877457"/>
            <a:ext cx="6135249" cy="494066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14737794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000" y="831919"/>
            <a:ext cx="3494314" cy="5194161"/>
          </a:xfrm>
        </p:spPr>
        <p:txBody>
          <a:bodyPr anchor="ctr"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ADE26A1A-0C2E-AA4F-2BFD-2FC457BEE9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6/9/2025</a:t>
            </a:fld>
            <a:endParaRPr lang="x-none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CE13558B-C550-D97A-0993-90E482774F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FB01AD3E-A936-38B4-4A48-03DBD2461E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11" name="Straight Connector 31">
            <a:extLst>
              <a:ext uri="{FF2B5EF4-FFF2-40B4-BE49-F238E27FC236}">
                <a16:creationId xmlns:a16="http://schemas.microsoft.com/office/drawing/2014/main" id="{6F7CAE20-16AA-488D-A148-9F47CEF0D1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4750" y="2531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32">
            <a:extLst>
              <a:ext uri="{FF2B5EF4-FFF2-40B4-BE49-F238E27FC236}">
                <a16:creationId xmlns:a16="http://schemas.microsoft.com/office/drawing/2014/main" id="{11F815CC-EECB-FB5B-68C1-C48FC508C7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88588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32">
            <a:extLst>
              <a:ext uri="{FF2B5EF4-FFF2-40B4-BE49-F238E27FC236}">
                <a16:creationId xmlns:a16="http://schemas.microsoft.com/office/drawing/2014/main" id="{EF9D6568-E832-17EE-6E8D-6D4F80BEF1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03411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31">
            <a:extLst>
              <a:ext uri="{FF2B5EF4-FFF2-40B4-BE49-F238E27FC236}">
                <a16:creationId xmlns:a16="http://schemas.microsoft.com/office/drawing/2014/main" id="{2EC9985A-8A31-E099-A519-A003E3B94C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6412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0781B36D-31CE-2315-D28B-4F83E6A8691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525829" y="831919"/>
            <a:ext cx="6822170" cy="5194159"/>
          </a:xfrm>
        </p:spPr>
        <p:txBody>
          <a:bodyPr anchor="ctr"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41775370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3503" y="740002"/>
            <a:ext cx="10664992" cy="1108799"/>
          </a:xfrm>
        </p:spPr>
        <p:txBody>
          <a:bodyPr anchor="b"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FBB123-E35D-F0AD-599A-36331CA67F5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763503" y="1930401"/>
            <a:ext cx="10664981" cy="1108798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FAD5CE30-2042-C9F0-1D52-67FF1CCCF5B8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 flipH="1">
            <a:off x="763503" y="3125456"/>
            <a:ext cx="10664990" cy="3003882"/>
          </a:xfrm>
          <a:custGeom>
            <a:avLst/>
            <a:gdLst>
              <a:gd name="connsiteX0" fmla="*/ 717565 w 10664990"/>
              <a:gd name="connsiteY0" fmla="*/ 0 h 3003882"/>
              <a:gd name="connsiteX1" fmla="*/ 10664990 w 10664990"/>
              <a:gd name="connsiteY1" fmla="*/ 0 h 3003882"/>
              <a:gd name="connsiteX2" fmla="*/ 10664990 w 10664990"/>
              <a:gd name="connsiteY2" fmla="*/ 2040791 h 3003882"/>
              <a:gd name="connsiteX3" fmla="*/ 9701899 w 10664990"/>
              <a:gd name="connsiteY3" fmla="*/ 3003882 h 3003882"/>
              <a:gd name="connsiteX4" fmla="*/ 0 w 10664990"/>
              <a:gd name="connsiteY4" fmla="*/ 3003882 h 3003882"/>
              <a:gd name="connsiteX5" fmla="*/ 0 w 10664990"/>
              <a:gd name="connsiteY5" fmla="*/ 807576 h 3003882"/>
              <a:gd name="connsiteX6" fmla="*/ 6866 w 10664990"/>
              <a:gd name="connsiteY6" fmla="*/ 739470 h 3003882"/>
              <a:gd name="connsiteX7" fmla="*/ 663997 w 10664990"/>
              <a:gd name="connsiteY7" fmla="*/ 13774 h 30038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664990" h="3003882">
                <a:moveTo>
                  <a:pt x="717565" y="0"/>
                </a:moveTo>
                <a:lnTo>
                  <a:pt x="10664990" y="0"/>
                </a:lnTo>
                <a:lnTo>
                  <a:pt x="10664990" y="2040791"/>
                </a:lnTo>
                <a:cubicBezTo>
                  <a:pt x="10664990" y="2572691"/>
                  <a:pt x="10233799" y="3003882"/>
                  <a:pt x="9701899" y="3003882"/>
                </a:cubicBezTo>
                <a:lnTo>
                  <a:pt x="0" y="3003882"/>
                </a:lnTo>
                <a:lnTo>
                  <a:pt x="0" y="807576"/>
                </a:lnTo>
                <a:lnTo>
                  <a:pt x="6866" y="739470"/>
                </a:lnTo>
                <a:cubicBezTo>
                  <a:pt x="77427" y="394648"/>
                  <a:pt x="332267" y="116953"/>
                  <a:pt x="663997" y="13774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8CA2A0CC-FD1D-090E-B032-2727A33C28F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6/9/2025</a:t>
            </a:fld>
            <a:endParaRPr lang="x-none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614E31B0-796E-475E-1937-AD368956E3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AF8FA102-64A1-8ADA-C519-B41858DD31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21" name="Straight Connector 31">
            <a:extLst>
              <a:ext uri="{FF2B5EF4-FFF2-40B4-BE49-F238E27FC236}">
                <a16:creationId xmlns:a16="http://schemas.microsoft.com/office/drawing/2014/main" id="{EBE4D70A-6370-D227-8C8A-E57CB8CE71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295486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32">
            <a:extLst>
              <a:ext uri="{FF2B5EF4-FFF2-40B4-BE49-F238E27FC236}">
                <a16:creationId xmlns:a16="http://schemas.microsoft.com/office/drawing/2014/main" id="{270487BC-62D0-8122-EE28-32BF73CE6A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54212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59289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0439" y="1447057"/>
            <a:ext cx="5950364" cy="2033790"/>
          </a:xfrm>
        </p:spPr>
        <p:txBody>
          <a:bodyPr anchor="b"/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07F25448-0DAF-84AF-957A-8B7DD3CAE29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80440" y="3666843"/>
            <a:ext cx="5950361" cy="178144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F619FEFE-FA24-AF33-24CC-8CF8C2EA533E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941163" y="1447057"/>
            <a:ext cx="4570398" cy="4001232"/>
          </a:xfrm>
          <a:custGeom>
            <a:avLst/>
            <a:gdLst>
              <a:gd name="connsiteX0" fmla="*/ 850828 w 4570398"/>
              <a:gd name="connsiteY0" fmla="*/ 0 h 4001232"/>
              <a:gd name="connsiteX1" fmla="*/ 4570398 w 4570398"/>
              <a:gd name="connsiteY1" fmla="*/ 0 h 4001232"/>
              <a:gd name="connsiteX2" fmla="*/ 4570398 w 4570398"/>
              <a:gd name="connsiteY2" fmla="*/ 4001232 h 4001232"/>
              <a:gd name="connsiteX3" fmla="*/ 0 w 4570398"/>
              <a:gd name="connsiteY3" fmla="*/ 4001232 h 4001232"/>
              <a:gd name="connsiteX4" fmla="*/ 0 w 4570398"/>
              <a:gd name="connsiteY4" fmla="*/ 850828 h 4001232"/>
              <a:gd name="connsiteX5" fmla="*/ 850828 w 4570398"/>
              <a:gd name="connsiteY5" fmla="*/ 0 h 40012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70398" h="4001232">
                <a:moveTo>
                  <a:pt x="850828" y="0"/>
                </a:moveTo>
                <a:lnTo>
                  <a:pt x="4570398" y="0"/>
                </a:lnTo>
                <a:lnTo>
                  <a:pt x="4570398" y="4001232"/>
                </a:lnTo>
                <a:lnTo>
                  <a:pt x="0" y="4001232"/>
                </a:lnTo>
                <a:lnTo>
                  <a:pt x="0" y="850828"/>
                </a:lnTo>
                <a:cubicBezTo>
                  <a:pt x="0" y="380929"/>
                  <a:pt x="380929" y="0"/>
                  <a:pt x="850828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4ABCDF30-736E-DDCD-8995-04081136DC6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6/9/2025</a:t>
            </a:fld>
            <a:endParaRPr lang="x-none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4DCB8639-0E62-F8EE-441C-1B7A70F4DE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E1946413-27AA-1378-FE96-418D83493E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46" name="Straight Connector 31">
            <a:extLst>
              <a:ext uri="{FF2B5EF4-FFF2-40B4-BE49-F238E27FC236}">
                <a16:creationId xmlns:a16="http://schemas.microsoft.com/office/drawing/2014/main" id="{6E886974-A437-755C-8DD2-D1FAF1F4CD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4750" y="270087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32">
            <a:extLst>
              <a:ext uri="{FF2B5EF4-FFF2-40B4-BE49-F238E27FC236}">
                <a16:creationId xmlns:a16="http://schemas.microsoft.com/office/drawing/2014/main" id="{A9ECFDDC-497E-4477-382E-22B08D2D26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88588" y="16934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210099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0000" y="825622"/>
            <a:ext cx="6858000" cy="932688"/>
          </a:xfrm>
        </p:spPr>
        <p:txBody>
          <a:bodyPr anchor="b"/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4000" y="831919"/>
            <a:ext cx="3374039" cy="5194161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0173E1F8-C04C-8FCF-9E14-B4E1DB2FFAA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490001" y="1876088"/>
            <a:ext cx="6858000" cy="413895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FC540298-18F9-BB50-4F7D-8DBF53B1A0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6/9/2025</a:t>
            </a:fld>
            <a:endParaRPr lang="x-none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3470C8BC-9567-FE0B-27FF-87FC864EAB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D7C8A89B-AF92-C4D9-9581-EF8D76660C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sp>
        <p:nvSpPr>
          <p:cNvPr id="20" name="Freeform: Shape 8">
            <a:extLst>
              <a:ext uri="{FF2B5EF4-FFF2-40B4-BE49-F238E27FC236}">
                <a16:creationId xmlns:a16="http://schemas.microsoft.com/office/drawing/2014/main" id="{6D6A59D5-A266-1465-E5EF-E8F22D2CF9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688000" y="1215042"/>
            <a:ext cx="504000" cy="661046"/>
          </a:xfrm>
          <a:custGeom>
            <a:avLst/>
            <a:gdLst>
              <a:gd name="connsiteX0" fmla="*/ 0 w 3383176"/>
              <a:gd name="connsiteY0" fmla="*/ 0 h 661046"/>
              <a:gd name="connsiteX1" fmla="*/ 3383176 w 3383176"/>
              <a:gd name="connsiteY1" fmla="*/ 0 h 661046"/>
              <a:gd name="connsiteX2" fmla="*/ 3383176 w 3383176"/>
              <a:gd name="connsiteY2" fmla="*/ 661046 h 661046"/>
              <a:gd name="connsiteX3" fmla="*/ 0 w 3383176"/>
              <a:gd name="connsiteY3" fmla="*/ 661046 h 6610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83176" h="661046">
                <a:moveTo>
                  <a:pt x="0" y="0"/>
                </a:moveTo>
                <a:lnTo>
                  <a:pt x="3383176" y="0"/>
                </a:lnTo>
                <a:lnTo>
                  <a:pt x="3383176" y="661046"/>
                </a:lnTo>
                <a:lnTo>
                  <a:pt x="0" y="661046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 sz="800"/>
          </a:p>
        </p:txBody>
      </p:sp>
      <p:cxnSp>
        <p:nvCxnSpPr>
          <p:cNvPr id="12" name="Straight Connector 31">
            <a:extLst>
              <a:ext uri="{FF2B5EF4-FFF2-40B4-BE49-F238E27FC236}">
                <a16:creationId xmlns:a16="http://schemas.microsoft.com/office/drawing/2014/main" id="{AC124138-469D-E937-2DC9-4834258748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295486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32">
            <a:extLst>
              <a:ext uri="{FF2B5EF4-FFF2-40B4-BE49-F238E27FC236}">
                <a16:creationId xmlns:a16="http://schemas.microsoft.com/office/drawing/2014/main" id="{4DCD94ED-A7C3-B922-5276-E0CFC541ED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54212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8742718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>
            <a:extLst>
              <a:ext uri="{FF2B5EF4-FFF2-40B4-BE49-F238E27FC236}">
                <a16:creationId xmlns:a16="http://schemas.microsoft.com/office/drawing/2014/main" id="{F416DC19-3EE2-3837-631A-80C6DAE26E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0439" y="1447057"/>
            <a:ext cx="5950364" cy="2033790"/>
          </a:xfrm>
        </p:spPr>
        <p:txBody>
          <a:bodyPr anchor="b"/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Content Placeholder 3">
            <a:extLst>
              <a:ext uri="{FF2B5EF4-FFF2-40B4-BE49-F238E27FC236}">
                <a16:creationId xmlns:a16="http://schemas.microsoft.com/office/drawing/2014/main" id="{DFD5174A-D175-9F7D-91D2-BF215C7FAC7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60401" y="3629901"/>
            <a:ext cx="5970402" cy="181837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25" name="Freeform: Shape 23">
            <a:extLst>
              <a:ext uri="{FF2B5EF4-FFF2-40B4-BE49-F238E27FC236}">
                <a16:creationId xmlns:a16="http://schemas.microsoft.com/office/drawing/2014/main" id="{89FDD3A7-399A-2E72-FF25-BF24500FF674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941163" y="1447057"/>
            <a:ext cx="4570398" cy="4001232"/>
          </a:xfrm>
          <a:custGeom>
            <a:avLst/>
            <a:gdLst>
              <a:gd name="connsiteX0" fmla="*/ 850828 w 4570398"/>
              <a:gd name="connsiteY0" fmla="*/ 0 h 4001232"/>
              <a:gd name="connsiteX1" fmla="*/ 4570398 w 4570398"/>
              <a:gd name="connsiteY1" fmla="*/ 0 h 4001232"/>
              <a:gd name="connsiteX2" fmla="*/ 4570398 w 4570398"/>
              <a:gd name="connsiteY2" fmla="*/ 4001232 h 4001232"/>
              <a:gd name="connsiteX3" fmla="*/ 0 w 4570398"/>
              <a:gd name="connsiteY3" fmla="*/ 4001232 h 4001232"/>
              <a:gd name="connsiteX4" fmla="*/ 0 w 4570398"/>
              <a:gd name="connsiteY4" fmla="*/ 850828 h 4001232"/>
              <a:gd name="connsiteX5" fmla="*/ 850828 w 4570398"/>
              <a:gd name="connsiteY5" fmla="*/ 0 h 40012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70398" h="4001232">
                <a:moveTo>
                  <a:pt x="850828" y="0"/>
                </a:moveTo>
                <a:lnTo>
                  <a:pt x="4570398" y="0"/>
                </a:lnTo>
                <a:lnTo>
                  <a:pt x="4570398" y="4001232"/>
                </a:lnTo>
                <a:lnTo>
                  <a:pt x="0" y="4001232"/>
                </a:lnTo>
                <a:lnTo>
                  <a:pt x="0" y="850828"/>
                </a:lnTo>
                <a:cubicBezTo>
                  <a:pt x="0" y="380929"/>
                  <a:pt x="380929" y="0"/>
                  <a:pt x="850828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6CF167BF-3D71-20AF-2E69-EA5752A6EF1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6/9/2025</a:t>
            </a:fld>
            <a:endParaRPr lang="x-none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BC953D09-438D-5340-80C3-D1668C25A4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91737F91-61A6-9573-FAEE-32AB394D0B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22" name="Straight Connector 32">
            <a:extLst>
              <a:ext uri="{FF2B5EF4-FFF2-40B4-BE49-F238E27FC236}">
                <a16:creationId xmlns:a16="http://schemas.microsoft.com/office/drawing/2014/main" id="{143CB0A4-DCC7-ECD1-D1DC-7A37717979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03411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31">
            <a:extLst>
              <a:ext uri="{FF2B5EF4-FFF2-40B4-BE49-F238E27FC236}">
                <a16:creationId xmlns:a16="http://schemas.microsoft.com/office/drawing/2014/main" id="{A52A0D3B-29E2-5893-0F38-FC610A31DC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6412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99121677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5613" y="831918"/>
            <a:ext cx="4361688" cy="1527048"/>
          </a:xfrm>
        </p:spPr>
        <p:txBody>
          <a:bodyPr anchor="b"/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4000" y="831918"/>
            <a:ext cx="5767509" cy="5194161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3D902598-98B0-111E-C570-D294DFF63A0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985613" y="2530765"/>
            <a:ext cx="4361688" cy="3484274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F530FC37-80EF-0A07-0887-E72EE2F2EA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6/9/2025</a:t>
            </a:fld>
            <a:endParaRPr lang="x-none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B5D7C95-B96F-1B15-0186-8CF2D27B0DC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E8935CD5-5B1B-FE89-B83F-E43E648ADA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7" name="Straight Connector 31">
            <a:extLst>
              <a:ext uri="{FF2B5EF4-FFF2-40B4-BE49-F238E27FC236}">
                <a16:creationId xmlns:a16="http://schemas.microsoft.com/office/drawing/2014/main" id="{CFFC6615-4187-7A83-63EE-BF6CF6B2BD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295486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32">
            <a:extLst>
              <a:ext uri="{FF2B5EF4-FFF2-40B4-BE49-F238E27FC236}">
                <a16:creationId xmlns:a16="http://schemas.microsoft.com/office/drawing/2014/main" id="{4A13F58F-07D6-B33D-BD64-C72F39E3D6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54212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90134048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B0E64AB3-51D9-9992-E51A-78ADA62E24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063" y="831918"/>
            <a:ext cx="4361688" cy="1527048"/>
          </a:xfrm>
        </p:spPr>
        <p:txBody>
          <a:bodyPr anchor="b"/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Content Placeholder 3">
            <a:extLst>
              <a:ext uri="{FF2B5EF4-FFF2-40B4-BE49-F238E27FC236}">
                <a16:creationId xmlns:a16="http://schemas.microsoft.com/office/drawing/2014/main" id="{C65082D8-BAB5-0BFE-8BA8-E50FFE04E27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38201" y="2521529"/>
            <a:ext cx="4361688" cy="349351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992B4E0B-09D2-1770-AF0A-79593CF5C03A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80428" y="831918"/>
            <a:ext cx="5767509" cy="5194161"/>
          </a:xfrm>
        </p:spPr>
        <p:txBody>
          <a:bodyPr/>
          <a:lstStyle/>
          <a:p>
            <a:endParaRPr lang="en-US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F3135D21-9D7B-C592-F9B1-C45527BFFF1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6/9/2025</a:t>
            </a:fld>
            <a:endParaRPr lang="x-none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076E13FC-6FF0-0B11-2B96-ECCD78FC3A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0F63308A-4914-FAA4-AF71-EA8AB8B74D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7" name="Straight Connector 31">
            <a:extLst>
              <a:ext uri="{FF2B5EF4-FFF2-40B4-BE49-F238E27FC236}">
                <a16:creationId xmlns:a16="http://schemas.microsoft.com/office/drawing/2014/main" id="{1BFCDEF0-A571-1775-D666-DD70D4326B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295486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32">
            <a:extLst>
              <a:ext uri="{FF2B5EF4-FFF2-40B4-BE49-F238E27FC236}">
                <a16:creationId xmlns:a16="http://schemas.microsoft.com/office/drawing/2014/main" id="{B6AF83C9-36E2-6852-74FB-AB9B9B4846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54212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00688399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5064" y="825622"/>
            <a:ext cx="4522936" cy="932688"/>
          </a:xfrm>
        </p:spPr>
        <p:txBody>
          <a:bodyPr anchor="b"/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3999" y="831918"/>
            <a:ext cx="5648242" cy="5194161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E1EB3780-5266-3444-3317-22ACFFCE499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825065" y="1902698"/>
            <a:ext cx="4522936" cy="411234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27B9E5B2-7325-82CA-6062-3169FE7D58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6/9/2025</a:t>
            </a:fld>
            <a:endParaRPr lang="x-none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4C01CB96-C098-D789-185D-0A6FED880F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D270D577-1A93-F8B5-EC60-749030FF6F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6" name="Straight Connector 31">
            <a:extLst>
              <a:ext uri="{FF2B5EF4-FFF2-40B4-BE49-F238E27FC236}">
                <a16:creationId xmlns:a16="http://schemas.microsoft.com/office/drawing/2014/main" id="{F95D4149-5D4A-C071-F2F9-529F92199B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295486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32">
            <a:extLst>
              <a:ext uri="{FF2B5EF4-FFF2-40B4-BE49-F238E27FC236}">
                <a16:creationId xmlns:a16="http://schemas.microsoft.com/office/drawing/2014/main" id="{5F2CF751-80F5-AC12-9235-FEBCA21CF7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54212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6219972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3490" y="831919"/>
            <a:ext cx="4572000" cy="932688"/>
          </a:xfrm>
        </p:spPr>
        <p:txBody>
          <a:bodyPr anchor="b"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B882F52C-7359-FD40-71A5-15E3C8B2A17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73491" y="1921164"/>
            <a:ext cx="4572000" cy="409387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17721" y="831919"/>
            <a:ext cx="5430280" cy="5194162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FFE30C-67A7-0896-8382-BABCD703403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6/9/2025</a:t>
            </a:fld>
            <a:endParaRPr lang="x-non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4E6BC6-9D59-8976-032A-6B639BC50D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030EEB-A8D0-4D9B-FDE5-0FCE3DC7DD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7" name="Straight Connector 31">
            <a:extLst>
              <a:ext uri="{FF2B5EF4-FFF2-40B4-BE49-F238E27FC236}">
                <a16:creationId xmlns:a16="http://schemas.microsoft.com/office/drawing/2014/main" id="{FA6FBC27-AA27-A480-F758-AA0A0E3487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295486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32">
            <a:extLst>
              <a:ext uri="{FF2B5EF4-FFF2-40B4-BE49-F238E27FC236}">
                <a16:creationId xmlns:a16="http://schemas.microsoft.com/office/drawing/2014/main" id="{3181070F-26E0-0C0D-6747-547B88616A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54212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7512257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46432" y="831918"/>
            <a:ext cx="3401568" cy="1527048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4000" y="831918"/>
            <a:ext cx="6740144" cy="5194161"/>
          </a:xfrm>
        </p:spPr>
        <p:txBody>
          <a:bodyPr/>
          <a:lstStyle/>
          <a:p>
            <a:endParaRPr lang="en-US"/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265AB92A-BAA8-BA88-5315-6CDEB9B7170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7946433" y="2512293"/>
            <a:ext cx="3401568" cy="350274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ECD858A2-3AA3-29EC-34E4-F6890BAEEF3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6/9/2025</a:t>
            </a:fld>
            <a:endParaRPr lang="x-none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43321516-7241-6346-DEBE-42DAA310AB8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44A23FE0-8FD5-337D-C29C-60458812C0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10" name="Straight Connector 31">
            <a:extLst>
              <a:ext uri="{FF2B5EF4-FFF2-40B4-BE49-F238E27FC236}">
                <a16:creationId xmlns:a16="http://schemas.microsoft.com/office/drawing/2014/main" id="{01CF247D-9042-90FD-312C-A1D50781EA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295486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32">
            <a:extLst>
              <a:ext uri="{FF2B5EF4-FFF2-40B4-BE49-F238E27FC236}">
                <a16:creationId xmlns:a16="http://schemas.microsoft.com/office/drawing/2014/main" id="{DB84D435-085C-D7FE-B28F-B6977BBEA6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54212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66208573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000" y="831919"/>
            <a:ext cx="3401568" cy="1527048"/>
          </a:xfrm>
        </p:spPr>
        <p:txBody>
          <a:bodyPr anchor="b"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D69C6F0A-B174-5013-4DDB-AB20BA8268B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38201" y="2549236"/>
            <a:ext cx="3401568" cy="346580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761781" y="831919"/>
            <a:ext cx="6586220" cy="5194162"/>
          </a:xfrm>
        </p:spPr>
        <p:txBody>
          <a:bodyPr/>
          <a:lstStyle/>
          <a:p>
            <a:endParaRPr lang="en-US"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33E85C36-1ED6-1795-08DB-23696B5302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6/9/2025</a:t>
            </a:fld>
            <a:endParaRPr lang="x-none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192E76A4-FFBE-61B8-F59B-EC1CE3BFDE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082745D-51FE-069C-245E-4F44EB7798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6" name="Straight Connector 31">
            <a:extLst>
              <a:ext uri="{FF2B5EF4-FFF2-40B4-BE49-F238E27FC236}">
                <a16:creationId xmlns:a16="http://schemas.microsoft.com/office/drawing/2014/main" id="{E4F783A1-78AA-BF8E-8A22-FCBFCE05B0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295486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32">
            <a:extLst>
              <a:ext uri="{FF2B5EF4-FFF2-40B4-BE49-F238E27FC236}">
                <a16:creationId xmlns:a16="http://schemas.microsoft.com/office/drawing/2014/main" id="{F749601C-05D8-E636-3210-CF2A8713AE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54212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2607360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3454" y="831919"/>
            <a:ext cx="3273552" cy="2035696"/>
          </a:xfrm>
        </p:spPr>
        <p:txBody>
          <a:bodyPr anchor="b"/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4000" y="831919"/>
            <a:ext cx="6937365" cy="509168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A1A6011F-285F-BCE2-F758-C63F33675A0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080245" y="2983345"/>
            <a:ext cx="3273552" cy="3031694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09FF9B-D63D-5137-0473-E4C0988E77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6/9/2025</a:t>
            </a:fld>
            <a:endParaRPr lang="x-none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8104BA7A-7438-73D7-F9C7-AB3C9A7E00C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96204760-0885-A02F-0067-BD4AC55CCC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16" name="Straight Connector 31">
            <a:extLst>
              <a:ext uri="{FF2B5EF4-FFF2-40B4-BE49-F238E27FC236}">
                <a16:creationId xmlns:a16="http://schemas.microsoft.com/office/drawing/2014/main" id="{385EA8A6-8678-1948-5F2D-5CF4833E07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295486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32">
            <a:extLst>
              <a:ext uri="{FF2B5EF4-FFF2-40B4-BE49-F238E27FC236}">
                <a16:creationId xmlns:a16="http://schemas.microsoft.com/office/drawing/2014/main" id="{3B9F398C-FAF1-1B27-836C-F97B88F782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54212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97959408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3999" y="831919"/>
            <a:ext cx="10504001" cy="3472067"/>
          </a:xfrm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3998" y="4509559"/>
            <a:ext cx="4579339" cy="1516522"/>
          </a:xfrm>
        </p:spPr>
        <p:txBody>
          <a:bodyPr anchor="t"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3F99E67D-47D5-3842-1385-6C2F08D20EE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569531" y="4509558"/>
            <a:ext cx="5778466" cy="151651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BD78DFD8-B1C6-7604-1671-4CDAC39128E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6/9/2025</a:t>
            </a:fld>
            <a:endParaRPr lang="x-none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B9921C03-3153-09AF-0D57-A0D96EBE1D5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E86E0734-2C6E-8C3B-65F2-133B94CFCF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12" name="Straight Connector 31">
            <a:extLst>
              <a:ext uri="{FF2B5EF4-FFF2-40B4-BE49-F238E27FC236}">
                <a16:creationId xmlns:a16="http://schemas.microsoft.com/office/drawing/2014/main" id="{BE6A6E60-0F31-180B-5E3F-E85797977E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1" y="6667500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32">
            <a:extLst>
              <a:ext uri="{FF2B5EF4-FFF2-40B4-BE49-F238E27FC236}">
                <a16:creationId xmlns:a16="http://schemas.microsoft.com/office/drawing/2014/main" id="{DE8990BD-673C-BFDE-354D-14C949F243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66641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2330686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3999" y="865938"/>
            <a:ext cx="10504001" cy="2556004"/>
          </a:xfrm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3999" y="3785800"/>
            <a:ext cx="2953618" cy="2240280"/>
          </a:xfrm>
        </p:spPr>
        <p:txBody>
          <a:bodyPr anchor="t"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BC2A94BD-34CC-6470-1478-1D549D046B8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962400" y="3785795"/>
            <a:ext cx="7391397" cy="224028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182F43E7-55DC-C610-6DA1-0251237351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6/9/2025</a:t>
            </a:fld>
            <a:endParaRPr lang="x-none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4AE1085B-0F8A-711E-D721-A4D350D794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0738CBE5-2DAC-95AD-3EE9-B0A0F53401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12" name="Straight Connector 31">
            <a:extLst>
              <a:ext uri="{FF2B5EF4-FFF2-40B4-BE49-F238E27FC236}">
                <a16:creationId xmlns:a16="http://schemas.microsoft.com/office/drawing/2014/main" id="{F8884F71-7DBC-7C26-DB2C-731FCBC2EA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1" y="6677125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32">
            <a:extLst>
              <a:ext uri="{FF2B5EF4-FFF2-40B4-BE49-F238E27FC236}">
                <a16:creationId xmlns:a16="http://schemas.microsoft.com/office/drawing/2014/main" id="{813CFB62-5831-FDE1-34F0-38FCD7614D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66641" y="9625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77658576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000" y="831918"/>
            <a:ext cx="2953618" cy="2240279"/>
          </a:xfrm>
        </p:spPr>
        <p:txBody>
          <a:bodyPr anchor="t"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03CBF087-ADB9-D746-ED3D-8EAC47AF3E1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971639" y="824390"/>
            <a:ext cx="7376359" cy="2247808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3999" y="3310759"/>
            <a:ext cx="10504001" cy="2722852"/>
          </a:xfrm>
        </p:spPr>
        <p:txBody>
          <a:bodyPr/>
          <a:lstStyle/>
          <a:p>
            <a:endParaRPr lang="en-US"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79BA7EC8-1425-F948-FB17-5F51DEC987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6/9/2025</a:t>
            </a:fld>
            <a:endParaRPr lang="x-none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694AE2EC-59C3-D91C-8CD6-658F68BC549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36BBD3BD-F630-46F9-25B2-85A0E608D8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14" name="Straight Connector 31">
            <a:extLst>
              <a:ext uri="{FF2B5EF4-FFF2-40B4-BE49-F238E27FC236}">
                <a16:creationId xmlns:a16="http://schemas.microsoft.com/office/drawing/2014/main" id="{76BDEB52-5B02-AD88-F4C8-F740642998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1" y="6667500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32">
            <a:extLst>
              <a:ext uri="{FF2B5EF4-FFF2-40B4-BE49-F238E27FC236}">
                <a16:creationId xmlns:a16="http://schemas.microsoft.com/office/drawing/2014/main" id="{3778D6D3-2293-3FE4-3124-63EF2E3A5E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66641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0805898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3963" y="858337"/>
            <a:ext cx="10504000" cy="970463"/>
          </a:xfrm>
        </p:spPr>
        <p:txBody>
          <a:bodyPr anchor="ctr"/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73963" y="2081048"/>
            <a:ext cx="6157458" cy="3945032"/>
          </a:xfrm>
        </p:spPr>
        <p:txBody>
          <a:bodyPr/>
          <a:lstStyle/>
          <a:p>
            <a:endParaRPr lang="en-US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EF023DEB-EBD2-ECA5-19D2-F448BDC7606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7238998" y="2081048"/>
            <a:ext cx="4114800" cy="394503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524FB994-9B85-2B55-198D-4925FB1F21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6/9/2025</a:t>
            </a:fld>
            <a:endParaRPr lang="x-none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9FCC0375-2AE8-A777-C3E0-7D2E3B0F61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0637823D-6C6E-38BE-B6BE-096424E8DF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15" name="Straight Connector 31">
            <a:extLst>
              <a:ext uri="{FF2B5EF4-FFF2-40B4-BE49-F238E27FC236}">
                <a16:creationId xmlns:a16="http://schemas.microsoft.com/office/drawing/2014/main" id="{BE6A6E60-0F31-180B-5E3F-E85797977E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833" y="6667500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32">
            <a:extLst>
              <a:ext uri="{FF2B5EF4-FFF2-40B4-BE49-F238E27FC236}">
                <a16:creationId xmlns:a16="http://schemas.microsoft.com/office/drawing/2014/main" id="{DE8990BD-673C-BFDE-354D-14C949F243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79475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5388451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000" y="852884"/>
            <a:ext cx="4672584" cy="1453896"/>
          </a:xfrm>
        </p:spPr>
        <p:txBody>
          <a:bodyPr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4000" y="2459420"/>
            <a:ext cx="4672584" cy="3545695"/>
          </a:xfrm>
        </p:spPr>
        <p:txBody>
          <a:bodyPr/>
          <a:lstStyle/>
          <a:p>
            <a:endParaRPr lang="en-US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5D55DF58-60BC-15D0-99C3-6E7F78EBD70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708073" y="852884"/>
            <a:ext cx="5645724" cy="516215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D12407CB-320D-5895-BDF5-2C4178E05B0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6/9/2025</a:t>
            </a:fld>
            <a:endParaRPr lang="x-none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4CFCA35D-4F04-2227-AD9D-98F1BD01B7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8A1129D-5B96-F258-CFFC-CF58226A72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16" name="Straight Connector 31">
            <a:extLst>
              <a:ext uri="{FF2B5EF4-FFF2-40B4-BE49-F238E27FC236}">
                <a16:creationId xmlns:a16="http://schemas.microsoft.com/office/drawing/2014/main" id="{BE6A6E60-0F31-180B-5E3F-E85797977E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3209" y="6667495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32">
            <a:extLst>
              <a:ext uri="{FF2B5EF4-FFF2-40B4-BE49-F238E27FC236}">
                <a16:creationId xmlns:a16="http://schemas.microsoft.com/office/drawing/2014/main" id="{DE8990BD-673C-BFDE-354D-14C949F243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63433" y="-5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8733471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000" y="873725"/>
            <a:ext cx="3657603" cy="1453896"/>
          </a:xfrm>
        </p:spPr>
        <p:txBody>
          <a:bodyPr anchor="t"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3999" y="2490951"/>
            <a:ext cx="3657603" cy="3493323"/>
          </a:xfrm>
        </p:spPr>
        <p:txBody>
          <a:bodyPr/>
          <a:lstStyle/>
          <a:p>
            <a:endParaRPr lang="en-US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39B8D2C3-5A67-946F-8429-CD7583E6B230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73600" y="873726"/>
            <a:ext cx="6680197" cy="5141314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7E0A59B4-299A-C00C-5665-5D12C9EBBA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6/9/2025</a:t>
            </a:fld>
            <a:endParaRPr lang="x-none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9C32A1D-8E68-C458-3E60-D6054C9204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E1D864DC-4F3D-BA46-DED4-8D088584F2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24" name="Straight Connector 31">
            <a:extLst>
              <a:ext uri="{FF2B5EF4-FFF2-40B4-BE49-F238E27FC236}">
                <a16:creationId xmlns:a16="http://schemas.microsoft.com/office/drawing/2014/main" id="{E5C9C418-CC1A-8074-2930-D562755153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3209" y="6667495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32">
            <a:extLst>
              <a:ext uri="{FF2B5EF4-FFF2-40B4-BE49-F238E27FC236}">
                <a16:creationId xmlns:a16="http://schemas.microsoft.com/office/drawing/2014/main" id="{87758AAB-3FDA-3A2F-37ED-381B84536B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63433" y="-5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6061718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ig Numb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44000" y="831918"/>
            <a:ext cx="10521992" cy="4069265"/>
          </a:xfrm>
        </p:spPr>
        <p:txBody>
          <a:bodyPr anchor="b">
            <a:normAutofit/>
          </a:bodyPr>
          <a:lstStyle>
            <a:lvl1pPr algn="l">
              <a:defRPr sz="23200">
                <a:solidFill>
                  <a:schemeClr val="tx1"/>
                </a:solidFill>
              </a:defRPr>
            </a:lvl1pPr>
          </a:lstStyle>
          <a:p>
            <a:r>
              <a:rPr lang="en-US"/>
              <a:t>##%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3999" y="5076496"/>
            <a:ext cx="7559021" cy="949583"/>
          </a:xfrm>
        </p:spPr>
        <p:txBody>
          <a:bodyPr anchor="t">
            <a:normAutofit/>
          </a:bodyPr>
          <a:lstStyle>
            <a:lvl1pPr marL="0" indent="0" algn="l">
              <a:buNone/>
              <a:defRPr sz="2800" cap="none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8607FA20-5F9E-5F1A-2995-42DE292E258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6/9/2025</a:t>
            </a:fld>
            <a:endParaRPr lang="x-none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EE53118E-49A5-7AAB-EB8C-E3E57CD9F9B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8D755146-626F-5951-A77D-DC3012AB50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9" name="Straight Connector 31">
            <a:extLst>
              <a:ext uri="{FF2B5EF4-FFF2-40B4-BE49-F238E27FC236}">
                <a16:creationId xmlns:a16="http://schemas.microsoft.com/office/drawing/2014/main" id="{2F96DE7D-2B90-57E1-B338-BE484C5193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3209" y="6667495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32">
            <a:extLst>
              <a:ext uri="{FF2B5EF4-FFF2-40B4-BE49-F238E27FC236}">
                <a16:creationId xmlns:a16="http://schemas.microsoft.com/office/drawing/2014/main" id="{92356EB0-27E3-E63B-5A46-EF32523AD5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63433" y="-5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412312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ig Numb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61992" y="831918"/>
            <a:ext cx="10486008" cy="3977825"/>
          </a:xfrm>
        </p:spPr>
        <p:txBody>
          <a:bodyPr anchor="b">
            <a:normAutofit/>
          </a:bodyPr>
          <a:lstStyle>
            <a:lvl1pPr algn="ctr">
              <a:defRPr sz="23200">
                <a:solidFill>
                  <a:schemeClr val="tx1"/>
                </a:solidFill>
              </a:defRPr>
            </a:lvl1pPr>
          </a:lstStyle>
          <a:p>
            <a:r>
              <a:rPr lang="en-US"/>
              <a:t>##%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77440" y="4997668"/>
            <a:ext cx="7525512" cy="1028411"/>
          </a:xfrm>
        </p:spPr>
        <p:txBody>
          <a:bodyPr anchor="t">
            <a:normAutofit/>
          </a:bodyPr>
          <a:lstStyle>
            <a:lvl1pPr marL="0" indent="0" algn="ctr">
              <a:buNone/>
              <a:defRPr sz="2800" cap="none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4679631-7C3B-D21E-7FA5-358FCF45E9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6/9/2025</a:t>
            </a:fld>
            <a:endParaRPr lang="x-none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EBEAF229-1E32-0FE6-E4A3-E02C9FAAAFF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9676071C-D183-B427-F1DA-639AE2B348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9" name="Straight Connector 31">
            <a:extLst>
              <a:ext uri="{FF2B5EF4-FFF2-40B4-BE49-F238E27FC236}">
                <a16:creationId xmlns:a16="http://schemas.microsoft.com/office/drawing/2014/main" id="{47BC41E4-A5C6-BE0D-6E66-8326796424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3209" y="6667495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32">
            <a:extLst>
              <a:ext uri="{FF2B5EF4-FFF2-40B4-BE49-F238E27FC236}">
                <a16:creationId xmlns:a16="http://schemas.microsoft.com/office/drawing/2014/main" id="{8E0779B7-1774-CFF8-ED50-658BA7EEBF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63433" y="-5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47116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Numb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1F4F8927-891C-4D7A-C2D3-6EB5EF6712F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61992" y="831918"/>
            <a:ext cx="10486008" cy="3977825"/>
          </a:xfrm>
        </p:spPr>
        <p:txBody>
          <a:bodyPr anchor="b">
            <a:normAutofit/>
          </a:bodyPr>
          <a:lstStyle>
            <a:lvl1pPr algn="ctr">
              <a:defRPr sz="23200">
                <a:solidFill>
                  <a:schemeClr val="tx1"/>
                </a:solidFill>
              </a:defRPr>
            </a:lvl1pPr>
          </a:lstStyle>
          <a:p>
            <a:r>
              <a:rPr lang="en-US"/>
              <a:t>##%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0489314B-CDC1-7F7E-C4DD-AAC0E5222B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77440" y="4997668"/>
            <a:ext cx="7525512" cy="1028411"/>
          </a:xfrm>
        </p:spPr>
        <p:txBody>
          <a:bodyPr anchor="t">
            <a:normAutofit/>
          </a:bodyPr>
          <a:lstStyle>
            <a:lvl1pPr marL="0" indent="0" algn="ctr">
              <a:buNone/>
              <a:defRPr sz="2800" cap="none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F81D3DD9-10C8-C207-1E50-5F75DFD052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6/9/2025</a:t>
            </a:fld>
            <a:endParaRPr lang="x-none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5AA3F5E3-D7B9-CD19-945F-38980AEB924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4FC4A806-42ED-564D-542E-AAAA4EAFD3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8" name="Straight Connector 31">
            <a:extLst>
              <a:ext uri="{FF2B5EF4-FFF2-40B4-BE49-F238E27FC236}">
                <a16:creationId xmlns:a16="http://schemas.microsoft.com/office/drawing/2014/main" id="{36CD38AE-A66F-08B7-774A-86EA48DC6D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3209" y="6667495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32">
            <a:extLst>
              <a:ext uri="{FF2B5EF4-FFF2-40B4-BE49-F238E27FC236}">
                <a16:creationId xmlns:a16="http://schemas.microsoft.com/office/drawing/2014/main" id="{96229C75-1749-7A15-57EA-3F40239C07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63433" y="-5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7427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630936"/>
            <a:ext cx="8266176" cy="5605272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5400" b="1"/>
            </a:lvl1pPr>
            <a:lvl2pPr marL="228600" indent="0">
              <a:lnSpc>
                <a:spcPct val="100000"/>
              </a:lnSpc>
              <a:buNone/>
              <a:defRPr sz="4800" b="1"/>
            </a:lvl2pPr>
            <a:lvl3pPr marL="457200" indent="0">
              <a:lnSpc>
                <a:spcPct val="100000"/>
              </a:lnSpc>
              <a:buNone/>
              <a:defRPr sz="4400" b="1"/>
            </a:lvl3pPr>
            <a:lvl4pPr marL="685800" indent="0">
              <a:lnSpc>
                <a:spcPct val="100000"/>
              </a:lnSpc>
              <a:buNone/>
              <a:defRPr sz="4000" b="1"/>
            </a:lvl4pPr>
            <a:lvl5pPr marL="914400" indent="0">
              <a:lnSpc>
                <a:spcPct val="100000"/>
              </a:lnSpc>
              <a:buNone/>
              <a:defRPr sz="3600" b="1"/>
            </a:lvl5pPr>
          </a:lstStyle>
          <a:p>
            <a:pPr lvl="0"/>
            <a:r>
              <a:rPr lang="en-US"/>
              <a:t>Click to edit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1103858D-9532-D59F-FE73-A52EB24F30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6/9/2025</a:t>
            </a:fld>
            <a:endParaRPr lang="x-none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BA34F1EA-1A45-A729-FE88-FBF390F44E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7189E61-2D87-C5BC-948B-835B50188A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14" name="Straight Connector 31">
            <a:extLst>
              <a:ext uri="{FF2B5EF4-FFF2-40B4-BE49-F238E27FC236}">
                <a16:creationId xmlns:a16="http://schemas.microsoft.com/office/drawing/2014/main" id="{B99A632E-EAA8-D126-AC93-60A78F8F8D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3209" y="6667495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32">
            <a:extLst>
              <a:ext uri="{FF2B5EF4-FFF2-40B4-BE49-F238E27FC236}">
                <a16:creationId xmlns:a16="http://schemas.microsoft.com/office/drawing/2014/main" id="{28CDBC42-8DE5-DE9A-947A-15C0C6B2D5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63433" y="-5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5793369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929384"/>
            <a:ext cx="8266176" cy="4142232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5000" b="1"/>
            </a:lvl1pPr>
            <a:lvl2pPr marL="228600" indent="0">
              <a:lnSpc>
                <a:spcPct val="100000"/>
              </a:lnSpc>
              <a:buNone/>
              <a:defRPr sz="4400" b="1"/>
            </a:lvl2pPr>
            <a:lvl3pPr marL="457200" indent="0">
              <a:lnSpc>
                <a:spcPct val="100000"/>
              </a:lnSpc>
              <a:buNone/>
              <a:defRPr sz="4000" b="1"/>
            </a:lvl3pPr>
            <a:lvl4pPr marL="685800" indent="0">
              <a:lnSpc>
                <a:spcPct val="100000"/>
              </a:lnSpc>
              <a:buNone/>
              <a:defRPr sz="3600" b="1"/>
            </a:lvl4pPr>
            <a:lvl5pPr marL="914400" indent="0">
              <a:lnSpc>
                <a:spcPct val="100000"/>
              </a:lnSpc>
              <a:buNone/>
              <a:defRPr sz="3200" b="1"/>
            </a:lvl5pPr>
          </a:lstStyle>
          <a:p>
            <a:pPr lvl="0"/>
            <a:r>
              <a:rPr lang="en-US"/>
              <a:t>Click to edit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A2BA1728-455B-BDAB-6419-C04536C197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6/9/2025</a:t>
            </a:fld>
            <a:endParaRPr lang="x-none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ADDBA5A5-E947-E342-A677-E3AFE378DD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EEDC2686-2DAB-B424-F10D-506D01DFE8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14" name="Straight Connector 31">
            <a:extLst>
              <a:ext uri="{FF2B5EF4-FFF2-40B4-BE49-F238E27FC236}">
                <a16:creationId xmlns:a16="http://schemas.microsoft.com/office/drawing/2014/main" id="{6D22A03E-28FE-53DA-5B6A-383215ED13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3209" y="6667495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32">
            <a:extLst>
              <a:ext uri="{FF2B5EF4-FFF2-40B4-BE49-F238E27FC236}">
                <a16:creationId xmlns:a16="http://schemas.microsoft.com/office/drawing/2014/main" id="{81A987AB-C78C-597A-CC63-6E545EDEC9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63433" y="-5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81269093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548640"/>
            <a:ext cx="8266176" cy="5605272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5000" b="1"/>
            </a:lvl1pPr>
            <a:lvl2pPr marL="228600" indent="0">
              <a:lnSpc>
                <a:spcPct val="100000"/>
              </a:lnSpc>
              <a:buNone/>
              <a:defRPr sz="4400" b="1"/>
            </a:lvl2pPr>
            <a:lvl3pPr marL="457200" indent="0">
              <a:lnSpc>
                <a:spcPct val="100000"/>
              </a:lnSpc>
              <a:buNone/>
              <a:defRPr sz="4000" b="1"/>
            </a:lvl3pPr>
            <a:lvl4pPr marL="685800" indent="0">
              <a:lnSpc>
                <a:spcPct val="100000"/>
              </a:lnSpc>
              <a:buNone/>
              <a:defRPr sz="3600" b="1"/>
            </a:lvl4pPr>
            <a:lvl5pPr marL="914400" indent="0">
              <a:lnSpc>
                <a:spcPct val="100000"/>
              </a:lnSpc>
              <a:buNone/>
              <a:defRPr sz="3200" b="1"/>
            </a:lvl5pPr>
          </a:lstStyle>
          <a:p>
            <a:pPr lvl="0"/>
            <a:r>
              <a:rPr lang="en-US"/>
              <a:t>Click to edit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E4E269EE-28E5-BB8D-160A-2C905B350D1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6/9/2025</a:t>
            </a:fld>
            <a:endParaRPr lang="x-none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A2D3A4CC-2170-D513-478A-C60C50FE1F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F018A10-98B1-2374-E4F2-709B641CBA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13" name="Straight Connector 31">
            <a:extLst>
              <a:ext uri="{FF2B5EF4-FFF2-40B4-BE49-F238E27FC236}">
                <a16:creationId xmlns:a16="http://schemas.microsoft.com/office/drawing/2014/main" id="{173B7D00-3E0F-D372-F868-E62DE8E2C9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3209" y="6667495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32">
            <a:extLst>
              <a:ext uri="{FF2B5EF4-FFF2-40B4-BE49-F238E27FC236}">
                <a16:creationId xmlns:a16="http://schemas.microsoft.com/office/drawing/2014/main" id="{D187FA62-E4DF-283A-B2BB-2DADBA4EEC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63433" y="-5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967204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Quot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99616" y="1188720"/>
            <a:ext cx="9198864" cy="3657600"/>
          </a:xfrm>
        </p:spPr>
        <p:txBody>
          <a:bodyPr anchor="ctr">
            <a:normAutofit/>
          </a:bodyPr>
          <a:lstStyle>
            <a:lvl1pPr algn="l">
              <a:lnSpc>
                <a:spcPct val="100000"/>
              </a:lnSpc>
              <a:defRPr sz="3600" b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Quote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499616" y="5428752"/>
            <a:ext cx="9198864" cy="466344"/>
          </a:xfrm>
        </p:spPr>
        <p:txBody>
          <a:bodyPr anchor="ctr">
            <a:normAutofit/>
          </a:bodyPr>
          <a:lstStyle>
            <a:lvl1pPr marL="0" indent="0" algn="l">
              <a:buNone/>
              <a:defRPr sz="24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Quote Author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C9EFA2AD-E749-9F60-705D-DE0941E262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6/9/2025</a:t>
            </a:fld>
            <a:endParaRPr lang="x-none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98138B0B-E7B2-93DE-E6AD-66530C4A9CD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08BC1B4-A19E-EF55-F8A5-8DB265F1C1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24" name="Straight Connector 31">
            <a:extLst>
              <a:ext uri="{FF2B5EF4-FFF2-40B4-BE49-F238E27FC236}">
                <a16:creationId xmlns:a16="http://schemas.microsoft.com/office/drawing/2014/main" id="{B3027282-55C0-23E2-F9D0-56E4079574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3209" y="6667495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32">
            <a:extLst>
              <a:ext uri="{FF2B5EF4-FFF2-40B4-BE49-F238E27FC236}">
                <a16:creationId xmlns:a16="http://schemas.microsoft.com/office/drawing/2014/main" id="{DC379414-CF7D-9895-A99E-1AA396B90C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63433" y="-5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403091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Quot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99616" y="1344168"/>
            <a:ext cx="9198864" cy="3291840"/>
          </a:xfrm>
        </p:spPr>
        <p:txBody>
          <a:bodyPr anchor="ctr">
            <a:normAutofit/>
          </a:bodyPr>
          <a:lstStyle>
            <a:lvl1pPr algn="l">
              <a:lnSpc>
                <a:spcPct val="100000"/>
              </a:lnSpc>
              <a:defRPr sz="4000" b="0"/>
            </a:lvl1pPr>
          </a:lstStyle>
          <a:p>
            <a:r>
              <a:rPr lang="en-US"/>
              <a:t>Click to edit Quote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499616" y="5349240"/>
            <a:ext cx="9198864" cy="466344"/>
          </a:xfrm>
        </p:spPr>
        <p:txBody>
          <a:bodyPr anchor="ctr">
            <a:normAutofit/>
          </a:bodyPr>
          <a:lstStyle>
            <a:lvl1pPr marL="0" indent="0" algn="l">
              <a:buNone/>
              <a:defRPr sz="2200" b="1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Quote Author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FC19029B-E3E6-1F4D-FA22-F5BD8741769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6/9/2025</a:t>
            </a:fld>
            <a:endParaRPr lang="x-none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B740A4B2-F740-621D-1480-FB55668AE4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A1A48FF9-74DF-1DDE-C86D-58BAE32E8B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15" name="Straight Connector 31">
            <a:extLst>
              <a:ext uri="{FF2B5EF4-FFF2-40B4-BE49-F238E27FC236}">
                <a16:creationId xmlns:a16="http://schemas.microsoft.com/office/drawing/2014/main" id="{43E09413-BF03-4EDB-7DA9-C0CBF04FEE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3209" y="6667495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32">
            <a:extLst>
              <a:ext uri="{FF2B5EF4-FFF2-40B4-BE49-F238E27FC236}">
                <a16:creationId xmlns:a16="http://schemas.microsoft.com/office/drawing/2014/main" id="{873150D4-24A2-988A-C893-A637A2FA91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63433" y="-5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97754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44000" y="1234440"/>
            <a:ext cx="8961120" cy="3169920"/>
          </a:xfrm>
        </p:spPr>
        <p:txBody>
          <a:bodyPr anchor="ctr">
            <a:normAutofit/>
          </a:bodyPr>
          <a:lstStyle>
            <a:lvl1pPr algn="l">
              <a:lnSpc>
                <a:spcPct val="100000"/>
              </a:lnSpc>
              <a:defRPr sz="4400" b="0"/>
            </a:lvl1pPr>
          </a:lstStyle>
          <a:p>
            <a:r>
              <a:rPr lang="en-US"/>
              <a:t>Click to edit Quote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41793" y="5540026"/>
            <a:ext cx="8961120" cy="466344"/>
          </a:xfrm>
        </p:spPr>
        <p:txBody>
          <a:bodyPr anchor="ctr">
            <a:normAutofit/>
          </a:bodyPr>
          <a:lstStyle>
            <a:lvl1pPr marL="0" indent="0" algn="l">
              <a:buNone/>
              <a:defRPr sz="22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Quote Author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824B5ABA-190E-BEB5-573F-F64D2D575B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6/9/2025</a:t>
            </a:fld>
            <a:endParaRPr lang="x-none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FB98919-5529-CCFE-1092-A9D62454CE3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1631FAD-95BD-D50C-3496-63D8FB39DB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11" name="Straight Connector 31">
            <a:extLst>
              <a:ext uri="{FF2B5EF4-FFF2-40B4-BE49-F238E27FC236}">
                <a16:creationId xmlns:a16="http://schemas.microsoft.com/office/drawing/2014/main" id="{68B23DD3-BCFF-9795-0CA9-AE9401F883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3209" y="6667495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32">
            <a:extLst>
              <a:ext uri="{FF2B5EF4-FFF2-40B4-BE49-F238E27FC236}">
                <a16:creationId xmlns:a16="http://schemas.microsoft.com/office/drawing/2014/main" id="{535FCD9B-34CE-58F0-8CB6-B7CB1EEF84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63433" y="-5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299524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919"/>
            <a:ext cx="10515600" cy="1132258"/>
          </a:xfrm>
        </p:spPr>
        <p:txBody>
          <a:bodyPr/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0961250B-543A-6F37-305B-5397B2D57B7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44000" y="2115128"/>
            <a:ext cx="5157788" cy="390388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101C122A-4474-6AF3-590D-B93E5FF99B6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64812" y="2115128"/>
            <a:ext cx="5183188" cy="390388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A7404D35-FA36-303B-9506-3CD0CAF6E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6/9/2025</a:t>
            </a:fld>
            <a:endParaRPr lang="x-none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AABACB02-8504-5F46-9D13-168C82E2BC8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7F408501-24D6-36DD-2B2F-A53D1749AB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12" name="Straight Connector 31">
            <a:extLst>
              <a:ext uri="{FF2B5EF4-FFF2-40B4-BE49-F238E27FC236}">
                <a16:creationId xmlns:a16="http://schemas.microsoft.com/office/drawing/2014/main" id="{6295426D-7EC9-29C7-0CAD-C64EF81840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3209" y="6667495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32">
            <a:extLst>
              <a:ext uri="{FF2B5EF4-FFF2-40B4-BE49-F238E27FC236}">
                <a16:creationId xmlns:a16="http://schemas.microsoft.com/office/drawing/2014/main" id="{692CB063-86B6-5775-3AD2-DF4E29DD1C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63433" y="-5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60461270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6374" y="838988"/>
            <a:ext cx="10461626" cy="1143292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4000" y="21429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44000" y="2844801"/>
            <a:ext cx="5157788" cy="317421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4812" y="21429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0D5795C-6228-AA6F-1CF7-AD7010686B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64812" y="2844801"/>
            <a:ext cx="5183188" cy="317421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415B9C-3B12-7D73-101A-B7FF5D45622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6/9/2025</a:t>
            </a:fld>
            <a:endParaRPr lang="x-none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D95282CE-2FB9-AAD9-5683-E23E63D4438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5607876E-CDDA-8EC2-D2D8-B041DA0D03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18" name="Straight Connector 31">
            <a:extLst>
              <a:ext uri="{FF2B5EF4-FFF2-40B4-BE49-F238E27FC236}">
                <a16:creationId xmlns:a16="http://schemas.microsoft.com/office/drawing/2014/main" id="{54FAAA69-6617-A985-B5BC-8A450B7E45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3209" y="6667495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32">
            <a:extLst>
              <a:ext uri="{FF2B5EF4-FFF2-40B4-BE49-F238E27FC236}">
                <a16:creationId xmlns:a16="http://schemas.microsoft.com/office/drawing/2014/main" id="{F7CDD230-E1EB-AB97-AA97-B6811E8B3A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63433" y="-5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0106536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6-item Lis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000" y="829006"/>
            <a:ext cx="10504000" cy="1101394"/>
          </a:xfrm>
        </p:spPr>
        <p:txBody>
          <a:bodyPr/>
          <a:lstStyle>
            <a:lvl1pPr algn="ctr"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8" name="Rectangle 18">
            <a:extLst>
              <a:ext uri="{FF2B5EF4-FFF2-40B4-BE49-F238E27FC236}">
                <a16:creationId xmlns:a16="http://schemas.microsoft.com/office/drawing/2014/main" id="{8208A5D7-2403-1350-DEF6-007D02B928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529372" y="2599076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CA25D2A-079E-516D-CCAD-920165503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529139" y="2598738"/>
            <a:ext cx="462842" cy="468312"/>
          </a:xfrm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b="1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altLang="zh-CN"/>
              <a:t>01</a:t>
            </a:r>
            <a:endParaRPr lang="zh-CN" altLang="en-US"/>
          </a:p>
        </p:txBody>
      </p:sp>
      <p:sp>
        <p:nvSpPr>
          <p:cNvPr id="39" name="Text Placeholder 10">
            <a:extLst>
              <a:ext uri="{FF2B5EF4-FFF2-40B4-BE49-F238E27FC236}">
                <a16:creationId xmlns:a16="http://schemas.microsoft.com/office/drawing/2014/main" id="{BC32326B-44AF-69A5-8950-3E83EB14E48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2790" y="2076889"/>
            <a:ext cx="3530468" cy="739384"/>
          </a:xfrm>
        </p:spPr>
        <p:txBody>
          <a:bodyPr anchor="b"/>
          <a:lstStyle>
            <a:lvl1pPr marL="0" indent="0" algn="r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r">
              <a:lnSpc>
                <a:spcPct val="100000"/>
              </a:lnSpc>
              <a:defRPr sz="1800" b="1">
                <a:latin typeface="+mj-lt"/>
              </a:defRPr>
            </a:lvl2pPr>
            <a:lvl3pPr algn="r">
              <a:lnSpc>
                <a:spcPct val="100000"/>
              </a:lnSpc>
              <a:defRPr sz="1800" b="1">
                <a:latin typeface="+mj-lt"/>
              </a:defRPr>
            </a:lvl3pPr>
            <a:lvl4pPr algn="r">
              <a:lnSpc>
                <a:spcPct val="100000"/>
              </a:lnSpc>
              <a:defRPr sz="1800" b="1">
                <a:latin typeface="+mj-lt"/>
              </a:defRPr>
            </a:lvl4pPr>
            <a:lvl5pPr algn="r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38" name="Text Placeholder 10">
            <a:extLst>
              <a:ext uri="{FF2B5EF4-FFF2-40B4-BE49-F238E27FC236}">
                <a16:creationId xmlns:a16="http://schemas.microsoft.com/office/drawing/2014/main" id="{CCC11960-F75C-F63F-D4E4-8C19C5B8990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2792" y="2851360"/>
            <a:ext cx="3530466" cy="559032"/>
          </a:xfrm>
        </p:spPr>
        <p:txBody>
          <a:bodyPr anchor="t"/>
          <a:lstStyle>
            <a:lvl1pPr marL="0" indent="0" algn="r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19" name="Rectangle 40">
            <a:extLst>
              <a:ext uri="{FF2B5EF4-FFF2-40B4-BE49-F238E27FC236}">
                <a16:creationId xmlns:a16="http://schemas.microsoft.com/office/drawing/2014/main" id="{FF347C45-9CAA-BA8B-3731-BEB81073E1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529372" y="3924200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6CDFDE77-EF7F-9B62-D5CB-295BB8C3EBB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529139" y="3922159"/>
            <a:ext cx="462842" cy="468312"/>
          </a:xfrm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b="1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altLang="zh-CN"/>
              <a:t>02</a:t>
            </a:r>
            <a:endParaRPr lang="zh-CN" altLang="en-US"/>
          </a:p>
        </p:txBody>
      </p:sp>
      <p:sp>
        <p:nvSpPr>
          <p:cNvPr id="44" name="Text Placeholder 10">
            <a:extLst>
              <a:ext uri="{FF2B5EF4-FFF2-40B4-BE49-F238E27FC236}">
                <a16:creationId xmlns:a16="http://schemas.microsoft.com/office/drawing/2014/main" id="{0290AD35-CF09-6504-D01E-4C05D706F1C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32162" y="3407356"/>
            <a:ext cx="3530468" cy="739384"/>
          </a:xfrm>
        </p:spPr>
        <p:txBody>
          <a:bodyPr anchor="b"/>
          <a:lstStyle>
            <a:lvl1pPr marL="0" indent="0" algn="r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r">
              <a:lnSpc>
                <a:spcPct val="100000"/>
              </a:lnSpc>
              <a:defRPr sz="1800" b="1">
                <a:latin typeface="+mj-lt"/>
              </a:defRPr>
            </a:lvl2pPr>
            <a:lvl3pPr algn="r">
              <a:lnSpc>
                <a:spcPct val="100000"/>
              </a:lnSpc>
              <a:defRPr sz="1800" b="1">
                <a:latin typeface="+mj-lt"/>
              </a:defRPr>
            </a:lvl3pPr>
            <a:lvl4pPr algn="r">
              <a:lnSpc>
                <a:spcPct val="100000"/>
              </a:lnSpc>
              <a:defRPr sz="1800" b="1">
                <a:latin typeface="+mj-lt"/>
              </a:defRPr>
            </a:lvl4pPr>
            <a:lvl5pPr algn="r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43" name="Text Placeholder 10">
            <a:extLst>
              <a:ext uri="{FF2B5EF4-FFF2-40B4-BE49-F238E27FC236}">
                <a16:creationId xmlns:a16="http://schemas.microsoft.com/office/drawing/2014/main" id="{05368349-BD70-533F-1B19-8FD3F67FB75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32164" y="4181827"/>
            <a:ext cx="3530466" cy="559032"/>
          </a:xfrm>
        </p:spPr>
        <p:txBody>
          <a:bodyPr anchor="t"/>
          <a:lstStyle>
            <a:lvl1pPr marL="0" indent="0" algn="r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20" name="Rectangle 48">
            <a:extLst>
              <a:ext uri="{FF2B5EF4-FFF2-40B4-BE49-F238E27FC236}">
                <a16:creationId xmlns:a16="http://schemas.microsoft.com/office/drawing/2014/main" id="{CAC0BE5A-3FD4-01C0-EFCD-142421774C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529372" y="5249415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867C06B3-86F3-BA14-C074-170923D252F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529139" y="5245581"/>
            <a:ext cx="462842" cy="468312"/>
          </a:xfrm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b="1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altLang="zh-CN"/>
              <a:t>03</a:t>
            </a:r>
            <a:endParaRPr lang="zh-CN" altLang="en-US"/>
          </a:p>
        </p:txBody>
      </p:sp>
      <p:sp>
        <p:nvSpPr>
          <p:cNvPr id="49" name="Text Placeholder 10">
            <a:extLst>
              <a:ext uri="{FF2B5EF4-FFF2-40B4-BE49-F238E27FC236}">
                <a16:creationId xmlns:a16="http://schemas.microsoft.com/office/drawing/2014/main" id="{C7E3638A-E47B-2C16-051A-8CB00B9F895C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32162" y="4732585"/>
            <a:ext cx="3530468" cy="739384"/>
          </a:xfrm>
        </p:spPr>
        <p:txBody>
          <a:bodyPr anchor="b"/>
          <a:lstStyle>
            <a:lvl1pPr marL="0" indent="0" algn="r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r">
              <a:lnSpc>
                <a:spcPct val="100000"/>
              </a:lnSpc>
              <a:defRPr sz="1800" b="1">
                <a:latin typeface="+mj-lt"/>
              </a:defRPr>
            </a:lvl2pPr>
            <a:lvl3pPr algn="r">
              <a:lnSpc>
                <a:spcPct val="100000"/>
              </a:lnSpc>
              <a:defRPr sz="1800" b="1">
                <a:latin typeface="+mj-lt"/>
              </a:defRPr>
            </a:lvl3pPr>
            <a:lvl4pPr algn="r">
              <a:lnSpc>
                <a:spcPct val="100000"/>
              </a:lnSpc>
              <a:defRPr sz="1800" b="1">
                <a:latin typeface="+mj-lt"/>
              </a:defRPr>
            </a:lvl4pPr>
            <a:lvl5pPr algn="r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5A4CC468-3A85-49F0-099C-BC1F0F566DC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832164" y="5507056"/>
            <a:ext cx="3530466" cy="559032"/>
          </a:xfrm>
        </p:spPr>
        <p:txBody>
          <a:bodyPr anchor="t"/>
          <a:lstStyle>
            <a:lvl1pPr marL="0" indent="0" algn="r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23" name="Rectangle 89">
            <a:extLst>
              <a:ext uri="{FF2B5EF4-FFF2-40B4-BE49-F238E27FC236}">
                <a16:creationId xmlns:a16="http://schemas.microsoft.com/office/drawing/2014/main" id="{B592A1D3-2017-F169-B0A7-3173FF77C1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81831" y="5249415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2E5F3B0A-2795-1AB7-EDA7-048B8FFC1801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181203" y="5245581"/>
            <a:ext cx="462842" cy="468312"/>
          </a:xfrm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b="1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altLang="zh-CN"/>
              <a:t>04</a:t>
            </a:r>
            <a:endParaRPr lang="zh-CN" altLang="en-US"/>
          </a:p>
        </p:txBody>
      </p:sp>
      <p:sp>
        <p:nvSpPr>
          <p:cNvPr id="51" name="Text Placeholder 10">
            <a:extLst>
              <a:ext uri="{FF2B5EF4-FFF2-40B4-BE49-F238E27FC236}">
                <a16:creationId xmlns:a16="http://schemas.microsoft.com/office/drawing/2014/main" id="{0F680350-5C6D-05CD-2861-1CBCFF6E39DA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817532" y="4732585"/>
            <a:ext cx="3530468" cy="739384"/>
          </a:xfrm>
        </p:spPr>
        <p:txBody>
          <a:bodyPr anchor="b"/>
          <a:lstStyle>
            <a:lvl1pPr marL="0" indent="0" algn="l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l">
              <a:lnSpc>
                <a:spcPct val="100000"/>
              </a:lnSpc>
              <a:defRPr sz="1800" b="1">
                <a:latin typeface="+mj-lt"/>
              </a:defRPr>
            </a:lvl2pPr>
            <a:lvl3pPr algn="l">
              <a:lnSpc>
                <a:spcPct val="100000"/>
              </a:lnSpc>
              <a:defRPr sz="1800" b="1">
                <a:latin typeface="+mj-lt"/>
              </a:defRPr>
            </a:lvl3pPr>
            <a:lvl4pPr algn="l">
              <a:lnSpc>
                <a:spcPct val="100000"/>
              </a:lnSpc>
              <a:defRPr sz="1800" b="1">
                <a:latin typeface="+mj-lt"/>
              </a:defRPr>
            </a:lvl4pPr>
            <a:lvl5pPr algn="l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66541D57-A12D-E924-D596-DE278CD7F4D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7817534" y="5507056"/>
            <a:ext cx="3530466" cy="559032"/>
          </a:xfrm>
        </p:spPr>
        <p:txBody>
          <a:bodyPr anchor="t"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22" name="Rectangle 81">
            <a:extLst>
              <a:ext uri="{FF2B5EF4-FFF2-40B4-BE49-F238E27FC236}">
                <a16:creationId xmlns:a16="http://schemas.microsoft.com/office/drawing/2014/main" id="{E8A6C772-C164-3CEA-A046-D9723CBD9F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81831" y="3924200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14" name="Text Placeholder 6">
            <a:extLst>
              <a:ext uri="{FF2B5EF4-FFF2-40B4-BE49-F238E27FC236}">
                <a16:creationId xmlns:a16="http://schemas.microsoft.com/office/drawing/2014/main" id="{E73C2B03-4A5F-AABA-EC88-7F080083184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181203" y="3922160"/>
            <a:ext cx="462842" cy="468312"/>
          </a:xfrm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b="1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altLang="zh-CN"/>
              <a:t>05</a:t>
            </a:r>
            <a:endParaRPr lang="zh-CN" altLang="en-US"/>
          </a:p>
        </p:txBody>
      </p:sp>
      <p:sp>
        <p:nvSpPr>
          <p:cNvPr id="46" name="Text Placeholder 10">
            <a:extLst>
              <a:ext uri="{FF2B5EF4-FFF2-40B4-BE49-F238E27FC236}">
                <a16:creationId xmlns:a16="http://schemas.microsoft.com/office/drawing/2014/main" id="{9EBEE5F4-6259-F130-927E-7FFB60A40FD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7817532" y="3407356"/>
            <a:ext cx="3530468" cy="739384"/>
          </a:xfrm>
        </p:spPr>
        <p:txBody>
          <a:bodyPr anchor="b"/>
          <a:lstStyle>
            <a:lvl1pPr marL="0" indent="0" algn="l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l">
              <a:lnSpc>
                <a:spcPct val="100000"/>
              </a:lnSpc>
              <a:defRPr sz="1800" b="1">
                <a:latin typeface="+mj-lt"/>
              </a:defRPr>
            </a:lvl2pPr>
            <a:lvl3pPr algn="l">
              <a:lnSpc>
                <a:spcPct val="100000"/>
              </a:lnSpc>
              <a:defRPr sz="1800" b="1">
                <a:latin typeface="+mj-lt"/>
              </a:defRPr>
            </a:lvl3pPr>
            <a:lvl4pPr algn="l">
              <a:lnSpc>
                <a:spcPct val="100000"/>
              </a:lnSpc>
              <a:defRPr sz="1800" b="1">
                <a:latin typeface="+mj-lt"/>
              </a:defRPr>
            </a:lvl4pPr>
            <a:lvl5pPr algn="l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45" name="Text Placeholder 10">
            <a:extLst>
              <a:ext uri="{FF2B5EF4-FFF2-40B4-BE49-F238E27FC236}">
                <a16:creationId xmlns:a16="http://schemas.microsoft.com/office/drawing/2014/main" id="{66237AC4-EBD4-DD9E-69D9-8D385F6C75A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817534" y="4181827"/>
            <a:ext cx="3530466" cy="559032"/>
          </a:xfrm>
        </p:spPr>
        <p:txBody>
          <a:bodyPr anchor="t"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21" name="Rectangle 56">
            <a:extLst>
              <a:ext uri="{FF2B5EF4-FFF2-40B4-BE49-F238E27FC236}">
                <a16:creationId xmlns:a16="http://schemas.microsoft.com/office/drawing/2014/main" id="{3C5137EE-3743-D56F-8A63-2370A4C0D4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81831" y="2599076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5DB5C80C-26F8-0C95-154F-6DEEEDB3237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181203" y="2598738"/>
            <a:ext cx="462842" cy="468312"/>
          </a:xfrm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b="1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altLang="zh-CN"/>
              <a:t>06</a:t>
            </a:r>
            <a:endParaRPr lang="zh-CN" altLang="en-US"/>
          </a:p>
        </p:txBody>
      </p:sp>
      <p:sp>
        <p:nvSpPr>
          <p:cNvPr id="41" name="Text Placeholder 10">
            <a:extLst>
              <a:ext uri="{FF2B5EF4-FFF2-40B4-BE49-F238E27FC236}">
                <a16:creationId xmlns:a16="http://schemas.microsoft.com/office/drawing/2014/main" id="{1580A2FB-D18E-CCE5-D7D5-AB29B0225C0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818160" y="2076889"/>
            <a:ext cx="3530468" cy="739384"/>
          </a:xfrm>
        </p:spPr>
        <p:txBody>
          <a:bodyPr anchor="b"/>
          <a:lstStyle>
            <a:lvl1pPr marL="0" indent="0" algn="l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l">
              <a:lnSpc>
                <a:spcPct val="100000"/>
              </a:lnSpc>
              <a:defRPr sz="1800" b="1">
                <a:latin typeface="+mj-lt"/>
              </a:defRPr>
            </a:lvl2pPr>
            <a:lvl3pPr algn="l">
              <a:lnSpc>
                <a:spcPct val="100000"/>
              </a:lnSpc>
              <a:defRPr sz="1800" b="1">
                <a:latin typeface="+mj-lt"/>
              </a:defRPr>
            </a:lvl3pPr>
            <a:lvl4pPr algn="l">
              <a:lnSpc>
                <a:spcPct val="100000"/>
              </a:lnSpc>
              <a:defRPr sz="1800" b="1">
                <a:latin typeface="+mj-lt"/>
              </a:defRPr>
            </a:lvl4pPr>
            <a:lvl5pPr algn="l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40" name="Text Placeholder 10">
            <a:extLst>
              <a:ext uri="{FF2B5EF4-FFF2-40B4-BE49-F238E27FC236}">
                <a16:creationId xmlns:a16="http://schemas.microsoft.com/office/drawing/2014/main" id="{8B832846-EB9F-5EFA-F397-ED05D7CD5CB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7818162" y="2851360"/>
            <a:ext cx="3530466" cy="559032"/>
          </a:xfrm>
        </p:spPr>
        <p:txBody>
          <a:bodyPr anchor="t"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0B4CA34A-70A6-28B9-6E95-DFAAFE588C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6/9/2025</a:t>
            </a:fld>
            <a:endParaRPr lang="x-none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3CF4D40-3350-82F9-020E-252774AD81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74E27F63-E2E4-6C68-FD7F-46614FECBA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sp>
        <p:nvSpPr>
          <p:cNvPr id="24" name="Oval 14">
            <a:extLst>
              <a:ext uri="{FF2B5EF4-FFF2-40B4-BE49-F238E27FC236}">
                <a16:creationId xmlns:a16="http://schemas.microsoft.com/office/drawing/2014/main" id="{6F924045-417C-C278-4D5D-0671DFFEA1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096307" y="2769072"/>
            <a:ext cx="128008" cy="128008"/>
          </a:xfrm>
          <a:prstGeom prst="ellipse">
            <a:avLst/>
          </a:prstGeom>
          <a:solidFill>
            <a:schemeClr val="tx1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25" name="Oval 42">
            <a:extLst>
              <a:ext uri="{FF2B5EF4-FFF2-40B4-BE49-F238E27FC236}">
                <a16:creationId xmlns:a16="http://schemas.microsoft.com/office/drawing/2014/main" id="{5BC3F4C5-4FB3-F517-627A-E393C3CE2B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096307" y="4094196"/>
            <a:ext cx="128008" cy="128008"/>
          </a:xfrm>
          <a:prstGeom prst="ellipse">
            <a:avLst/>
          </a:prstGeom>
          <a:solidFill>
            <a:schemeClr val="tx1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26" name="Oval 50">
            <a:extLst>
              <a:ext uri="{FF2B5EF4-FFF2-40B4-BE49-F238E27FC236}">
                <a16:creationId xmlns:a16="http://schemas.microsoft.com/office/drawing/2014/main" id="{1B466D3D-3E71-2F97-7F18-51F8A46E48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142873" y="5419411"/>
            <a:ext cx="128008" cy="128008"/>
          </a:xfrm>
          <a:prstGeom prst="ellipse">
            <a:avLst/>
          </a:prstGeom>
          <a:solidFill>
            <a:schemeClr val="tx1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27" name="Oval 58">
            <a:extLst>
              <a:ext uri="{FF2B5EF4-FFF2-40B4-BE49-F238E27FC236}">
                <a16:creationId xmlns:a16="http://schemas.microsoft.com/office/drawing/2014/main" id="{00CD6578-9EEA-5E52-3E03-6000B3C4C6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6926073" y="2769072"/>
            <a:ext cx="128008" cy="128008"/>
          </a:xfrm>
          <a:prstGeom prst="ellipse">
            <a:avLst/>
          </a:prstGeom>
          <a:solidFill>
            <a:schemeClr val="tx1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28" name="Oval 83">
            <a:extLst>
              <a:ext uri="{FF2B5EF4-FFF2-40B4-BE49-F238E27FC236}">
                <a16:creationId xmlns:a16="http://schemas.microsoft.com/office/drawing/2014/main" id="{CD7CB540-1BF1-F1AC-AE10-C8B626E0A5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6926073" y="4094196"/>
            <a:ext cx="128008" cy="128008"/>
          </a:xfrm>
          <a:prstGeom prst="ellipse">
            <a:avLst/>
          </a:prstGeom>
          <a:solidFill>
            <a:schemeClr val="tx1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29" name="Oval 91">
            <a:extLst>
              <a:ext uri="{FF2B5EF4-FFF2-40B4-BE49-F238E27FC236}">
                <a16:creationId xmlns:a16="http://schemas.microsoft.com/office/drawing/2014/main" id="{B18690F7-0CC3-4A81-2333-82F5519006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6879507" y="5419411"/>
            <a:ext cx="128008" cy="128008"/>
          </a:xfrm>
          <a:prstGeom prst="ellipse">
            <a:avLst/>
          </a:prstGeom>
          <a:solidFill>
            <a:schemeClr val="tx1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30" name="Freeform: Shape 8">
            <a:extLst>
              <a:ext uri="{FF2B5EF4-FFF2-40B4-BE49-F238E27FC236}">
                <a16:creationId xmlns:a16="http://schemas.microsoft.com/office/drawing/2014/main" id="{2AD7E1B5-43F5-AA4B-C9F4-7A7B6668FB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5160311" y="2094269"/>
            <a:ext cx="1831860" cy="3988301"/>
          </a:xfrm>
          <a:custGeom>
            <a:avLst/>
            <a:gdLst>
              <a:gd name="connsiteX0" fmla="*/ 1134319 w 2268638"/>
              <a:gd name="connsiteY0" fmla="*/ 0 h 5034987"/>
              <a:gd name="connsiteX1" fmla="*/ 2268638 w 2268638"/>
              <a:gd name="connsiteY1" fmla="*/ 1134319 h 5034987"/>
              <a:gd name="connsiteX2" fmla="*/ 2268637 w 2268638"/>
              <a:gd name="connsiteY2" fmla="*/ 5034987 h 5034987"/>
              <a:gd name="connsiteX3" fmla="*/ 0 w 2268638"/>
              <a:gd name="connsiteY3" fmla="*/ 5034987 h 5034987"/>
              <a:gd name="connsiteX4" fmla="*/ 0 w 2268638"/>
              <a:gd name="connsiteY4" fmla="*/ 1134319 h 5034987"/>
              <a:gd name="connsiteX5" fmla="*/ 1134319 w 2268638"/>
              <a:gd name="connsiteY5" fmla="*/ 0 h 5034987"/>
              <a:gd name="connsiteX0" fmla="*/ 1134319 w 2268638"/>
              <a:gd name="connsiteY0" fmla="*/ 0 h 5034987"/>
              <a:gd name="connsiteX1" fmla="*/ 2268638 w 2268638"/>
              <a:gd name="connsiteY1" fmla="*/ 1134319 h 5034987"/>
              <a:gd name="connsiteX2" fmla="*/ 2268637 w 2268638"/>
              <a:gd name="connsiteY2" fmla="*/ 5034987 h 5034987"/>
              <a:gd name="connsiteX3" fmla="*/ 486137 w 2268638"/>
              <a:gd name="connsiteY3" fmla="*/ 5023412 h 5034987"/>
              <a:gd name="connsiteX4" fmla="*/ 0 w 2268638"/>
              <a:gd name="connsiteY4" fmla="*/ 5034987 h 5034987"/>
              <a:gd name="connsiteX5" fmla="*/ 0 w 2268638"/>
              <a:gd name="connsiteY5" fmla="*/ 1134319 h 5034987"/>
              <a:gd name="connsiteX6" fmla="*/ 1134319 w 2268638"/>
              <a:gd name="connsiteY6" fmla="*/ 0 h 5034987"/>
              <a:gd name="connsiteX0" fmla="*/ 486137 w 2268638"/>
              <a:gd name="connsiteY0" fmla="*/ 5023412 h 5114852"/>
              <a:gd name="connsiteX1" fmla="*/ 0 w 2268638"/>
              <a:gd name="connsiteY1" fmla="*/ 5034987 h 5114852"/>
              <a:gd name="connsiteX2" fmla="*/ 0 w 2268638"/>
              <a:gd name="connsiteY2" fmla="*/ 1134319 h 5114852"/>
              <a:gd name="connsiteX3" fmla="*/ 1134319 w 2268638"/>
              <a:gd name="connsiteY3" fmla="*/ 0 h 5114852"/>
              <a:gd name="connsiteX4" fmla="*/ 2268638 w 2268638"/>
              <a:gd name="connsiteY4" fmla="*/ 1134319 h 5114852"/>
              <a:gd name="connsiteX5" fmla="*/ 2268637 w 2268638"/>
              <a:gd name="connsiteY5" fmla="*/ 5034987 h 5114852"/>
              <a:gd name="connsiteX6" fmla="*/ 577577 w 2268638"/>
              <a:gd name="connsiteY6" fmla="*/ 5114852 h 5114852"/>
              <a:gd name="connsiteX0" fmla="*/ 486137 w 2268638"/>
              <a:gd name="connsiteY0" fmla="*/ 5023412 h 5034987"/>
              <a:gd name="connsiteX1" fmla="*/ 0 w 2268638"/>
              <a:gd name="connsiteY1" fmla="*/ 5034987 h 5034987"/>
              <a:gd name="connsiteX2" fmla="*/ 0 w 2268638"/>
              <a:gd name="connsiteY2" fmla="*/ 1134319 h 5034987"/>
              <a:gd name="connsiteX3" fmla="*/ 1134319 w 2268638"/>
              <a:gd name="connsiteY3" fmla="*/ 0 h 5034987"/>
              <a:gd name="connsiteX4" fmla="*/ 2268638 w 2268638"/>
              <a:gd name="connsiteY4" fmla="*/ 1134319 h 5034987"/>
              <a:gd name="connsiteX5" fmla="*/ 2268637 w 2268638"/>
              <a:gd name="connsiteY5" fmla="*/ 5034987 h 5034987"/>
              <a:gd name="connsiteX0" fmla="*/ 0 w 2268638"/>
              <a:gd name="connsiteY0" fmla="*/ 5034987 h 5034987"/>
              <a:gd name="connsiteX1" fmla="*/ 0 w 2268638"/>
              <a:gd name="connsiteY1" fmla="*/ 1134319 h 5034987"/>
              <a:gd name="connsiteX2" fmla="*/ 1134319 w 2268638"/>
              <a:gd name="connsiteY2" fmla="*/ 0 h 5034987"/>
              <a:gd name="connsiteX3" fmla="*/ 2268638 w 2268638"/>
              <a:gd name="connsiteY3" fmla="*/ 1134319 h 5034987"/>
              <a:gd name="connsiteX4" fmla="*/ 2268637 w 2268638"/>
              <a:gd name="connsiteY4" fmla="*/ 5034987 h 50349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68638" h="5034987">
                <a:moveTo>
                  <a:pt x="0" y="5034987"/>
                </a:moveTo>
                <a:lnTo>
                  <a:pt x="0" y="1134319"/>
                </a:lnTo>
                <a:cubicBezTo>
                  <a:pt x="0" y="507852"/>
                  <a:pt x="507852" y="0"/>
                  <a:pt x="1134319" y="0"/>
                </a:cubicBezTo>
                <a:cubicBezTo>
                  <a:pt x="1760786" y="0"/>
                  <a:pt x="2268638" y="507852"/>
                  <a:pt x="2268638" y="1134319"/>
                </a:cubicBezTo>
                <a:cubicBezTo>
                  <a:pt x="2268638" y="2434542"/>
                  <a:pt x="2268637" y="3734764"/>
                  <a:pt x="2268637" y="5034987"/>
                </a:cubicBezTo>
              </a:path>
            </a:pathLst>
          </a:custGeom>
          <a:noFill/>
          <a:ln>
            <a:solidFill>
              <a:schemeClr val="tx1">
                <a:alpha val="40000"/>
              </a:schemeClr>
            </a:solidFill>
            <a:prstDash val="dash"/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cxnSp>
        <p:nvCxnSpPr>
          <p:cNvPr id="34" name="Straight Connector 31">
            <a:extLst>
              <a:ext uri="{FF2B5EF4-FFF2-40B4-BE49-F238E27FC236}">
                <a16:creationId xmlns:a16="http://schemas.microsoft.com/office/drawing/2014/main" id="{170072F3-485C-71D2-6614-C68EABC5F0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3209" y="6667495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2">
            <a:extLst>
              <a:ext uri="{FF2B5EF4-FFF2-40B4-BE49-F238E27FC236}">
                <a16:creationId xmlns:a16="http://schemas.microsoft.com/office/drawing/2014/main" id="{2CED45EB-CA8D-2EBD-0965-E6FEC42725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63433" y="-5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55126991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-item Lists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2013" y="835983"/>
            <a:ext cx="10504000" cy="1101394"/>
          </a:xfrm>
        </p:spPr>
        <p:txBody>
          <a:bodyPr anchor="b"/>
          <a:lstStyle>
            <a:lvl1pPr algn="ctr"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2" name="Picture Placeholder 41">
            <a:extLst>
              <a:ext uri="{FF2B5EF4-FFF2-40B4-BE49-F238E27FC236}">
                <a16:creationId xmlns:a16="http://schemas.microsoft.com/office/drawing/2014/main" id="{FC3AD345-5725-4194-30F5-9464DB0F892D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1122685" y="2400057"/>
            <a:ext cx="1574806" cy="1749956"/>
          </a:xfrm>
          <a:custGeom>
            <a:avLst/>
            <a:gdLst>
              <a:gd name="connsiteX0" fmla="*/ 0 w 1574806"/>
              <a:gd name="connsiteY0" fmla="*/ 0 h 1749956"/>
              <a:gd name="connsiteX1" fmla="*/ 1574806 w 1574806"/>
              <a:gd name="connsiteY1" fmla="*/ 0 h 1749956"/>
              <a:gd name="connsiteX2" fmla="*/ 1574805 w 1574806"/>
              <a:gd name="connsiteY2" fmla="*/ 962553 h 1749956"/>
              <a:gd name="connsiteX3" fmla="*/ 787402 w 1574806"/>
              <a:gd name="connsiteY3" fmla="*/ 1749956 h 1749956"/>
              <a:gd name="connsiteX4" fmla="*/ 787403 w 1574806"/>
              <a:gd name="connsiteY4" fmla="*/ 1749955 h 1749956"/>
              <a:gd name="connsiteX5" fmla="*/ 0 w 1574806"/>
              <a:gd name="connsiteY5" fmla="*/ 962552 h 17499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74806" h="1749956">
                <a:moveTo>
                  <a:pt x="0" y="0"/>
                </a:moveTo>
                <a:lnTo>
                  <a:pt x="1574806" y="0"/>
                </a:lnTo>
                <a:lnTo>
                  <a:pt x="1574805" y="962553"/>
                </a:lnTo>
                <a:cubicBezTo>
                  <a:pt x="1574805" y="1397424"/>
                  <a:pt x="1222273" y="1749956"/>
                  <a:pt x="787402" y="1749956"/>
                </a:cubicBezTo>
                <a:lnTo>
                  <a:pt x="787403" y="1749955"/>
                </a:lnTo>
                <a:cubicBezTo>
                  <a:pt x="352532" y="1749955"/>
                  <a:pt x="0" y="1397423"/>
                  <a:pt x="0" y="962552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F0B2A43A-4011-3150-37FF-CDAA00D1FC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86250" y="4179296"/>
            <a:ext cx="2247677" cy="645155"/>
          </a:xfrm>
        </p:spPr>
        <p:txBody>
          <a:bodyPr anchor="b"/>
          <a:lstStyle>
            <a:lvl1pPr marL="0" indent="0" algn="ctr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ctr">
              <a:lnSpc>
                <a:spcPct val="100000"/>
              </a:lnSpc>
              <a:defRPr sz="1800" b="1">
                <a:latin typeface="+mj-lt"/>
              </a:defRPr>
            </a:lvl2pPr>
            <a:lvl3pPr algn="ctr">
              <a:lnSpc>
                <a:spcPct val="100000"/>
              </a:lnSpc>
              <a:defRPr sz="1800" b="1">
                <a:latin typeface="+mj-lt"/>
              </a:defRPr>
            </a:lvl3pPr>
            <a:lvl4pPr algn="ctr">
              <a:lnSpc>
                <a:spcPct val="100000"/>
              </a:lnSpc>
              <a:defRPr sz="1800" b="1">
                <a:latin typeface="+mj-lt"/>
              </a:defRPr>
            </a:lvl4pPr>
            <a:lvl5pPr algn="ctr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28" name="Text Placeholder 10">
            <a:extLst>
              <a:ext uri="{FF2B5EF4-FFF2-40B4-BE49-F238E27FC236}">
                <a16:creationId xmlns:a16="http://schemas.microsoft.com/office/drawing/2014/main" id="{3CF7AD25-AB7B-EDB3-88D7-930BD82D998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86250" y="4918684"/>
            <a:ext cx="2247676" cy="1319899"/>
          </a:xfrm>
        </p:spPr>
        <p:txBody>
          <a:bodyPr anchor="t"/>
          <a:lstStyle>
            <a:lvl1pPr marL="0" indent="0" algn="ctr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43" name="Picture Placeholder 42">
            <a:extLst>
              <a:ext uri="{FF2B5EF4-FFF2-40B4-BE49-F238E27FC236}">
                <a16:creationId xmlns:a16="http://schemas.microsoft.com/office/drawing/2014/main" id="{CA43D5B7-B43F-3988-E9BA-9EC6DD74C150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3877948" y="2400057"/>
            <a:ext cx="1574806" cy="1749956"/>
          </a:xfrm>
          <a:custGeom>
            <a:avLst/>
            <a:gdLst>
              <a:gd name="connsiteX0" fmla="*/ 0 w 1574806"/>
              <a:gd name="connsiteY0" fmla="*/ 0 h 1749956"/>
              <a:gd name="connsiteX1" fmla="*/ 1574806 w 1574806"/>
              <a:gd name="connsiteY1" fmla="*/ 0 h 1749956"/>
              <a:gd name="connsiteX2" fmla="*/ 1574805 w 1574806"/>
              <a:gd name="connsiteY2" fmla="*/ 962553 h 1749956"/>
              <a:gd name="connsiteX3" fmla="*/ 787402 w 1574806"/>
              <a:gd name="connsiteY3" fmla="*/ 1749956 h 1749956"/>
              <a:gd name="connsiteX4" fmla="*/ 787403 w 1574806"/>
              <a:gd name="connsiteY4" fmla="*/ 1749955 h 1749956"/>
              <a:gd name="connsiteX5" fmla="*/ 0 w 1574806"/>
              <a:gd name="connsiteY5" fmla="*/ 962552 h 17499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74806" h="1749956">
                <a:moveTo>
                  <a:pt x="0" y="0"/>
                </a:moveTo>
                <a:lnTo>
                  <a:pt x="1574806" y="0"/>
                </a:lnTo>
                <a:lnTo>
                  <a:pt x="1574805" y="962553"/>
                </a:lnTo>
                <a:cubicBezTo>
                  <a:pt x="1574805" y="1397424"/>
                  <a:pt x="1222273" y="1749956"/>
                  <a:pt x="787402" y="1749956"/>
                </a:cubicBezTo>
                <a:lnTo>
                  <a:pt x="787403" y="1749955"/>
                </a:lnTo>
                <a:cubicBezTo>
                  <a:pt x="352532" y="1749955"/>
                  <a:pt x="0" y="1397423"/>
                  <a:pt x="0" y="962552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29" name="Text Placeholder 10">
            <a:extLst>
              <a:ext uri="{FF2B5EF4-FFF2-40B4-BE49-F238E27FC236}">
                <a16:creationId xmlns:a16="http://schemas.microsoft.com/office/drawing/2014/main" id="{C28D490E-BCD9-F5BD-3001-E54CAE54888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546046" y="4179296"/>
            <a:ext cx="2247677" cy="645155"/>
          </a:xfrm>
        </p:spPr>
        <p:txBody>
          <a:bodyPr anchor="b"/>
          <a:lstStyle>
            <a:lvl1pPr marL="0" indent="0" algn="ctr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ctr">
              <a:lnSpc>
                <a:spcPct val="100000"/>
              </a:lnSpc>
              <a:defRPr sz="1800" b="1">
                <a:latin typeface="+mj-lt"/>
              </a:defRPr>
            </a:lvl2pPr>
            <a:lvl3pPr algn="ctr">
              <a:lnSpc>
                <a:spcPct val="100000"/>
              </a:lnSpc>
              <a:defRPr sz="1800" b="1">
                <a:latin typeface="+mj-lt"/>
              </a:defRPr>
            </a:lvl3pPr>
            <a:lvl4pPr algn="ctr">
              <a:lnSpc>
                <a:spcPct val="100000"/>
              </a:lnSpc>
              <a:defRPr sz="1800" b="1">
                <a:latin typeface="+mj-lt"/>
              </a:defRPr>
            </a:lvl4pPr>
            <a:lvl5pPr algn="ctr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30" name="Text Placeholder 10">
            <a:extLst>
              <a:ext uri="{FF2B5EF4-FFF2-40B4-BE49-F238E27FC236}">
                <a16:creationId xmlns:a16="http://schemas.microsoft.com/office/drawing/2014/main" id="{2E90F1AF-FABC-69A4-57F9-02FEEC2D804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46046" y="4918684"/>
            <a:ext cx="2247676" cy="1319899"/>
          </a:xfrm>
        </p:spPr>
        <p:txBody>
          <a:bodyPr anchor="t"/>
          <a:lstStyle>
            <a:lvl1pPr marL="0" indent="0" algn="ctr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44" name="Picture Placeholder 43">
            <a:extLst>
              <a:ext uri="{FF2B5EF4-FFF2-40B4-BE49-F238E27FC236}">
                <a16:creationId xmlns:a16="http://schemas.microsoft.com/office/drawing/2014/main" id="{A248B268-9019-F21D-A6D5-820E2928E5F2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6633211" y="2400057"/>
            <a:ext cx="1574806" cy="1749956"/>
          </a:xfrm>
          <a:custGeom>
            <a:avLst/>
            <a:gdLst>
              <a:gd name="connsiteX0" fmla="*/ 0 w 1574806"/>
              <a:gd name="connsiteY0" fmla="*/ 0 h 1749956"/>
              <a:gd name="connsiteX1" fmla="*/ 1574806 w 1574806"/>
              <a:gd name="connsiteY1" fmla="*/ 0 h 1749956"/>
              <a:gd name="connsiteX2" fmla="*/ 1574805 w 1574806"/>
              <a:gd name="connsiteY2" fmla="*/ 962553 h 1749956"/>
              <a:gd name="connsiteX3" fmla="*/ 787402 w 1574806"/>
              <a:gd name="connsiteY3" fmla="*/ 1749956 h 1749956"/>
              <a:gd name="connsiteX4" fmla="*/ 787403 w 1574806"/>
              <a:gd name="connsiteY4" fmla="*/ 1749955 h 1749956"/>
              <a:gd name="connsiteX5" fmla="*/ 0 w 1574806"/>
              <a:gd name="connsiteY5" fmla="*/ 962552 h 17499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74806" h="1749956">
                <a:moveTo>
                  <a:pt x="0" y="0"/>
                </a:moveTo>
                <a:lnTo>
                  <a:pt x="1574806" y="0"/>
                </a:lnTo>
                <a:lnTo>
                  <a:pt x="1574805" y="962553"/>
                </a:lnTo>
                <a:cubicBezTo>
                  <a:pt x="1574805" y="1397424"/>
                  <a:pt x="1222273" y="1749956"/>
                  <a:pt x="787402" y="1749956"/>
                </a:cubicBezTo>
                <a:lnTo>
                  <a:pt x="787403" y="1749955"/>
                </a:lnTo>
                <a:cubicBezTo>
                  <a:pt x="352532" y="1749955"/>
                  <a:pt x="0" y="1397423"/>
                  <a:pt x="0" y="962552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31" name="Text Placeholder 10">
            <a:extLst>
              <a:ext uri="{FF2B5EF4-FFF2-40B4-BE49-F238E27FC236}">
                <a16:creationId xmlns:a16="http://schemas.microsoft.com/office/drawing/2014/main" id="{ACC85C39-CD2C-6707-E229-98AD380D0A5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302143" y="4179296"/>
            <a:ext cx="2247677" cy="645155"/>
          </a:xfrm>
        </p:spPr>
        <p:txBody>
          <a:bodyPr anchor="b"/>
          <a:lstStyle>
            <a:lvl1pPr marL="0" indent="0" algn="ctr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ctr">
              <a:lnSpc>
                <a:spcPct val="100000"/>
              </a:lnSpc>
              <a:defRPr sz="1800" b="1">
                <a:latin typeface="+mj-lt"/>
              </a:defRPr>
            </a:lvl2pPr>
            <a:lvl3pPr algn="ctr">
              <a:lnSpc>
                <a:spcPct val="100000"/>
              </a:lnSpc>
              <a:defRPr sz="1800" b="1">
                <a:latin typeface="+mj-lt"/>
              </a:defRPr>
            </a:lvl3pPr>
            <a:lvl4pPr algn="ctr">
              <a:lnSpc>
                <a:spcPct val="100000"/>
              </a:lnSpc>
              <a:defRPr sz="1800" b="1">
                <a:latin typeface="+mj-lt"/>
              </a:defRPr>
            </a:lvl4pPr>
            <a:lvl5pPr algn="ctr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32" name="Text Placeholder 10">
            <a:extLst>
              <a:ext uri="{FF2B5EF4-FFF2-40B4-BE49-F238E27FC236}">
                <a16:creationId xmlns:a16="http://schemas.microsoft.com/office/drawing/2014/main" id="{A5BCFE58-E213-AF4E-97E9-0F38693F3E9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302143" y="4918684"/>
            <a:ext cx="2247676" cy="1319899"/>
          </a:xfrm>
        </p:spPr>
        <p:txBody>
          <a:bodyPr anchor="t"/>
          <a:lstStyle>
            <a:lvl1pPr marL="0" indent="0" algn="ctr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45" name="Picture Placeholder 44">
            <a:extLst>
              <a:ext uri="{FF2B5EF4-FFF2-40B4-BE49-F238E27FC236}">
                <a16:creationId xmlns:a16="http://schemas.microsoft.com/office/drawing/2014/main" id="{526F3044-7765-F477-D32C-4962CDBB2954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388473" y="2400057"/>
            <a:ext cx="1574806" cy="1749956"/>
          </a:xfrm>
          <a:custGeom>
            <a:avLst/>
            <a:gdLst>
              <a:gd name="connsiteX0" fmla="*/ 0 w 1574806"/>
              <a:gd name="connsiteY0" fmla="*/ 0 h 1749956"/>
              <a:gd name="connsiteX1" fmla="*/ 1574806 w 1574806"/>
              <a:gd name="connsiteY1" fmla="*/ 0 h 1749956"/>
              <a:gd name="connsiteX2" fmla="*/ 1574805 w 1574806"/>
              <a:gd name="connsiteY2" fmla="*/ 962553 h 1749956"/>
              <a:gd name="connsiteX3" fmla="*/ 787402 w 1574806"/>
              <a:gd name="connsiteY3" fmla="*/ 1749956 h 1749956"/>
              <a:gd name="connsiteX4" fmla="*/ 787403 w 1574806"/>
              <a:gd name="connsiteY4" fmla="*/ 1749955 h 1749956"/>
              <a:gd name="connsiteX5" fmla="*/ 0 w 1574806"/>
              <a:gd name="connsiteY5" fmla="*/ 962552 h 17499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74806" h="1749956">
                <a:moveTo>
                  <a:pt x="0" y="0"/>
                </a:moveTo>
                <a:lnTo>
                  <a:pt x="1574806" y="0"/>
                </a:lnTo>
                <a:lnTo>
                  <a:pt x="1574805" y="962553"/>
                </a:lnTo>
                <a:cubicBezTo>
                  <a:pt x="1574805" y="1397424"/>
                  <a:pt x="1222273" y="1749956"/>
                  <a:pt x="787402" y="1749956"/>
                </a:cubicBezTo>
                <a:lnTo>
                  <a:pt x="787403" y="1749955"/>
                </a:lnTo>
                <a:cubicBezTo>
                  <a:pt x="352532" y="1749955"/>
                  <a:pt x="0" y="1397423"/>
                  <a:pt x="0" y="962552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33" name="Text Placeholder 10">
            <a:extLst>
              <a:ext uri="{FF2B5EF4-FFF2-40B4-BE49-F238E27FC236}">
                <a16:creationId xmlns:a16="http://schemas.microsoft.com/office/drawing/2014/main" id="{A098182F-B410-1A03-C48A-02C44658BDA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071564" y="4179296"/>
            <a:ext cx="2247677" cy="645155"/>
          </a:xfrm>
        </p:spPr>
        <p:txBody>
          <a:bodyPr anchor="b"/>
          <a:lstStyle>
            <a:lvl1pPr marL="0" indent="0" algn="ctr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ctr">
              <a:lnSpc>
                <a:spcPct val="100000"/>
              </a:lnSpc>
              <a:defRPr sz="1800" b="1">
                <a:latin typeface="+mj-lt"/>
              </a:defRPr>
            </a:lvl2pPr>
            <a:lvl3pPr algn="ctr">
              <a:lnSpc>
                <a:spcPct val="100000"/>
              </a:lnSpc>
              <a:defRPr sz="1800" b="1">
                <a:latin typeface="+mj-lt"/>
              </a:defRPr>
            </a:lvl3pPr>
            <a:lvl4pPr algn="ctr">
              <a:lnSpc>
                <a:spcPct val="100000"/>
              </a:lnSpc>
              <a:defRPr sz="1800" b="1">
                <a:latin typeface="+mj-lt"/>
              </a:defRPr>
            </a:lvl4pPr>
            <a:lvl5pPr algn="ctr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34" name="Text Placeholder 10">
            <a:extLst>
              <a:ext uri="{FF2B5EF4-FFF2-40B4-BE49-F238E27FC236}">
                <a16:creationId xmlns:a16="http://schemas.microsoft.com/office/drawing/2014/main" id="{DF18BA57-4ECA-6719-5A69-A5A04C9F224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071564" y="4918684"/>
            <a:ext cx="2247676" cy="1319899"/>
          </a:xfrm>
        </p:spPr>
        <p:txBody>
          <a:bodyPr anchor="t"/>
          <a:lstStyle>
            <a:lvl1pPr marL="0" indent="0" algn="ctr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4F9CFA80-D4AA-3368-BD6D-83BCAE936C6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6/9/2025</a:t>
            </a:fld>
            <a:endParaRPr lang="x-none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EA3242F8-9F2E-AD2D-10CD-37A53D94FF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331078A5-5A4A-623A-01B6-2AAAAF90E9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18" name="Straight Connector 14">
            <a:extLst>
              <a:ext uri="{FF2B5EF4-FFF2-40B4-BE49-F238E27FC236}">
                <a16:creationId xmlns:a16="http://schemas.microsoft.com/office/drawing/2014/main" id="{31074CC2-5937-AFC8-1A1A-7A015DAE7E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282042" y="2210847"/>
            <a:ext cx="0" cy="31623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5">
            <a:extLst>
              <a:ext uri="{FF2B5EF4-FFF2-40B4-BE49-F238E27FC236}">
                <a16:creationId xmlns:a16="http://schemas.microsoft.com/office/drawing/2014/main" id="{64DE9D23-BE63-F4BA-C094-88F0662C2E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041804" y="2210847"/>
            <a:ext cx="0" cy="31623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6">
            <a:extLst>
              <a:ext uri="{FF2B5EF4-FFF2-40B4-BE49-F238E27FC236}">
                <a16:creationId xmlns:a16="http://schemas.microsoft.com/office/drawing/2014/main" id="{EE609DF1-B11E-F16C-4627-773F9ED60C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801566" y="2210847"/>
            <a:ext cx="0" cy="31623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1">
            <a:extLst>
              <a:ext uri="{FF2B5EF4-FFF2-40B4-BE49-F238E27FC236}">
                <a16:creationId xmlns:a16="http://schemas.microsoft.com/office/drawing/2014/main" id="{4489C308-841C-D2A7-8515-411CB01686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4750" y="2531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2">
            <a:extLst>
              <a:ext uri="{FF2B5EF4-FFF2-40B4-BE49-F238E27FC236}">
                <a16:creationId xmlns:a16="http://schemas.microsoft.com/office/drawing/2014/main" id="{B60E0D5B-082D-4EB9-B1D4-EF2D236B05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88588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2">
            <a:extLst>
              <a:ext uri="{FF2B5EF4-FFF2-40B4-BE49-F238E27FC236}">
                <a16:creationId xmlns:a16="http://schemas.microsoft.com/office/drawing/2014/main" id="{5B814A6C-6187-44A9-CE55-07E0F6A33C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03411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1">
            <a:extLst>
              <a:ext uri="{FF2B5EF4-FFF2-40B4-BE49-F238E27FC236}">
                <a16:creationId xmlns:a16="http://schemas.microsoft.com/office/drawing/2014/main" id="{CCF56FCA-E9F5-CED2-901F-8A806CBEC2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6412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50964539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-item List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000" y="841447"/>
            <a:ext cx="10504000" cy="1101394"/>
          </a:xfrm>
        </p:spPr>
        <p:txBody>
          <a:bodyPr/>
          <a:lstStyle>
            <a:lvl1pPr algn="ctr"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1" name="Text Placeholder 10">
            <a:extLst>
              <a:ext uri="{FF2B5EF4-FFF2-40B4-BE49-F238E27FC236}">
                <a16:creationId xmlns:a16="http://schemas.microsoft.com/office/drawing/2014/main" id="{D7EF3883-1825-BE98-6A0D-E5F37120BEC1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1179810" y="2486482"/>
            <a:ext cx="4338570" cy="739384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r">
              <a:lnSpc>
                <a:spcPct val="100000"/>
              </a:lnSpc>
              <a:defRPr sz="1800" b="1">
                <a:latin typeface="+mj-lt"/>
              </a:defRPr>
            </a:lvl2pPr>
            <a:lvl3pPr algn="r">
              <a:lnSpc>
                <a:spcPct val="100000"/>
              </a:lnSpc>
              <a:defRPr sz="1800" b="1">
                <a:latin typeface="+mj-lt"/>
              </a:defRPr>
            </a:lvl3pPr>
            <a:lvl4pPr algn="r">
              <a:lnSpc>
                <a:spcPct val="100000"/>
              </a:lnSpc>
              <a:defRPr sz="1800" b="1">
                <a:latin typeface="+mj-lt"/>
              </a:defRPr>
            </a:lvl4pPr>
            <a:lvl5pPr algn="r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20" name="Text Placeholder 10">
            <a:extLst>
              <a:ext uri="{FF2B5EF4-FFF2-40B4-BE49-F238E27FC236}">
                <a16:creationId xmlns:a16="http://schemas.microsoft.com/office/drawing/2014/main" id="{9B5B1545-4ACF-EE87-EB8A-9B9EA972A53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179812" y="3237946"/>
            <a:ext cx="4338568" cy="806939"/>
          </a:xfrm>
        </p:spPr>
        <p:txBody>
          <a:bodyPr anchor="t"/>
          <a:lstStyle>
            <a:lvl1pPr marL="0" indent="0" algn="r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23" name="Text Placeholder 10">
            <a:extLst>
              <a:ext uri="{FF2B5EF4-FFF2-40B4-BE49-F238E27FC236}">
                <a16:creationId xmlns:a16="http://schemas.microsoft.com/office/drawing/2014/main" id="{A356766D-F5E2-7904-2225-4694EA488330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1179810" y="4181052"/>
            <a:ext cx="4338570" cy="739384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r">
              <a:lnSpc>
                <a:spcPct val="100000"/>
              </a:lnSpc>
              <a:defRPr sz="1800" b="1">
                <a:latin typeface="+mj-lt"/>
              </a:defRPr>
            </a:lvl2pPr>
            <a:lvl3pPr algn="r">
              <a:lnSpc>
                <a:spcPct val="100000"/>
              </a:lnSpc>
              <a:defRPr sz="1800" b="1">
                <a:latin typeface="+mj-lt"/>
              </a:defRPr>
            </a:lvl3pPr>
            <a:lvl4pPr algn="r">
              <a:lnSpc>
                <a:spcPct val="100000"/>
              </a:lnSpc>
              <a:defRPr sz="1800" b="1">
                <a:latin typeface="+mj-lt"/>
              </a:defRPr>
            </a:lvl4pPr>
            <a:lvl5pPr algn="r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22" name="Text Placeholder 10">
            <a:extLst>
              <a:ext uri="{FF2B5EF4-FFF2-40B4-BE49-F238E27FC236}">
                <a16:creationId xmlns:a16="http://schemas.microsoft.com/office/drawing/2014/main" id="{47425909-B584-C128-E335-0223B010439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1179812" y="4932516"/>
            <a:ext cx="4338568" cy="806939"/>
          </a:xfrm>
        </p:spPr>
        <p:txBody>
          <a:bodyPr anchor="t"/>
          <a:lstStyle>
            <a:lvl1pPr marL="0" indent="0" algn="r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25" name="Text Placeholder 10">
            <a:extLst>
              <a:ext uri="{FF2B5EF4-FFF2-40B4-BE49-F238E27FC236}">
                <a16:creationId xmlns:a16="http://schemas.microsoft.com/office/drawing/2014/main" id="{FBF39DC5-6867-0012-C4D0-DEE4708FC8EC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73618" y="2453583"/>
            <a:ext cx="4338570" cy="739384"/>
          </a:xfrm>
        </p:spPr>
        <p:txBody>
          <a:bodyPr anchor="ctr"/>
          <a:lstStyle>
            <a:lvl1pPr marL="0" indent="0" algn="l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l">
              <a:lnSpc>
                <a:spcPct val="100000"/>
              </a:lnSpc>
              <a:defRPr sz="1800" b="1">
                <a:latin typeface="+mj-lt"/>
              </a:defRPr>
            </a:lvl2pPr>
            <a:lvl3pPr algn="l">
              <a:lnSpc>
                <a:spcPct val="100000"/>
              </a:lnSpc>
              <a:defRPr sz="1800" b="1">
                <a:latin typeface="+mj-lt"/>
              </a:defRPr>
            </a:lvl3pPr>
            <a:lvl4pPr algn="l">
              <a:lnSpc>
                <a:spcPct val="100000"/>
              </a:lnSpc>
              <a:defRPr sz="1800" b="1">
                <a:latin typeface="+mj-lt"/>
              </a:defRPr>
            </a:lvl4pPr>
            <a:lvl5pPr algn="l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1B999FF2-3B3C-CAE5-8C40-0534622067F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73618" y="3205047"/>
            <a:ext cx="4338568" cy="806939"/>
          </a:xfrm>
        </p:spPr>
        <p:txBody>
          <a:bodyPr anchor="t"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7278CD6C-407A-4526-79EE-4485678B97A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673618" y="4148153"/>
            <a:ext cx="4338570" cy="739384"/>
          </a:xfrm>
        </p:spPr>
        <p:txBody>
          <a:bodyPr anchor="ctr"/>
          <a:lstStyle>
            <a:lvl1pPr marL="0" indent="0" algn="l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l">
              <a:lnSpc>
                <a:spcPct val="100000"/>
              </a:lnSpc>
              <a:defRPr sz="1800" b="1">
                <a:latin typeface="+mj-lt"/>
              </a:defRPr>
            </a:lvl2pPr>
            <a:lvl3pPr algn="l">
              <a:lnSpc>
                <a:spcPct val="100000"/>
              </a:lnSpc>
              <a:defRPr sz="1800" b="1">
                <a:latin typeface="+mj-lt"/>
              </a:defRPr>
            </a:lvl3pPr>
            <a:lvl4pPr algn="l">
              <a:lnSpc>
                <a:spcPct val="100000"/>
              </a:lnSpc>
              <a:defRPr sz="1800" b="1">
                <a:latin typeface="+mj-lt"/>
              </a:defRPr>
            </a:lvl4pPr>
            <a:lvl5pPr algn="l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26" name="Text Placeholder 10">
            <a:extLst>
              <a:ext uri="{FF2B5EF4-FFF2-40B4-BE49-F238E27FC236}">
                <a16:creationId xmlns:a16="http://schemas.microsoft.com/office/drawing/2014/main" id="{CAD15B38-6459-7007-6121-FBC970B53336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73618" y="4899617"/>
            <a:ext cx="4338568" cy="806939"/>
          </a:xfrm>
        </p:spPr>
        <p:txBody>
          <a:bodyPr anchor="t"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CD31E811-3CD5-0EFF-DE01-1A00973F08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6/9/2025</a:t>
            </a:fld>
            <a:endParaRPr lang="x-none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029B724C-47BD-4F2A-3B9E-0708E9CC80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4C7665F0-017D-E5C3-9424-10E68875DA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34" name="Straight Connector 31">
            <a:extLst>
              <a:ext uri="{FF2B5EF4-FFF2-40B4-BE49-F238E27FC236}">
                <a16:creationId xmlns:a16="http://schemas.microsoft.com/office/drawing/2014/main" id="{05921472-2B94-11CA-0EA0-AF6AEF589F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4750" y="2531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2">
            <a:extLst>
              <a:ext uri="{FF2B5EF4-FFF2-40B4-BE49-F238E27FC236}">
                <a16:creationId xmlns:a16="http://schemas.microsoft.com/office/drawing/2014/main" id="{03DC96CF-757E-BC05-38D0-8715C9F696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03411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2">
            <a:extLst>
              <a:ext uri="{FF2B5EF4-FFF2-40B4-BE49-F238E27FC236}">
                <a16:creationId xmlns:a16="http://schemas.microsoft.com/office/drawing/2014/main" id="{237CA06D-1180-342A-AFB2-C32BF9EEB7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88588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1">
            <a:extLst>
              <a:ext uri="{FF2B5EF4-FFF2-40B4-BE49-F238E27FC236}">
                <a16:creationId xmlns:a16="http://schemas.microsoft.com/office/drawing/2014/main" id="{62DA1D6D-422E-EEDA-8DC9-5C5EAC4737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6412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1840308-043D-3A53-DA0F-093E337CA8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568068" y="4071131"/>
            <a:ext cx="905586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6E90AB7-76A7-3140-4836-F21F777202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6096000" y="2598756"/>
            <a:ext cx="0" cy="32720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1014435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-item Lists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8">
            <a:extLst>
              <a:ext uri="{FF2B5EF4-FFF2-40B4-BE49-F238E27FC236}">
                <a16:creationId xmlns:a16="http://schemas.microsoft.com/office/drawing/2014/main" id="{312063DD-D3D1-D48D-11EA-EDAC9FBACD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697048" y="2586118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17" name="Rectangle 40">
            <a:extLst>
              <a:ext uri="{FF2B5EF4-FFF2-40B4-BE49-F238E27FC236}">
                <a16:creationId xmlns:a16="http://schemas.microsoft.com/office/drawing/2014/main" id="{4C921615-3B06-6595-B602-0F0849223C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697048" y="3548489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18" name="Rectangle 48">
            <a:extLst>
              <a:ext uri="{FF2B5EF4-FFF2-40B4-BE49-F238E27FC236}">
                <a16:creationId xmlns:a16="http://schemas.microsoft.com/office/drawing/2014/main" id="{E9E2CA2E-652A-8147-2CBE-16BDA07231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697048" y="4504513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19" name="Rectangle 89">
            <a:extLst>
              <a:ext uri="{FF2B5EF4-FFF2-40B4-BE49-F238E27FC236}">
                <a16:creationId xmlns:a16="http://schemas.microsoft.com/office/drawing/2014/main" id="{1DF87C2B-8C15-4832-1A18-30D66F9D5F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697048" y="5473231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97048" y="481646"/>
            <a:ext cx="7016816" cy="1642534"/>
          </a:xfrm>
        </p:spPr>
        <p:txBody>
          <a:bodyPr/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6" name="Picture Placeholder 35">
            <a:extLst>
              <a:ext uri="{FF2B5EF4-FFF2-40B4-BE49-F238E27FC236}">
                <a16:creationId xmlns:a16="http://schemas.microsoft.com/office/drawing/2014/main" id="{87DD0197-E213-DF84-42CD-9887AC3B20D5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974559" y="1660358"/>
            <a:ext cx="3284621" cy="4393308"/>
          </a:xfrm>
          <a:custGeom>
            <a:avLst/>
            <a:gdLst>
              <a:gd name="connsiteX0" fmla="*/ 0 w 3284621"/>
              <a:gd name="connsiteY0" fmla="*/ 0 h 4393308"/>
              <a:gd name="connsiteX1" fmla="*/ 3284621 w 3284621"/>
              <a:gd name="connsiteY1" fmla="*/ 0 h 4393308"/>
              <a:gd name="connsiteX2" fmla="*/ 3284621 w 3284621"/>
              <a:gd name="connsiteY2" fmla="*/ 3448155 h 4393308"/>
              <a:gd name="connsiteX3" fmla="*/ 2529949 w 3284621"/>
              <a:gd name="connsiteY3" fmla="*/ 4374107 h 4393308"/>
              <a:gd name="connsiteX4" fmla="*/ 2339477 w 3284621"/>
              <a:gd name="connsiteY4" fmla="*/ 4393308 h 4393308"/>
              <a:gd name="connsiteX5" fmla="*/ 0 w 3284621"/>
              <a:gd name="connsiteY5" fmla="*/ 4393308 h 43933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284621" h="4393308">
                <a:moveTo>
                  <a:pt x="0" y="0"/>
                </a:moveTo>
                <a:lnTo>
                  <a:pt x="3284621" y="0"/>
                </a:lnTo>
                <a:lnTo>
                  <a:pt x="3284621" y="3448155"/>
                </a:lnTo>
                <a:cubicBezTo>
                  <a:pt x="3284621" y="3904900"/>
                  <a:pt x="2960639" y="4285975"/>
                  <a:pt x="2529949" y="4374107"/>
                </a:cubicBezTo>
                <a:lnTo>
                  <a:pt x="2339477" y="4393308"/>
                </a:lnTo>
                <a:lnTo>
                  <a:pt x="0" y="4393308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60AA0A21-9643-792E-B40A-5DB89874EBD7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699627" y="2583005"/>
            <a:ext cx="462842" cy="468312"/>
          </a:xfrm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b="1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altLang="zh-CN"/>
              <a:t>01</a:t>
            </a:r>
            <a:endParaRPr lang="zh-CN" altLang="en-US"/>
          </a:p>
        </p:txBody>
      </p:sp>
      <p:sp>
        <p:nvSpPr>
          <p:cNvPr id="26" name="Text Placeholder 10">
            <a:extLst>
              <a:ext uri="{FF2B5EF4-FFF2-40B4-BE49-F238E27FC236}">
                <a16:creationId xmlns:a16="http://schemas.microsoft.com/office/drawing/2014/main" id="{BB4B5D46-5C52-2DA2-8089-EA46733694B1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5371558" y="2528003"/>
            <a:ext cx="6342306" cy="306717"/>
          </a:xfrm>
        </p:spPr>
        <p:txBody>
          <a:bodyPr anchor="b"/>
          <a:lstStyle>
            <a:lvl1pPr marL="0" indent="0" algn="l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l">
              <a:lnSpc>
                <a:spcPct val="100000"/>
              </a:lnSpc>
              <a:defRPr sz="1800" b="1">
                <a:latin typeface="+mj-lt"/>
              </a:defRPr>
            </a:lvl2pPr>
            <a:lvl3pPr algn="l">
              <a:lnSpc>
                <a:spcPct val="100000"/>
              </a:lnSpc>
              <a:defRPr sz="1800" b="1">
                <a:latin typeface="+mj-lt"/>
              </a:defRPr>
            </a:lvl3pPr>
            <a:lvl4pPr algn="l">
              <a:lnSpc>
                <a:spcPct val="100000"/>
              </a:lnSpc>
              <a:defRPr sz="1800" b="1">
                <a:latin typeface="+mj-lt"/>
              </a:defRPr>
            </a:lvl4pPr>
            <a:lvl5pPr algn="l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25" name="Text Placeholder 10">
            <a:extLst>
              <a:ext uri="{FF2B5EF4-FFF2-40B4-BE49-F238E27FC236}">
                <a16:creationId xmlns:a16="http://schemas.microsoft.com/office/drawing/2014/main" id="{2A504FA2-31FE-468B-69A7-13D5BA10A666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371557" y="2846802"/>
            <a:ext cx="6342304" cy="566362"/>
          </a:xfrm>
        </p:spPr>
        <p:txBody>
          <a:bodyPr anchor="t"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2356F2BD-7A25-B79B-656B-55AA898FA31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699627" y="3545436"/>
            <a:ext cx="462842" cy="468312"/>
          </a:xfrm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b="1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altLang="zh-CN"/>
              <a:t>02</a:t>
            </a:r>
            <a:endParaRPr lang="zh-CN" altLang="en-US"/>
          </a:p>
        </p:txBody>
      </p:sp>
      <p:sp>
        <p:nvSpPr>
          <p:cNvPr id="28" name="Text Placeholder 10">
            <a:extLst>
              <a:ext uri="{FF2B5EF4-FFF2-40B4-BE49-F238E27FC236}">
                <a16:creationId xmlns:a16="http://schemas.microsoft.com/office/drawing/2014/main" id="{008D75F3-D873-218C-C569-C3DBD13C44E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371558" y="3476717"/>
            <a:ext cx="6342306" cy="306717"/>
          </a:xfrm>
        </p:spPr>
        <p:txBody>
          <a:bodyPr anchor="b"/>
          <a:lstStyle>
            <a:lvl1pPr marL="0" indent="0" algn="l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l">
              <a:lnSpc>
                <a:spcPct val="100000"/>
              </a:lnSpc>
              <a:defRPr sz="1800" b="1">
                <a:latin typeface="+mj-lt"/>
              </a:defRPr>
            </a:lvl2pPr>
            <a:lvl3pPr algn="l">
              <a:lnSpc>
                <a:spcPct val="100000"/>
              </a:lnSpc>
              <a:defRPr sz="1800" b="1">
                <a:latin typeface="+mj-lt"/>
              </a:defRPr>
            </a:lvl3pPr>
            <a:lvl4pPr algn="l">
              <a:lnSpc>
                <a:spcPct val="100000"/>
              </a:lnSpc>
              <a:defRPr sz="1800" b="1">
                <a:latin typeface="+mj-lt"/>
              </a:defRPr>
            </a:lvl4pPr>
            <a:lvl5pPr algn="l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A37C09B9-3E6B-9A4E-4AA0-F5217106EA66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371557" y="3795516"/>
            <a:ext cx="6342304" cy="566362"/>
          </a:xfrm>
        </p:spPr>
        <p:txBody>
          <a:bodyPr anchor="t"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447D3529-314A-3D85-945A-77F8AFC1051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699627" y="4507867"/>
            <a:ext cx="462842" cy="468312"/>
          </a:xfrm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b="1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altLang="zh-CN"/>
              <a:t>03</a:t>
            </a:r>
            <a:endParaRPr lang="zh-CN" altLang="en-US"/>
          </a:p>
        </p:txBody>
      </p:sp>
      <p:sp>
        <p:nvSpPr>
          <p:cNvPr id="30" name="Text Placeholder 10">
            <a:extLst>
              <a:ext uri="{FF2B5EF4-FFF2-40B4-BE49-F238E27FC236}">
                <a16:creationId xmlns:a16="http://schemas.microsoft.com/office/drawing/2014/main" id="{CBE0DD6D-C751-78D6-C3E6-B5A77EC802EC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371558" y="4425427"/>
            <a:ext cx="6342306" cy="306717"/>
          </a:xfrm>
        </p:spPr>
        <p:txBody>
          <a:bodyPr anchor="b"/>
          <a:lstStyle>
            <a:lvl1pPr marL="0" indent="0" algn="l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l">
              <a:lnSpc>
                <a:spcPct val="100000"/>
              </a:lnSpc>
              <a:defRPr sz="1800" b="1">
                <a:latin typeface="+mj-lt"/>
              </a:defRPr>
            </a:lvl2pPr>
            <a:lvl3pPr algn="l">
              <a:lnSpc>
                <a:spcPct val="100000"/>
              </a:lnSpc>
              <a:defRPr sz="1800" b="1">
                <a:latin typeface="+mj-lt"/>
              </a:defRPr>
            </a:lvl3pPr>
            <a:lvl4pPr algn="l">
              <a:lnSpc>
                <a:spcPct val="100000"/>
              </a:lnSpc>
              <a:defRPr sz="1800" b="1">
                <a:latin typeface="+mj-lt"/>
              </a:defRPr>
            </a:lvl4pPr>
            <a:lvl5pPr algn="l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29" name="Text Placeholder 10">
            <a:extLst>
              <a:ext uri="{FF2B5EF4-FFF2-40B4-BE49-F238E27FC236}">
                <a16:creationId xmlns:a16="http://schemas.microsoft.com/office/drawing/2014/main" id="{CDDB38E9-51B6-8E45-20E9-889F943BBB5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5371557" y="4744226"/>
            <a:ext cx="6342304" cy="566362"/>
          </a:xfrm>
        </p:spPr>
        <p:txBody>
          <a:bodyPr anchor="t"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979B2345-6BEF-29F4-02D1-5CE78871ABFE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699627" y="5470299"/>
            <a:ext cx="462842" cy="468312"/>
          </a:xfrm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b="1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altLang="zh-CN"/>
              <a:t>04</a:t>
            </a:r>
            <a:endParaRPr lang="zh-CN" altLang="en-US"/>
          </a:p>
        </p:txBody>
      </p:sp>
      <p:sp>
        <p:nvSpPr>
          <p:cNvPr id="32" name="Text Placeholder 10">
            <a:extLst>
              <a:ext uri="{FF2B5EF4-FFF2-40B4-BE49-F238E27FC236}">
                <a16:creationId xmlns:a16="http://schemas.microsoft.com/office/drawing/2014/main" id="{4751958F-7DE9-CA8B-AD8C-3B50910872C8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5371558" y="5375724"/>
            <a:ext cx="6342306" cy="306717"/>
          </a:xfrm>
        </p:spPr>
        <p:txBody>
          <a:bodyPr anchor="b"/>
          <a:lstStyle>
            <a:lvl1pPr marL="0" indent="0" algn="l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l">
              <a:lnSpc>
                <a:spcPct val="100000"/>
              </a:lnSpc>
              <a:defRPr sz="1800" b="1">
                <a:latin typeface="+mj-lt"/>
              </a:defRPr>
            </a:lvl2pPr>
            <a:lvl3pPr algn="l">
              <a:lnSpc>
                <a:spcPct val="100000"/>
              </a:lnSpc>
              <a:defRPr sz="1800" b="1">
                <a:latin typeface="+mj-lt"/>
              </a:defRPr>
            </a:lvl3pPr>
            <a:lvl4pPr algn="l">
              <a:lnSpc>
                <a:spcPct val="100000"/>
              </a:lnSpc>
              <a:defRPr sz="1800" b="1">
                <a:latin typeface="+mj-lt"/>
              </a:defRPr>
            </a:lvl4pPr>
            <a:lvl5pPr algn="l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31" name="Text Placeholder 10">
            <a:extLst>
              <a:ext uri="{FF2B5EF4-FFF2-40B4-BE49-F238E27FC236}">
                <a16:creationId xmlns:a16="http://schemas.microsoft.com/office/drawing/2014/main" id="{FC535E19-3BFE-726B-0921-3D3C814BB8A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71557" y="5694523"/>
            <a:ext cx="6342304" cy="566362"/>
          </a:xfrm>
        </p:spPr>
        <p:txBody>
          <a:bodyPr anchor="t"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613182C9-E43B-4F41-1699-C6BD1ACD71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6/9/2025</a:t>
            </a:fld>
            <a:endParaRPr lang="x-none"/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A9C277D2-123D-59B7-B6D8-233FA49BB4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D8AE435D-BDC8-3958-F039-8FE4CF1869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7" name="Straight Connector 31">
            <a:extLst>
              <a:ext uri="{FF2B5EF4-FFF2-40B4-BE49-F238E27FC236}">
                <a16:creationId xmlns:a16="http://schemas.microsoft.com/office/drawing/2014/main" id="{50484DEC-5F3C-C8B6-FF32-A87C00F2AC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654978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32">
            <a:extLst>
              <a:ext uri="{FF2B5EF4-FFF2-40B4-BE49-F238E27FC236}">
                <a16:creationId xmlns:a16="http://schemas.microsoft.com/office/drawing/2014/main" id="{71BB0B2E-198F-B445-B5B4-A2D4125BA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54212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00003524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-item Lists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1194" y="664753"/>
            <a:ext cx="10404806" cy="1336218"/>
          </a:xfrm>
        </p:spPr>
        <p:txBody>
          <a:bodyPr/>
          <a:lstStyle>
            <a:lvl1pPr algn="l"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3" name="Text Placeholder 1">
            <a:extLst>
              <a:ext uri="{FF2B5EF4-FFF2-40B4-BE49-F238E27FC236}">
                <a16:creationId xmlns:a16="http://schemas.microsoft.com/office/drawing/2014/main" id="{A28BEF0A-3979-E72C-A4EE-5F1F637674D4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938153" y="2421470"/>
            <a:ext cx="2136022" cy="1161167"/>
          </a:xfrm>
        </p:spPr>
        <p:txBody>
          <a:bodyPr anchor="b"/>
          <a:lstStyle>
            <a:lvl1pPr marL="0" indent="0" algn="ctr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ctr">
              <a:lnSpc>
                <a:spcPct val="100000"/>
              </a:lnSpc>
              <a:defRPr sz="1800" b="1">
                <a:latin typeface="+mj-lt"/>
              </a:defRPr>
            </a:lvl2pPr>
            <a:lvl3pPr algn="ctr">
              <a:lnSpc>
                <a:spcPct val="100000"/>
              </a:lnSpc>
              <a:defRPr sz="1800" b="1">
                <a:latin typeface="+mj-lt"/>
              </a:defRPr>
            </a:lvl3pPr>
            <a:lvl4pPr algn="ctr">
              <a:lnSpc>
                <a:spcPct val="100000"/>
              </a:lnSpc>
              <a:defRPr sz="1800" b="1">
                <a:latin typeface="+mj-lt"/>
              </a:defRPr>
            </a:lvl4pPr>
            <a:lvl5pPr algn="ctr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420A46D8-C1DF-89B6-4A51-7FEB6D1AB11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38153" y="3799384"/>
            <a:ext cx="2129153" cy="1574154"/>
          </a:xfrm>
        </p:spPr>
        <p:txBody>
          <a:bodyPr anchor="t"/>
          <a:lstStyle>
            <a:lvl1pPr marL="0" indent="0" algn="ctr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indent="0" algn="ctr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2pPr>
            <a:lvl3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3">
            <a:extLst>
              <a:ext uri="{FF2B5EF4-FFF2-40B4-BE49-F238E27FC236}">
                <a16:creationId xmlns:a16="http://schemas.microsoft.com/office/drawing/2014/main" id="{2558D232-6427-2E85-B213-F223738026B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679357" y="2433696"/>
            <a:ext cx="2136022" cy="1161167"/>
          </a:xfrm>
        </p:spPr>
        <p:txBody>
          <a:bodyPr anchor="b"/>
          <a:lstStyle>
            <a:lvl1pPr marL="0" indent="0" algn="ctr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ctr">
              <a:lnSpc>
                <a:spcPct val="100000"/>
              </a:lnSpc>
              <a:defRPr sz="1800" b="1">
                <a:latin typeface="+mj-lt"/>
              </a:defRPr>
            </a:lvl2pPr>
            <a:lvl3pPr algn="ctr">
              <a:lnSpc>
                <a:spcPct val="100000"/>
              </a:lnSpc>
              <a:defRPr sz="1800" b="1">
                <a:latin typeface="+mj-lt"/>
              </a:defRPr>
            </a:lvl3pPr>
            <a:lvl4pPr algn="ctr">
              <a:lnSpc>
                <a:spcPct val="100000"/>
              </a:lnSpc>
              <a:defRPr sz="1800" b="1">
                <a:latin typeface="+mj-lt"/>
              </a:defRPr>
            </a:lvl4pPr>
            <a:lvl5pPr algn="ctr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0645D0BC-A9DA-E12F-8E3A-D92E84DFAE46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679357" y="3805737"/>
            <a:ext cx="2129153" cy="1574154"/>
          </a:xfrm>
        </p:spPr>
        <p:txBody>
          <a:bodyPr anchor="t"/>
          <a:lstStyle>
            <a:lvl1pPr marL="0" indent="0" algn="ctr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indent="0" algn="ctr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2pPr>
            <a:lvl3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endParaRPr lang="en-US"/>
          </a:p>
        </p:txBody>
      </p:sp>
      <p:sp>
        <p:nvSpPr>
          <p:cNvPr id="31" name="Text Placeholder 5">
            <a:extLst>
              <a:ext uri="{FF2B5EF4-FFF2-40B4-BE49-F238E27FC236}">
                <a16:creationId xmlns:a16="http://schemas.microsoft.com/office/drawing/2014/main" id="{C29BC67B-8DB8-ED49-A71F-203D191FFC6A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421374" y="2433696"/>
            <a:ext cx="2136022" cy="1161167"/>
          </a:xfrm>
        </p:spPr>
        <p:txBody>
          <a:bodyPr anchor="b"/>
          <a:lstStyle>
            <a:lvl1pPr marL="0" indent="0" algn="ctr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ctr">
              <a:lnSpc>
                <a:spcPct val="100000"/>
              </a:lnSpc>
              <a:defRPr sz="1800" b="1">
                <a:latin typeface="+mj-lt"/>
              </a:defRPr>
            </a:lvl2pPr>
            <a:lvl3pPr algn="ctr">
              <a:lnSpc>
                <a:spcPct val="100000"/>
              </a:lnSpc>
              <a:defRPr sz="1800" b="1">
                <a:latin typeface="+mj-lt"/>
              </a:defRPr>
            </a:lvl3pPr>
            <a:lvl4pPr algn="ctr">
              <a:lnSpc>
                <a:spcPct val="100000"/>
              </a:lnSpc>
              <a:defRPr sz="1800" b="1">
                <a:latin typeface="+mj-lt"/>
              </a:defRPr>
            </a:lvl4pPr>
            <a:lvl5pPr algn="ctr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0" name="Text Placeholder 6">
            <a:extLst>
              <a:ext uri="{FF2B5EF4-FFF2-40B4-BE49-F238E27FC236}">
                <a16:creationId xmlns:a16="http://schemas.microsoft.com/office/drawing/2014/main" id="{5A65D9FC-079A-41A1-AD63-4FC557FAFE45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421374" y="3799384"/>
            <a:ext cx="2129153" cy="1574154"/>
          </a:xfrm>
        </p:spPr>
        <p:txBody>
          <a:bodyPr anchor="t"/>
          <a:lstStyle>
            <a:lvl1pPr marL="0" indent="0" algn="ctr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indent="0" algn="ctr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2pPr>
            <a:lvl3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endParaRPr lang="en-US"/>
          </a:p>
        </p:txBody>
      </p:sp>
      <p:sp>
        <p:nvSpPr>
          <p:cNvPr id="37" name="Text Placeholder 7">
            <a:extLst>
              <a:ext uri="{FF2B5EF4-FFF2-40B4-BE49-F238E27FC236}">
                <a16:creationId xmlns:a16="http://schemas.microsoft.com/office/drawing/2014/main" id="{35C612D0-E6BA-201C-B813-2AF097C4451E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9163391" y="2433696"/>
            <a:ext cx="2136022" cy="1161167"/>
          </a:xfrm>
        </p:spPr>
        <p:txBody>
          <a:bodyPr anchor="b"/>
          <a:lstStyle>
            <a:lvl1pPr marL="0" indent="0" algn="ctr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ctr">
              <a:lnSpc>
                <a:spcPct val="100000"/>
              </a:lnSpc>
              <a:defRPr sz="1800" b="1">
                <a:latin typeface="+mj-lt"/>
              </a:defRPr>
            </a:lvl2pPr>
            <a:lvl3pPr algn="ctr">
              <a:lnSpc>
                <a:spcPct val="100000"/>
              </a:lnSpc>
              <a:defRPr sz="1800" b="1">
                <a:latin typeface="+mj-lt"/>
              </a:defRPr>
            </a:lvl3pPr>
            <a:lvl4pPr algn="ctr">
              <a:lnSpc>
                <a:spcPct val="100000"/>
              </a:lnSpc>
              <a:defRPr sz="1800" b="1">
                <a:latin typeface="+mj-lt"/>
              </a:defRPr>
            </a:lvl4pPr>
            <a:lvl5pPr algn="ctr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8">
            <a:extLst>
              <a:ext uri="{FF2B5EF4-FFF2-40B4-BE49-F238E27FC236}">
                <a16:creationId xmlns:a16="http://schemas.microsoft.com/office/drawing/2014/main" id="{40A4EBF8-90AB-2AD7-7DE7-28533F6841D8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163391" y="3799384"/>
            <a:ext cx="2129153" cy="1574154"/>
          </a:xfrm>
        </p:spPr>
        <p:txBody>
          <a:bodyPr anchor="t"/>
          <a:lstStyle>
            <a:lvl1pPr marL="0" indent="0" algn="ctr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indent="0" algn="ctr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2pPr>
            <a:lvl3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endParaRPr lang="en-US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53E57881-0F22-B028-F6F5-D6CC95E7B6A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6/9/2025</a:t>
            </a:fld>
            <a:endParaRPr lang="x-none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19CDC47F-058C-1544-C172-0CF7FD50F2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F013B132-4B65-6444-B551-EFCA3C00F5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17" name="Straight Connector 31">
            <a:extLst>
              <a:ext uri="{FF2B5EF4-FFF2-40B4-BE49-F238E27FC236}">
                <a16:creationId xmlns:a16="http://schemas.microsoft.com/office/drawing/2014/main" id="{9737AD9D-036B-D686-E1F7-D96BA9CE44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4750" y="2531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32">
            <a:extLst>
              <a:ext uri="{FF2B5EF4-FFF2-40B4-BE49-F238E27FC236}">
                <a16:creationId xmlns:a16="http://schemas.microsoft.com/office/drawing/2014/main" id="{31C53475-91B5-C2EE-3B43-0929FF081C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88588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32">
            <a:extLst>
              <a:ext uri="{FF2B5EF4-FFF2-40B4-BE49-F238E27FC236}">
                <a16:creationId xmlns:a16="http://schemas.microsoft.com/office/drawing/2014/main" id="{9DD4FCC2-EFD7-465D-BCEC-F58C8C8793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03411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31">
            <a:extLst>
              <a:ext uri="{FF2B5EF4-FFF2-40B4-BE49-F238E27FC236}">
                <a16:creationId xmlns:a16="http://schemas.microsoft.com/office/drawing/2014/main" id="{CC192184-488F-FD72-3C76-41CA9EA4F1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6412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4">
            <a:extLst>
              <a:ext uri="{FF2B5EF4-FFF2-40B4-BE49-F238E27FC236}">
                <a16:creationId xmlns:a16="http://schemas.microsoft.com/office/drawing/2014/main" id="{5842CD27-CDAB-FAF1-4CE8-A5000A3567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377173" y="2421470"/>
            <a:ext cx="0" cy="31623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15">
            <a:extLst>
              <a:ext uri="{FF2B5EF4-FFF2-40B4-BE49-F238E27FC236}">
                <a16:creationId xmlns:a16="http://schemas.microsoft.com/office/drawing/2014/main" id="{935411DC-B457-41AD-D330-F241093DB0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119191" y="2421470"/>
            <a:ext cx="0" cy="31623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16">
            <a:extLst>
              <a:ext uri="{FF2B5EF4-FFF2-40B4-BE49-F238E27FC236}">
                <a16:creationId xmlns:a16="http://schemas.microsoft.com/office/drawing/2014/main" id="{792ABE52-35D0-6CC6-55AA-1493BF6FB3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861209" y="2421470"/>
            <a:ext cx="0" cy="31623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7717710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3-item Lis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18">
            <a:extLst>
              <a:ext uri="{FF2B5EF4-FFF2-40B4-BE49-F238E27FC236}">
                <a16:creationId xmlns:a16="http://schemas.microsoft.com/office/drawing/2014/main" id="{F219FF9B-2AB2-FF14-1C42-2676138295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775436" y="2886571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10" name="Rectangle 40">
            <a:extLst>
              <a:ext uri="{FF2B5EF4-FFF2-40B4-BE49-F238E27FC236}">
                <a16:creationId xmlns:a16="http://schemas.microsoft.com/office/drawing/2014/main" id="{90DC9388-2CF6-5752-E430-B0454588A1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775436" y="4175909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11" name="Rectangle 48">
            <a:extLst>
              <a:ext uri="{FF2B5EF4-FFF2-40B4-BE49-F238E27FC236}">
                <a16:creationId xmlns:a16="http://schemas.microsoft.com/office/drawing/2014/main" id="{4800356D-3D68-4E92-38D5-018F74A547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775436" y="5465247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97048" y="481646"/>
            <a:ext cx="7016816" cy="1642534"/>
          </a:xfrm>
        </p:spPr>
        <p:txBody>
          <a:bodyPr/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5BA2974B-49DF-3651-519D-5AB366F004D0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0" y="0"/>
            <a:ext cx="4210774" cy="6858000"/>
          </a:xfrm>
          <a:custGeom>
            <a:avLst/>
            <a:gdLst>
              <a:gd name="connsiteX0" fmla="*/ 0 w 4210774"/>
              <a:gd name="connsiteY0" fmla="*/ 0 h 6858000"/>
              <a:gd name="connsiteX1" fmla="*/ 660400 w 4210774"/>
              <a:gd name="connsiteY1" fmla="*/ 0 h 6858000"/>
              <a:gd name="connsiteX2" fmla="*/ 1028700 w 4210774"/>
              <a:gd name="connsiteY2" fmla="*/ 0 h 6858000"/>
              <a:gd name="connsiteX3" fmla="*/ 3466332 w 4210774"/>
              <a:gd name="connsiteY3" fmla="*/ 0 h 6858000"/>
              <a:gd name="connsiteX4" fmla="*/ 4210774 w 4210774"/>
              <a:gd name="connsiteY4" fmla="*/ 744442 h 6858000"/>
              <a:gd name="connsiteX5" fmla="*/ 4210774 w 4210774"/>
              <a:gd name="connsiteY5" fmla="*/ 6858000 h 6858000"/>
              <a:gd name="connsiteX6" fmla="*/ 1028700 w 4210774"/>
              <a:gd name="connsiteY6" fmla="*/ 6858000 h 6858000"/>
              <a:gd name="connsiteX7" fmla="*/ 660400 w 4210774"/>
              <a:gd name="connsiteY7" fmla="*/ 6858000 h 6858000"/>
              <a:gd name="connsiteX8" fmla="*/ 0 w 4210774"/>
              <a:gd name="connsiteY8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210774" h="6858000">
                <a:moveTo>
                  <a:pt x="0" y="0"/>
                </a:moveTo>
                <a:lnTo>
                  <a:pt x="660400" y="0"/>
                </a:lnTo>
                <a:lnTo>
                  <a:pt x="1028700" y="0"/>
                </a:lnTo>
                <a:lnTo>
                  <a:pt x="3466332" y="0"/>
                </a:lnTo>
                <a:cubicBezTo>
                  <a:pt x="3877476" y="0"/>
                  <a:pt x="4210774" y="333298"/>
                  <a:pt x="4210774" y="744442"/>
                </a:cubicBezTo>
                <a:lnTo>
                  <a:pt x="4210774" y="6858000"/>
                </a:lnTo>
                <a:lnTo>
                  <a:pt x="1028700" y="6858000"/>
                </a:lnTo>
                <a:lnTo>
                  <a:pt x="660400" y="6858000"/>
                </a:lnTo>
                <a:lnTo>
                  <a:pt x="0" y="68580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BFE3AEC9-EFD5-752C-B069-C72EB6BC680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776360" y="2890268"/>
            <a:ext cx="462842" cy="468312"/>
          </a:xfrm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b="1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altLang="zh-CN"/>
              <a:t>01</a:t>
            </a:r>
            <a:endParaRPr lang="zh-CN" altLang="en-US"/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6F9B8F46-AC0B-8FA1-C523-CF07533604B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5371558" y="2826851"/>
            <a:ext cx="6342306" cy="306717"/>
          </a:xfrm>
        </p:spPr>
        <p:txBody>
          <a:bodyPr anchor="b"/>
          <a:lstStyle>
            <a:lvl1pPr marL="0" indent="0" algn="l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l">
              <a:lnSpc>
                <a:spcPct val="100000"/>
              </a:lnSpc>
              <a:defRPr sz="1800" b="1">
                <a:latin typeface="+mj-lt"/>
              </a:defRPr>
            </a:lvl2pPr>
            <a:lvl3pPr algn="l">
              <a:lnSpc>
                <a:spcPct val="100000"/>
              </a:lnSpc>
              <a:defRPr sz="1800" b="1">
                <a:latin typeface="+mj-lt"/>
              </a:defRPr>
            </a:lvl3pPr>
            <a:lvl4pPr algn="l">
              <a:lnSpc>
                <a:spcPct val="100000"/>
              </a:lnSpc>
              <a:defRPr sz="1800" b="1">
                <a:latin typeface="+mj-lt"/>
              </a:defRPr>
            </a:lvl4pPr>
            <a:lvl5pPr algn="l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54C1C2E9-CE9E-CB42-8A96-9163BED40272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371557" y="3145650"/>
            <a:ext cx="6342304" cy="566362"/>
          </a:xfrm>
        </p:spPr>
        <p:txBody>
          <a:bodyPr anchor="t"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93FF2F-B192-CE88-DD52-228CC59E68DD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776360" y="4173480"/>
            <a:ext cx="462842" cy="468312"/>
          </a:xfrm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b="1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altLang="zh-CN"/>
              <a:t>02</a:t>
            </a:r>
            <a:endParaRPr lang="zh-CN" altLang="en-US"/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341B4613-7F18-F348-A0D5-1A6F1E22A6D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371555" y="4103192"/>
            <a:ext cx="6342306" cy="306717"/>
          </a:xfrm>
        </p:spPr>
        <p:txBody>
          <a:bodyPr anchor="b"/>
          <a:lstStyle>
            <a:lvl1pPr marL="0" indent="0" algn="l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l">
              <a:lnSpc>
                <a:spcPct val="100000"/>
              </a:lnSpc>
              <a:defRPr sz="1800" b="1">
                <a:latin typeface="+mj-lt"/>
              </a:defRPr>
            </a:lvl2pPr>
            <a:lvl3pPr algn="l">
              <a:lnSpc>
                <a:spcPct val="100000"/>
              </a:lnSpc>
              <a:defRPr sz="1800" b="1">
                <a:latin typeface="+mj-lt"/>
              </a:defRPr>
            </a:lvl3pPr>
            <a:lvl4pPr algn="l">
              <a:lnSpc>
                <a:spcPct val="100000"/>
              </a:lnSpc>
              <a:defRPr sz="1800" b="1">
                <a:latin typeface="+mj-lt"/>
              </a:defRPr>
            </a:lvl4pPr>
            <a:lvl5pPr algn="l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15" name="Text Placeholder 10">
            <a:extLst>
              <a:ext uri="{FF2B5EF4-FFF2-40B4-BE49-F238E27FC236}">
                <a16:creationId xmlns:a16="http://schemas.microsoft.com/office/drawing/2014/main" id="{196AABFD-E1D2-F043-514A-DE1FF59810C6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371554" y="4434691"/>
            <a:ext cx="6342304" cy="566362"/>
          </a:xfrm>
        </p:spPr>
        <p:txBody>
          <a:bodyPr anchor="t"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C96F6E1F-8FDA-954E-935D-511AD1C1C366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776360" y="5465091"/>
            <a:ext cx="462842" cy="468312"/>
          </a:xfrm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b="1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altLang="zh-CN"/>
              <a:t>03</a:t>
            </a:r>
            <a:endParaRPr lang="zh-CN" altLang="en-US"/>
          </a:p>
        </p:txBody>
      </p:sp>
      <p:sp>
        <p:nvSpPr>
          <p:cNvPr id="19" name="Text Placeholder 10">
            <a:extLst>
              <a:ext uri="{FF2B5EF4-FFF2-40B4-BE49-F238E27FC236}">
                <a16:creationId xmlns:a16="http://schemas.microsoft.com/office/drawing/2014/main" id="{3FCF7760-891C-DE83-4D8A-42471D96740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371555" y="5375953"/>
            <a:ext cx="6342306" cy="306717"/>
          </a:xfrm>
        </p:spPr>
        <p:txBody>
          <a:bodyPr anchor="b"/>
          <a:lstStyle>
            <a:lvl1pPr marL="0" indent="0" algn="l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l">
              <a:lnSpc>
                <a:spcPct val="100000"/>
              </a:lnSpc>
              <a:defRPr sz="1800" b="1">
                <a:latin typeface="+mj-lt"/>
              </a:defRPr>
            </a:lvl2pPr>
            <a:lvl3pPr algn="l">
              <a:lnSpc>
                <a:spcPct val="100000"/>
              </a:lnSpc>
              <a:defRPr sz="1800" b="1">
                <a:latin typeface="+mj-lt"/>
              </a:defRPr>
            </a:lvl3pPr>
            <a:lvl4pPr algn="l">
              <a:lnSpc>
                <a:spcPct val="100000"/>
              </a:lnSpc>
              <a:defRPr sz="1800" b="1">
                <a:latin typeface="+mj-lt"/>
              </a:defRPr>
            </a:lvl4pPr>
            <a:lvl5pPr algn="l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18" name="Text Placeholder 10">
            <a:extLst>
              <a:ext uri="{FF2B5EF4-FFF2-40B4-BE49-F238E27FC236}">
                <a16:creationId xmlns:a16="http://schemas.microsoft.com/office/drawing/2014/main" id="{D9CF86D2-5E53-A8AE-8C23-3A6D4607E88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5371554" y="5705922"/>
            <a:ext cx="6342304" cy="566362"/>
          </a:xfrm>
        </p:spPr>
        <p:txBody>
          <a:bodyPr anchor="t"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20" name="Date Placeholder 3">
            <a:extLst>
              <a:ext uri="{FF2B5EF4-FFF2-40B4-BE49-F238E27FC236}">
                <a16:creationId xmlns:a16="http://schemas.microsoft.com/office/drawing/2014/main" id="{B4B489D2-4AE6-F4D6-9934-750DACF5279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6/9/2025</a:t>
            </a:fld>
            <a:endParaRPr lang="x-none"/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FE49C402-28ED-C05F-9B69-1D2B67A109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4FD68EAB-FDC4-C6A2-ADBB-1C2A4C0B12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13" name="Straight Connector 32">
            <a:extLst>
              <a:ext uri="{FF2B5EF4-FFF2-40B4-BE49-F238E27FC236}">
                <a16:creationId xmlns:a16="http://schemas.microsoft.com/office/drawing/2014/main" id="{987C3128-989C-3D0C-C502-4AEEE57A2B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000626" y="8950"/>
            <a:ext cx="0" cy="684905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31">
            <a:extLst>
              <a:ext uri="{FF2B5EF4-FFF2-40B4-BE49-F238E27FC236}">
                <a16:creationId xmlns:a16="http://schemas.microsoft.com/office/drawing/2014/main" id="{44B57F24-6A05-F896-ADC6-5E62E1764C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163462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14056508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29411AC7-7C73-0770-E586-60D7DF67D71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6/9/2025</a:t>
            </a:fld>
            <a:endParaRPr lang="x-none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89A02A4-90B2-F621-2C48-0538569276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B2197B5-4EE8-CC14-4097-04B951FD94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566424376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000" y="831919"/>
            <a:ext cx="3595634" cy="1757505"/>
          </a:xfrm>
        </p:spPr>
        <p:txBody>
          <a:bodyPr anchor="t"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4000" y="2724912"/>
            <a:ext cx="3595634" cy="3301168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07742" y="831919"/>
            <a:ext cx="6440258" cy="519416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E8C5D408-FFA2-C974-5FEF-CC27E5CC84C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6/9/2025</a:t>
            </a:fld>
            <a:endParaRPr lang="x-none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ACDBC60-5DF7-DE99-0EC9-EBE53A356C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36DCDC3-178E-8B95-7074-DE6CCA64F4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16" name="Straight Connector 31">
            <a:extLst>
              <a:ext uri="{FF2B5EF4-FFF2-40B4-BE49-F238E27FC236}">
                <a16:creationId xmlns:a16="http://schemas.microsoft.com/office/drawing/2014/main" id="{CDAA91D8-83E5-F6A5-73F7-332B82EF9A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1" y="6667500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32">
            <a:extLst>
              <a:ext uri="{FF2B5EF4-FFF2-40B4-BE49-F238E27FC236}">
                <a16:creationId xmlns:a16="http://schemas.microsoft.com/office/drawing/2014/main" id="{D21357E9-5725-711B-9A81-C74A9E581F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85319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55169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000" y="831919"/>
            <a:ext cx="3595634" cy="2212313"/>
          </a:xfrm>
        </p:spPr>
        <p:txBody>
          <a:bodyPr anchor="t"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9024" y="3260034"/>
            <a:ext cx="3585586" cy="2766045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63319" y="831919"/>
            <a:ext cx="6284681" cy="5194161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568B94C1-75B8-863F-960B-8786E9F6E6E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6/9/2025</a:t>
            </a:fld>
            <a:endParaRPr lang="x-none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B6F973C8-8AF3-68C3-3AD0-FB5CD9ECA9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8B8209AD-BB7C-894A-7EE2-639C0FC37B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16" name="Straight Connector 31">
            <a:extLst>
              <a:ext uri="{FF2B5EF4-FFF2-40B4-BE49-F238E27FC236}">
                <a16:creationId xmlns:a16="http://schemas.microsoft.com/office/drawing/2014/main" id="{4193EBB3-CE5F-A8BE-28F8-FC0734E92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1" y="6667500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32">
            <a:extLst>
              <a:ext uri="{FF2B5EF4-FFF2-40B4-BE49-F238E27FC236}">
                <a16:creationId xmlns:a16="http://schemas.microsoft.com/office/drawing/2014/main" id="{196F95E7-D1CA-3B84-305B-BF7A682866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85319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02562226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7175" y="831919"/>
            <a:ext cx="7342307" cy="1791217"/>
          </a:xfrm>
        </p:spPr>
        <p:txBody>
          <a:bodyPr anchor="b">
            <a:noAutofit/>
          </a:bodyPr>
          <a:lstStyle>
            <a:lvl1pPr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60427" y="3280496"/>
            <a:ext cx="10504000" cy="2743200"/>
          </a:xfr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28600" indent="0">
              <a:buNone/>
              <a:defRPr>
                <a:solidFill>
                  <a:schemeClr val="tx1"/>
                </a:solidFill>
              </a:defRPr>
            </a:lvl2pPr>
            <a:lvl3pPr marL="457200" indent="0">
              <a:buNone/>
              <a:defRPr>
                <a:solidFill>
                  <a:schemeClr val="tx1"/>
                </a:solidFill>
              </a:defRPr>
            </a:lvl3pPr>
            <a:lvl4pPr marL="685800" indent="0">
              <a:buNone/>
              <a:defRPr>
                <a:solidFill>
                  <a:schemeClr val="tx1"/>
                </a:solidFill>
              </a:defRPr>
            </a:lvl4pPr>
            <a:lvl5pPr marL="914400" indent="0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F8D387AC-5041-4BBD-7A52-6E3AE9E5B83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6/9/2025</a:t>
            </a:fld>
            <a:endParaRPr lang="x-none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06385A3C-B30C-0D20-0384-965032C543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95E3BB09-562E-C7FE-E47E-94C117C17E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15" name="Straight Connector 31">
            <a:extLst>
              <a:ext uri="{FF2B5EF4-FFF2-40B4-BE49-F238E27FC236}">
                <a16:creationId xmlns:a16="http://schemas.microsoft.com/office/drawing/2014/main" id="{8018DAF8-7D84-87BB-5E5A-4E2B4E47CF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4750" y="2531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32">
            <a:extLst>
              <a:ext uri="{FF2B5EF4-FFF2-40B4-BE49-F238E27FC236}">
                <a16:creationId xmlns:a16="http://schemas.microsoft.com/office/drawing/2014/main" id="{F8DD68C9-ACCE-74DD-5873-5F94A7E756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88588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01718461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 2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000" y="1627318"/>
            <a:ext cx="8430767" cy="1842020"/>
          </a:xfrm>
        </p:spPr>
        <p:txBody>
          <a:bodyPr anchor="b">
            <a:noAutofit/>
          </a:bodyPr>
          <a:lstStyle>
            <a:lvl1pPr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44128" y="3622674"/>
            <a:ext cx="8430639" cy="1279615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chemeClr val="tx1"/>
                </a:solidFill>
              </a:defRPr>
            </a:lvl1pPr>
            <a:lvl2pPr marL="228600" indent="0">
              <a:buNone/>
              <a:defRPr sz="1200">
                <a:solidFill>
                  <a:schemeClr val="tx1"/>
                </a:solidFill>
              </a:defRPr>
            </a:lvl2pPr>
            <a:lvl3pPr marL="457200" indent="0">
              <a:buNone/>
              <a:defRPr sz="1100">
                <a:solidFill>
                  <a:schemeClr val="tx1"/>
                </a:solidFill>
              </a:defRPr>
            </a:lvl3pPr>
            <a:lvl4pPr marL="685800" indent="0">
              <a:buNone/>
              <a:defRPr sz="1050">
                <a:solidFill>
                  <a:schemeClr val="tx1"/>
                </a:solidFill>
              </a:defRPr>
            </a:lvl4pPr>
            <a:lvl5pPr marL="914400" indent="0"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C23B652D-563A-C94A-A80F-37E30BB00CA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6/9/2025</a:t>
            </a:fld>
            <a:endParaRPr lang="x-none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6B469B7B-575C-C7B6-33FA-91A14DEF47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4084A6E-E5C4-0F80-C9A8-1A03B598C6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15" name="Straight Connector 31">
            <a:extLst>
              <a:ext uri="{FF2B5EF4-FFF2-40B4-BE49-F238E27FC236}">
                <a16:creationId xmlns:a16="http://schemas.microsoft.com/office/drawing/2014/main" id="{83A4E4F4-19A2-02D9-2198-CCD4837C1F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4750" y="2531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32">
            <a:extLst>
              <a:ext uri="{FF2B5EF4-FFF2-40B4-BE49-F238E27FC236}">
                <a16:creationId xmlns:a16="http://schemas.microsoft.com/office/drawing/2014/main" id="{0E658B9B-3A7A-CA54-A5EF-D656D0A1F5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88588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271211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DA82AABF-6C46-C7AD-A4C0-E45FB619408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84015" y="1597866"/>
            <a:ext cx="9758710" cy="3570255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ctr">
              <a:defRPr sz="6000" b="1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CCB038B6-4602-D699-13D8-B547493FEF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6/9/2025</a:t>
            </a:fld>
            <a:endParaRPr lang="x-none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E2F764CB-3F63-304F-B1A6-306F5B1505D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32152872-FA9B-0540-760C-C649EEBA0B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37" name="Straight Connector 31">
            <a:extLst>
              <a:ext uri="{FF2B5EF4-FFF2-40B4-BE49-F238E27FC236}">
                <a16:creationId xmlns:a16="http://schemas.microsoft.com/office/drawing/2014/main" id="{9E7F9F25-6C66-45A9-994C-15E946ED2C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626102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2">
            <a:extLst>
              <a:ext uri="{FF2B5EF4-FFF2-40B4-BE49-F238E27FC236}">
                <a16:creationId xmlns:a16="http://schemas.microsoft.com/office/drawing/2014/main" id="{A37C7A4F-3518-6695-ED4C-3D6F39E82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58532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78189144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C4D56CB-7729-4F9B-B383-5D5EDD1C4F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 flipV="1">
            <a:off x="9821333" y="4558433"/>
            <a:ext cx="2370667" cy="229956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Freeform: Shape 59">
            <a:extLst>
              <a:ext uri="{FF2B5EF4-FFF2-40B4-BE49-F238E27FC236}">
                <a16:creationId xmlns:a16="http://schemas.microsoft.com/office/drawing/2014/main" id="{39E53A78-6591-EEDA-1DFD-F106ECC52D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821333" y="4558438"/>
            <a:ext cx="2370667" cy="2299562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6F5ADCC5-3878-853E-8614-59CF8B28106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21208" y="837382"/>
            <a:ext cx="7837069" cy="3696518"/>
          </a:xfrm>
        </p:spPr>
        <p:txBody>
          <a:bodyPr anchor="t">
            <a:no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14" name="Subtitle 2">
            <a:extLst>
              <a:ext uri="{FF2B5EF4-FFF2-40B4-BE49-F238E27FC236}">
                <a16:creationId xmlns:a16="http://schemas.microsoft.com/office/drawing/2014/main" id="{899E747C-251E-F759-ABCD-CD941BA33A5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21208" y="4648199"/>
            <a:ext cx="7837070" cy="891581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30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x-none"/>
          </a:p>
        </p:txBody>
      </p:sp>
      <p:sp>
        <p:nvSpPr>
          <p:cNvPr id="5" name="Content Placeholder 8">
            <a:extLst>
              <a:ext uri="{FF2B5EF4-FFF2-40B4-BE49-F238E27FC236}">
                <a16:creationId xmlns:a16="http://schemas.microsoft.com/office/drawing/2014/main" id="{C031AA0C-A2A7-B56D-9661-B2A56DD37D1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521208" y="5730282"/>
            <a:ext cx="2349499" cy="266701"/>
          </a:xfrm>
        </p:spPr>
        <p:txBody>
          <a:bodyPr lIns="0" tIns="0" rIns="0" bIns="0" anchor="b">
            <a:noAutofit/>
          </a:bodyPr>
          <a:lstStyle>
            <a:lvl1pPr marL="0" indent="0">
              <a:spcBef>
                <a:spcPts val="0"/>
              </a:spcBef>
              <a:buNone/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r>
              <a:rPr lang="en-US" sz="1600"/>
              <a:t>Presenter Name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18A332-DECC-D8DD-0E19-762C6FFB93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 lIns="0" tIns="0" rIns="0" bIns="0"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6/9/2025</a:t>
            </a:fld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94EB1C08-1A28-5224-563E-C8AF24A3F3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 lIns="0" tIns="0" rIns="0" bIns="0"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45529DAF-CFD3-BC3E-C570-099DAEEB0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 lIns="0" tIns="0" rIns="0" bIns="0"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8" name="Rectangle 9">
            <a:extLst>
              <a:ext uri="{FF2B5EF4-FFF2-40B4-BE49-F238E27FC236}">
                <a16:creationId xmlns:a16="http://schemas.microsoft.com/office/drawing/2014/main" id="{1C113ED2-FAFE-A686-C43C-7C104C28E3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103515" y="-103514"/>
            <a:ext cx="274322" cy="48135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17" name="Rectangle 8">
            <a:extLst>
              <a:ext uri="{FF2B5EF4-FFF2-40B4-BE49-F238E27FC236}">
                <a16:creationId xmlns:a16="http://schemas.microsoft.com/office/drawing/2014/main" id="{1580C5C3-0FF4-BA92-445D-48CC4C54FB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1183663" y="-700191"/>
            <a:ext cx="274322" cy="167470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EAB71EF6-F4ED-6CD6-E0C2-EAB75D0F05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9821333" y="0"/>
            <a:ext cx="2370665" cy="245649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11" name="Freeform: Shape 59">
            <a:extLst>
              <a:ext uri="{FF2B5EF4-FFF2-40B4-BE49-F238E27FC236}">
                <a16:creationId xmlns:a16="http://schemas.microsoft.com/office/drawing/2014/main" id="{B24268F0-A8A4-E399-5FC5-6384B8BD96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835107" y="-1"/>
            <a:ext cx="2356893" cy="2456489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0AC4EA9-78A7-EDEB-A4B1-0E44AB2263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9821331" y="2456493"/>
            <a:ext cx="2370668" cy="2101947"/>
          </a:xfrm>
          <a:prstGeom prst="rect">
            <a:avLst/>
          </a:pr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0" name="Freeform: Shape 18">
            <a:extLst>
              <a:ext uri="{FF2B5EF4-FFF2-40B4-BE49-F238E27FC236}">
                <a16:creationId xmlns:a16="http://schemas.microsoft.com/office/drawing/2014/main" id="{ACCD3CEE-6646-969D-7160-69226A1B78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 flipV="1">
            <a:off x="10444462" y="2810904"/>
            <a:ext cx="1124412" cy="2370664"/>
          </a:xfrm>
          <a:custGeom>
            <a:avLst/>
            <a:gdLst>
              <a:gd name="connsiteX0" fmla="*/ 600765 w 600765"/>
              <a:gd name="connsiteY0" fmla="*/ 0 h 1266628"/>
              <a:gd name="connsiteX1" fmla="*/ 600765 w 600765"/>
              <a:gd name="connsiteY1" fmla="*/ 1266628 h 1266628"/>
              <a:gd name="connsiteX2" fmla="*/ 508593 w 600765"/>
              <a:gd name="connsiteY2" fmla="*/ 1257336 h 1266628"/>
              <a:gd name="connsiteX3" fmla="*/ 0 w 600765"/>
              <a:gd name="connsiteY3" fmla="*/ 633314 h 1266628"/>
              <a:gd name="connsiteX4" fmla="*/ 508593 w 600765"/>
              <a:gd name="connsiteY4" fmla="*/ 9292 h 12666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00765" h="1266628">
                <a:moveTo>
                  <a:pt x="600765" y="0"/>
                </a:moveTo>
                <a:lnTo>
                  <a:pt x="600765" y="1266628"/>
                </a:lnTo>
                <a:lnTo>
                  <a:pt x="508593" y="1257336"/>
                </a:lnTo>
                <a:cubicBezTo>
                  <a:pt x="218339" y="1197942"/>
                  <a:pt x="0" y="941126"/>
                  <a:pt x="0" y="633314"/>
                </a:cubicBezTo>
                <a:cubicBezTo>
                  <a:pt x="0" y="325502"/>
                  <a:pt x="218339" y="68686"/>
                  <a:pt x="508593" y="9292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286043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6">
            <a:extLst>
              <a:ext uri="{FF2B5EF4-FFF2-40B4-BE49-F238E27FC236}">
                <a16:creationId xmlns:a16="http://schemas.microsoft.com/office/drawing/2014/main" id="{3184A5B9-E2EB-CB8F-9FCE-B435678BB4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9937750" y="3696527"/>
            <a:ext cx="2254248" cy="3163005"/>
          </a:xfrm>
          <a:prstGeom prst="rect">
            <a:avLst/>
          </a:pr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4" name="Freeform: Shape 9">
            <a:extLst>
              <a:ext uri="{FF2B5EF4-FFF2-40B4-BE49-F238E27FC236}">
                <a16:creationId xmlns:a16="http://schemas.microsoft.com/office/drawing/2014/main" id="{BEF628E3-8F76-0E9D-3DEE-A459731EFF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9937750" y="5736197"/>
            <a:ext cx="2254250" cy="1121803"/>
          </a:xfrm>
          <a:custGeom>
            <a:avLst/>
            <a:gdLst>
              <a:gd name="connsiteX0" fmla="*/ 0 w 2351450"/>
              <a:gd name="connsiteY0" fmla="*/ 0 h 1170173"/>
              <a:gd name="connsiteX1" fmla="*/ 2351450 w 2351450"/>
              <a:gd name="connsiteY1" fmla="*/ 0 h 1170173"/>
              <a:gd name="connsiteX2" fmla="*/ 2345674 w 2351450"/>
              <a:gd name="connsiteY2" fmla="*/ 114394 h 1170173"/>
              <a:gd name="connsiteX3" fmla="*/ 1175725 w 2351450"/>
              <a:gd name="connsiteY3" fmla="*/ 1170173 h 1170173"/>
              <a:gd name="connsiteX4" fmla="*/ 5777 w 2351450"/>
              <a:gd name="connsiteY4" fmla="*/ 114394 h 11701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51450" h="1170173">
                <a:moveTo>
                  <a:pt x="0" y="0"/>
                </a:moveTo>
                <a:lnTo>
                  <a:pt x="2351450" y="0"/>
                </a:lnTo>
                <a:lnTo>
                  <a:pt x="2345674" y="114394"/>
                </a:lnTo>
                <a:cubicBezTo>
                  <a:pt x="2285450" y="707410"/>
                  <a:pt x="1784630" y="1170173"/>
                  <a:pt x="1175725" y="1170173"/>
                </a:cubicBezTo>
                <a:cubicBezTo>
                  <a:pt x="566821" y="1170173"/>
                  <a:pt x="66001" y="707410"/>
                  <a:pt x="5777" y="114394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GB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794A9AA8-C219-474F-E074-634356B77D9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57225" y="837382"/>
            <a:ext cx="7837069" cy="3696518"/>
          </a:xfrm>
        </p:spPr>
        <p:txBody>
          <a:bodyPr anchor="b">
            <a:no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12979924-61C7-4C37-EAF2-46A0A2A2D13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57225" y="4648199"/>
            <a:ext cx="7837070" cy="1042877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3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x-none"/>
          </a:p>
        </p:txBody>
      </p:sp>
      <p:sp>
        <p:nvSpPr>
          <p:cNvPr id="7" name="Content Placeholder 8">
            <a:extLst>
              <a:ext uri="{FF2B5EF4-FFF2-40B4-BE49-F238E27FC236}">
                <a16:creationId xmlns:a16="http://schemas.microsoft.com/office/drawing/2014/main" id="{946F423E-A433-4DDE-A3C0-3165FE754F65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57225" y="5883110"/>
            <a:ext cx="2349499" cy="266701"/>
          </a:xfrm>
        </p:spPr>
        <p:txBody>
          <a:bodyPr lIns="0" tIns="0" rIns="0" bIns="0" anchor="b">
            <a:noAutofit/>
          </a:bodyPr>
          <a:lstStyle>
            <a:lvl1pPr marL="0" indent="0">
              <a:spcBef>
                <a:spcPts val="0"/>
              </a:spcBef>
              <a:buNone/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r>
              <a:rPr lang="en-US" sz="1600"/>
              <a:t>Presenter Name</a:t>
            </a:r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F24AAE30-F15B-1702-BB62-5EF514C3871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 lIns="0" tIns="0" rIns="0" bIns="0"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6/9/2025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E3F5C5-ED4D-E322-2AF6-F166C684C0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 lIns="0" tIns="0" rIns="0" bIns="0"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C3C27666-6814-D528-A7CD-540241E7CA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 lIns="0" tIns="0" rIns="0" bIns="0"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2" name="Rectangle 8">
            <a:extLst>
              <a:ext uri="{FF2B5EF4-FFF2-40B4-BE49-F238E27FC236}">
                <a16:creationId xmlns:a16="http://schemas.microsoft.com/office/drawing/2014/main" id="{75F1C151-830E-3940-1AE4-FB8D2BD625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1183663" y="-700191"/>
            <a:ext cx="274322" cy="167470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Rectangle 9">
            <a:extLst>
              <a:ext uri="{FF2B5EF4-FFF2-40B4-BE49-F238E27FC236}">
                <a16:creationId xmlns:a16="http://schemas.microsoft.com/office/drawing/2014/main" id="{219F9CAC-9EAC-C1A6-0F7E-3F8E87DFD8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104574" y="-104573"/>
            <a:ext cx="274322" cy="48347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10" name="Rectangle 6">
            <a:extLst>
              <a:ext uri="{FF2B5EF4-FFF2-40B4-BE49-F238E27FC236}">
                <a16:creationId xmlns:a16="http://schemas.microsoft.com/office/drawing/2014/main" id="{1173937D-CDC9-73E6-6B3E-2447EC17AC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9937750" y="1"/>
            <a:ext cx="2254248" cy="369499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12" name="Freeform: Shape 59">
            <a:extLst>
              <a:ext uri="{FF2B5EF4-FFF2-40B4-BE49-F238E27FC236}">
                <a16:creationId xmlns:a16="http://schemas.microsoft.com/office/drawing/2014/main" id="{CBC384E9-DFB8-C4B8-FD41-571F33CD64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937750" y="-2"/>
            <a:ext cx="2254250" cy="3696519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076486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8">
            <a:extLst>
              <a:ext uri="{FF2B5EF4-FFF2-40B4-BE49-F238E27FC236}">
                <a16:creationId xmlns:a16="http://schemas.microsoft.com/office/drawing/2014/main" id="{B97416E4-EDCD-B6B0-871B-59B5239341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 flipH="1" flipV="1">
            <a:off x="0" y="4558433"/>
            <a:ext cx="1498042" cy="229956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Freeform: Shape 59">
            <a:extLst>
              <a:ext uri="{FF2B5EF4-FFF2-40B4-BE49-F238E27FC236}">
                <a16:creationId xmlns:a16="http://schemas.microsoft.com/office/drawing/2014/main" id="{E2D01E03-0AE5-38F7-B2E7-A561D2D8E8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0" y="4558438"/>
            <a:ext cx="1498042" cy="2299562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31" name="Rectangle 8">
            <a:extLst>
              <a:ext uri="{FF2B5EF4-FFF2-40B4-BE49-F238E27FC236}">
                <a16:creationId xmlns:a16="http://schemas.microsoft.com/office/drawing/2014/main" id="{F6DBF5FB-1D7F-AA76-089E-78475F22BF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 flipV="1">
            <a:off x="10693958" y="4558433"/>
            <a:ext cx="1498042" cy="229956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Freeform: Shape 59">
            <a:extLst>
              <a:ext uri="{FF2B5EF4-FFF2-40B4-BE49-F238E27FC236}">
                <a16:creationId xmlns:a16="http://schemas.microsoft.com/office/drawing/2014/main" id="{44A1C6DB-DBF1-64FE-805A-746B1CA7C3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0693958" y="4558438"/>
            <a:ext cx="1498042" cy="2299562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57D558E-B648-BBEB-46E0-F39608643FF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025650" y="1122363"/>
            <a:ext cx="8140700" cy="2387600"/>
          </a:xfrm>
        </p:spPr>
        <p:txBody>
          <a:bodyPr anchor="b">
            <a:no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6764C513-A87E-FCB7-156B-282EBAF0198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2025650" y="3602038"/>
            <a:ext cx="8140700" cy="881062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x-none"/>
          </a:p>
        </p:txBody>
      </p:sp>
      <p:sp>
        <p:nvSpPr>
          <p:cNvPr id="7" name="Content Placeholder 8">
            <a:extLst>
              <a:ext uri="{FF2B5EF4-FFF2-40B4-BE49-F238E27FC236}">
                <a16:creationId xmlns:a16="http://schemas.microsoft.com/office/drawing/2014/main" id="{3D9CC7D7-743B-85D5-5C99-E91249AF7EA0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1981200" y="5793918"/>
            <a:ext cx="1801825" cy="266701"/>
          </a:xfrm>
        </p:spPr>
        <p:txBody>
          <a:bodyPr lIns="0" tIns="0" rIns="0" bIns="0" anchor="b">
            <a:noAutofit/>
          </a:bodyPr>
          <a:lstStyle>
            <a:lvl1pPr marL="0" indent="0" algn="l">
              <a:spcBef>
                <a:spcPts val="0"/>
              </a:spcBef>
              <a:buNone/>
              <a:defRPr sz="1600" baseline="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r>
              <a:rPr lang="en-US" sz="1600"/>
              <a:t>Presenter Name</a:t>
            </a:r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0FA3A1DD-04DE-1541-1FFF-3A707AF505F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6/9/2025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47C9CB-6FF6-0287-178B-6CADEEB9D6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 lIns="0" tIns="0" rIns="0" bIns="0"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4084A680-FB9E-E42D-DDAA-5791A07BD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 lIns="0" tIns="0" rIns="0" bIns="0"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3" name="Rectangle 6">
            <a:extLst>
              <a:ext uri="{FF2B5EF4-FFF2-40B4-BE49-F238E27FC236}">
                <a16:creationId xmlns:a16="http://schemas.microsoft.com/office/drawing/2014/main" id="{B3A19901-5D82-7B65-7782-E6852337B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 flipH="1">
            <a:off x="1" y="0"/>
            <a:ext cx="1498041" cy="245649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27" name="Freeform: Shape 59">
            <a:extLst>
              <a:ext uri="{FF2B5EF4-FFF2-40B4-BE49-F238E27FC236}">
                <a16:creationId xmlns:a16="http://schemas.microsoft.com/office/drawing/2014/main" id="{8F412048-B308-2DFC-686A-6DA3826170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0" y="-1"/>
            <a:ext cx="1489338" cy="2456489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22" name="Rectangle 6">
            <a:extLst>
              <a:ext uri="{FF2B5EF4-FFF2-40B4-BE49-F238E27FC236}">
                <a16:creationId xmlns:a16="http://schemas.microsoft.com/office/drawing/2014/main" id="{EA419E24-8272-CD51-84D8-E7CA5E6F75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 flipH="1">
            <a:off x="1" y="2456494"/>
            <a:ext cx="1498041" cy="2101947"/>
          </a:xfrm>
          <a:prstGeom prst="rect">
            <a:avLst/>
          </a:pr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42" name="Freeform: Shape 9">
            <a:extLst>
              <a:ext uri="{FF2B5EF4-FFF2-40B4-BE49-F238E27FC236}">
                <a16:creationId xmlns:a16="http://schemas.microsoft.com/office/drawing/2014/main" id="{FC750F5C-AF95-4BA8-1FF7-DF14E175BF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0" y="3812957"/>
            <a:ext cx="1498042" cy="745484"/>
          </a:xfrm>
          <a:custGeom>
            <a:avLst/>
            <a:gdLst>
              <a:gd name="connsiteX0" fmla="*/ 0 w 2351450"/>
              <a:gd name="connsiteY0" fmla="*/ 0 h 1170173"/>
              <a:gd name="connsiteX1" fmla="*/ 2351450 w 2351450"/>
              <a:gd name="connsiteY1" fmla="*/ 0 h 1170173"/>
              <a:gd name="connsiteX2" fmla="*/ 2345674 w 2351450"/>
              <a:gd name="connsiteY2" fmla="*/ 114394 h 1170173"/>
              <a:gd name="connsiteX3" fmla="*/ 1175725 w 2351450"/>
              <a:gd name="connsiteY3" fmla="*/ 1170173 h 1170173"/>
              <a:gd name="connsiteX4" fmla="*/ 5777 w 2351450"/>
              <a:gd name="connsiteY4" fmla="*/ 114394 h 11701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51450" h="1170173">
                <a:moveTo>
                  <a:pt x="0" y="0"/>
                </a:moveTo>
                <a:lnTo>
                  <a:pt x="2351450" y="0"/>
                </a:lnTo>
                <a:lnTo>
                  <a:pt x="2345674" y="114394"/>
                </a:lnTo>
                <a:cubicBezTo>
                  <a:pt x="2285450" y="707410"/>
                  <a:pt x="1784630" y="1170173"/>
                  <a:pt x="1175725" y="1170173"/>
                </a:cubicBezTo>
                <a:cubicBezTo>
                  <a:pt x="566821" y="1170173"/>
                  <a:pt x="66001" y="707410"/>
                  <a:pt x="5777" y="1143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GB"/>
          </a:p>
        </p:txBody>
      </p:sp>
      <p:sp>
        <p:nvSpPr>
          <p:cNvPr id="30" name="Rectangle 6">
            <a:extLst>
              <a:ext uri="{FF2B5EF4-FFF2-40B4-BE49-F238E27FC236}">
                <a16:creationId xmlns:a16="http://schemas.microsoft.com/office/drawing/2014/main" id="{8EB19805-760B-FC22-27FF-2642CF681B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0693958" y="0"/>
            <a:ext cx="1498041" cy="245649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33" name="Freeform: Shape 59">
            <a:extLst>
              <a:ext uri="{FF2B5EF4-FFF2-40B4-BE49-F238E27FC236}">
                <a16:creationId xmlns:a16="http://schemas.microsoft.com/office/drawing/2014/main" id="{16723D4D-CE24-1BFA-381F-67A51CF498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0702662" y="-1"/>
            <a:ext cx="1489338" cy="2456489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29" name="Rectangle 6">
            <a:extLst>
              <a:ext uri="{FF2B5EF4-FFF2-40B4-BE49-F238E27FC236}">
                <a16:creationId xmlns:a16="http://schemas.microsoft.com/office/drawing/2014/main" id="{EDD86B10-8265-2F8F-A1C8-E1C52EB80B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0693958" y="2456494"/>
            <a:ext cx="1498041" cy="2101947"/>
          </a:xfrm>
          <a:prstGeom prst="rect">
            <a:avLst/>
          </a:pr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43" name="Freeform: Shape 9">
            <a:extLst>
              <a:ext uri="{FF2B5EF4-FFF2-40B4-BE49-F238E27FC236}">
                <a16:creationId xmlns:a16="http://schemas.microsoft.com/office/drawing/2014/main" id="{4EDA9D06-9457-35FD-607C-E7105181A1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10693957" y="3812957"/>
            <a:ext cx="1498042" cy="745484"/>
          </a:xfrm>
          <a:custGeom>
            <a:avLst/>
            <a:gdLst>
              <a:gd name="connsiteX0" fmla="*/ 0 w 2351450"/>
              <a:gd name="connsiteY0" fmla="*/ 0 h 1170173"/>
              <a:gd name="connsiteX1" fmla="*/ 2351450 w 2351450"/>
              <a:gd name="connsiteY1" fmla="*/ 0 h 1170173"/>
              <a:gd name="connsiteX2" fmla="*/ 2345674 w 2351450"/>
              <a:gd name="connsiteY2" fmla="*/ 114394 h 1170173"/>
              <a:gd name="connsiteX3" fmla="*/ 1175725 w 2351450"/>
              <a:gd name="connsiteY3" fmla="*/ 1170173 h 1170173"/>
              <a:gd name="connsiteX4" fmla="*/ 5777 w 2351450"/>
              <a:gd name="connsiteY4" fmla="*/ 114394 h 11701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51450" h="1170173">
                <a:moveTo>
                  <a:pt x="0" y="0"/>
                </a:moveTo>
                <a:lnTo>
                  <a:pt x="2351450" y="0"/>
                </a:lnTo>
                <a:lnTo>
                  <a:pt x="2345674" y="114394"/>
                </a:lnTo>
                <a:cubicBezTo>
                  <a:pt x="2285450" y="707410"/>
                  <a:pt x="1784630" y="1170173"/>
                  <a:pt x="1175725" y="1170173"/>
                </a:cubicBezTo>
                <a:cubicBezTo>
                  <a:pt x="566821" y="1170173"/>
                  <a:pt x="66001" y="707410"/>
                  <a:pt x="5777" y="1143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51649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,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149885F5-BCBD-1B93-4BD0-913F4539ECF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1973" y="3986909"/>
            <a:ext cx="11288052" cy="1331597"/>
          </a:xfrm>
        </p:spPr>
        <p:txBody>
          <a:bodyPr anchor="b">
            <a:noAutofit/>
          </a:bodyPr>
          <a:lstStyle>
            <a:lvl1pPr algn="l">
              <a:defRPr sz="5000"/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B044FD8C-6C45-EC5E-5CA3-79C3C87BF83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1973" y="5416550"/>
            <a:ext cx="11288052" cy="615950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3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x-none"/>
          </a:p>
        </p:txBody>
      </p:sp>
      <p:sp>
        <p:nvSpPr>
          <p:cNvPr id="26" name="Picture Placeholder 25">
            <a:extLst>
              <a:ext uri="{FF2B5EF4-FFF2-40B4-BE49-F238E27FC236}">
                <a16:creationId xmlns:a16="http://schemas.microsoft.com/office/drawing/2014/main" id="{035CA494-5B62-D1F6-0DF6-40D867589380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4699621" y="964"/>
            <a:ext cx="5578791" cy="3888401"/>
          </a:xfrm>
          <a:noFill/>
        </p:spPr>
        <p:txBody>
          <a:bodyPr/>
          <a:lstStyle/>
          <a:p>
            <a:endParaRPr lang="zh-CN" altLang="en-US"/>
          </a:p>
        </p:txBody>
      </p:sp>
      <p:sp>
        <p:nvSpPr>
          <p:cNvPr id="5" name="Content Placeholder 8">
            <a:extLst>
              <a:ext uri="{FF2B5EF4-FFF2-40B4-BE49-F238E27FC236}">
                <a16:creationId xmlns:a16="http://schemas.microsoft.com/office/drawing/2014/main" id="{E6436228-797E-53A8-A7F9-52AD1B8E0F3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451973" y="6087722"/>
            <a:ext cx="1801825" cy="266701"/>
          </a:xfrm>
        </p:spPr>
        <p:txBody>
          <a:bodyPr lIns="0" tIns="0" rIns="0" bIns="0" anchor="b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r>
              <a:rPr lang="en-US" sz="1600"/>
              <a:t>Presenter Name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B84172-860D-1647-047C-C3738A9C3F4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 lIns="0" tIns="0" rIns="0" bIns="0"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6/9/2025</a:t>
            </a:fld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1F49D81A-40A1-67EF-AB98-6D6B470016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 lIns="0" tIns="0" rIns="0" bIns="0"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7D469B88-8070-4714-51D1-F43A0AFE39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 lIns="0" tIns="0" rIns="0" bIns="0"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DA13429-7FDC-7187-2143-8A9EEDD8A6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 flipH="1">
            <a:off x="193548" y="-195013"/>
            <a:ext cx="1957956" cy="2347986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F34876CF-E930-1022-BFB1-831273576E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7597" y="3"/>
            <a:ext cx="2351132" cy="1170015"/>
          </a:xfrm>
          <a:custGeom>
            <a:avLst/>
            <a:gdLst>
              <a:gd name="connsiteX0" fmla="*/ 0 w 2351450"/>
              <a:gd name="connsiteY0" fmla="*/ 0 h 1170173"/>
              <a:gd name="connsiteX1" fmla="*/ 2351450 w 2351450"/>
              <a:gd name="connsiteY1" fmla="*/ 0 h 1170173"/>
              <a:gd name="connsiteX2" fmla="*/ 2345674 w 2351450"/>
              <a:gd name="connsiteY2" fmla="*/ 114394 h 1170173"/>
              <a:gd name="connsiteX3" fmla="*/ 1175725 w 2351450"/>
              <a:gd name="connsiteY3" fmla="*/ 1170173 h 1170173"/>
              <a:gd name="connsiteX4" fmla="*/ 5777 w 2351450"/>
              <a:gd name="connsiteY4" fmla="*/ 114394 h 11701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51450" h="1170173">
                <a:moveTo>
                  <a:pt x="0" y="0"/>
                </a:moveTo>
                <a:lnTo>
                  <a:pt x="2351450" y="0"/>
                </a:lnTo>
                <a:lnTo>
                  <a:pt x="2345674" y="114394"/>
                </a:lnTo>
                <a:cubicBezTo>
                  <a:pt x="2285450" y="707410"/>
                  <a:pt x="1784630" y="1170173"/>
                  <a:pt x="1175725" y="1170173"/>
                </a:cubicBezTo>
                <a:cubicBezTo>
                  <a:pt x="566821" y="1170173"/>
                  <a:pt x="66001" y="707410"/>
                  <a:pt x="5777" y="114394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F763CC7-EA2E-97AB-5E20-B44890F7E6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 flipH="1">
            <a:off x="203865" y="1754093"/>
            <a:ext cx="1940257" cy="234798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0CA88D6-0F39-DB96-BA62-7586959D18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 flipH="1">
            <a:off x="2544101" y="-198088"/>
            <a:ext cx="1954953" cy="235112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B13202E-A252-90D1-ED83-5D7FB9C4FA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 flipV="1">
            <a:off x="2551501" y="1746727"/>
            <a:ext cx="1940259" cy="2351021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DD2B2E8D-ECD5-FF51-A5CA-5FB0750DAA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 flipV="1">
            <a:off x="2554974" y="1743143"/>
            <a:ext cx="1933202" cy="2351131"/>
          </a:xfrm>
          <a:custGeom>
            <a:avLst/>
            <a:gdLst>
              <a:gd name="connsiteX0" fmla="*/ 0 w 2115288"/>
              <a:gd name="connsiteY0" fmla="*/ 2092083 h 2092083"/>
              <a:gd name="connsiteX1" fmla="*/ 0 w 2115288"/>
              <a:gd name="connsiteY1" fmla="*/ 0 h 2092083"/>
              <a:gd name="connsiteX2" fmla="*/ 2115288 w 2115288"/>
              <a:gd name="connsiteY2" fmla="*/ 0 h 20920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115288" h="2092083">
                <a:moveTo>
                  <a:pt x="0" y="2092083"/>
                </a:moveTo>
                <a:lnTo>
                  <a:pt x="0" y="0"/>
                </a:lnTo>
                <a:lnTo>
                  <a:pt x="21152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25" name="Rectangle 15">
            <a:extLst>
              <a:ext uri="{FF2B5EF4-FFF2-40B4-BE49-F238E27FC236}">
                <a16:creationId xmlns:a16="http://schemas.microsoft.com/office/drawing/2014/main" id="{BE33DCB4-EBE4-F9F4-40E1-A1109F436F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 flipH="1">
            <a:off x="10253534" y="22400"/>
            <a:ext cx="1960861" cy="19160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C9D37B0-DB36-8B46-3EE5-848EE070FA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 flipH="1">
            <a:off x="10265341" y="1968544"/>
            <a:ext cx="1937248" cy="19160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C49AE85A-7CA3-CA3E-CAC1-2D64B46897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 flipV="1">
            <a:off x="10263835" y="1970054"/>
            <a:ext cx="1940259" cy="1916066"/>
          </a:xfrm>
          <a:custGeom>
            <a:avLst/>
            <a:gdLst>
              <a:gd name="connsiteX0" fmla="*/ 0 w 2115288"/>
              <a:gd name="connsiteY0" fmla="*/ 2092083 h 2092083"/>
              <a:gd name="connsiteX1" fmla="*/ 0 w 2115288"/>
              <a:gd name="connsiteY1" fmla="*/ 0 h 2092083"/>
              <a:gd name="connsiteX2" fmla="*/ 2115288 w 2115288"/>
              <a:gd name="connsiteY2" fmla="*/ 0 h 20920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115288" h="2092083">
                <a:moveTo>
                  <a:pt x="0" y="2092083"/>
                </a:moveTo>
                <a:lnTo>
                  <a:pt x="0" y="0"/>
                </a:lnTo>
                <a:lnTo>
                  <a:pt x="21152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63142562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,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41F45E22-547F-B6E1-5F51-CFECC13B28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-7621" y="6245509"/>
            <a:ext cx="5134119" cy="61249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CN" altLang="en-US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AD43FFF1-DDFA-80AA-76D1-22BD8FF1A07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432261" y="482261"/>
            <a:ext cx="5828395" cy="3987800"/>
          </a:xfrm>
        </p:spPr>
        <p:txBody>
          <a:bodyPr lIns="0" tIns="0" rIns="0" bIns="0" anchor="b">
            <a:noAutofit/>
          </a:bodyPr>
          <a:lstStyle>
            <a:lvl1pPr algn="r">
              <a:defRPr sz="5400"/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A507D3A1-9DD8-7489-4AF4-BA29A6CDB4C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432260" y="4625351"/>
            <a:ext cx="5828396" cy="891675"/>
          </a:xfr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x-none"/>
          </a:p>
        </p:txBody>
      </p:sp>
      <p:sp>
        <p:nvSpPr>
          <p:cNvPr id="26" name="Picture Placeholder 25">
            <a:extLst>
              <a:ext uri="{FF2B5EF4-FFF2-40B4-BE49-F238E27FC236}">
                <a16:creationId xmlns:a16="http://schemas.microsoft.com/office/drawing/2014/main" id="{035CA494-5B62-D1F6-0DF6-40D867589380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1364491" y="1339850"/>
            <a:ext cx="3762007" cy="4905375"/>
          </a:xfrm>
          <a:noFill/>
        </p:spPr>
        <p:txBody>
          <a:bodyPr/>
          <a:lstStyle/>
          <a:p>
            <a:endParaRPr lang="zh-CN" altLang="en-US"/>
          </a:p>
        </p:txBody>
      </p:sp>
      <p:sp>
        <p:nvSpPr>
          <p:cNvPr id="2" name="Content Placeholder 8">
            <a:extLst>
              <a:ext uri="{FF2B5EF4-FFF2-40B4-BE49-F238E27FC236}">
                <a16:creationId xmlns:a16="http://schemas.microsoft.com/office/drawing/2014/main" id="{00F3AF08-58B8-1240-DC7F-D213996B2AE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9671050" y="5982369"/>
            <a:ext cx="1589606" cy="266701"/>
          </a:xfrm>
        </p:spPr>
        <p:txBody>
          <a:bodyPr lIns="0" tIns="0" rIns="0" bIns="0" anchor="b">
            <a:noAutofit/>
          </a:bodyPr>
          <a:lstStyle>
            <a:lvl1pPr marL="0" indent="0" algn="r">
              <a:spcBef>
                <a:spcPts val="0"/>
              </a:spcBef>
              <a:buNone/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r>
              <a:rPr lang="en-US" sz="1600"/>
              <a:t>Presenter Name</a:t>
            </a:r>
          </a:p>
        </p:txBody>
      </p:sp>
      <p:sp>
        <p:nvSpPr>
          <p:cNvPr id="15" name="Date Placeholder 3">
            <a:extLst>
              <a:ext uri="{FF2B5EF4-FFF2-40B4-BE49-F238E27FC236}">
                <a16:creationId xmlns:a16="http://schemas.microsoft.com/office/drawing/2014/main" id="{CAC3F6DD-F963-7D20-7D44-A9471028FBD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6/9/2025</a:t>
            </a:fld>
            <a:endParaRPr lang="en-US"/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9D3E5DEB-74C0-2DEA-0038-2F0044213E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 lIns="0" tIns="0" rIns="0" bIns="0"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8EFCC32E-F87E-343D-5B5C-6507310CA9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 lIns="0" tIns="0" rIns="0" bIns="0"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30E8E679-660F-5B58-91D7-9E0CDF0AB6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" y="-3"/>
            <a:ext cx="1360674" cy="22320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25" name="Freeform: Shape 59">
            <a:extLst>
              <a:ext uri="{FF2B5EF4-FFF2-40B4-BE49-F238E27FC236}">
                <a16:creationId xmlns:a16="http://schemas.microsoft.com/office/drawing/2014/main" id="{8587E180-57E3-C8FA-E365-AB365B7F46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7937" y="-5"/>
            <a:ext cx="1352738" cy="2232015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9C2F644D-1D4F-6486-A506-5B5A7BE498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0" y="2232018"/>
            <a:ext cx="1360677" cy="1916648"/>
          </a:xfrm>
          <a:prstGeom prst="rect">
            <a:avLst/>
          </a:pr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8" name="Freeform: Shape 9">
            <a:extLst>
              <a:ext uri="{FF2B5EF4-FFF2-40B4-BE49-F238E27FC236}">
                <a16:creationId xmlns:a16="http://schemas.microsoft.com/office/drawing/2014/main" id="{155A9F5C-6C2B-B9A0-9DF2-D4B82FBE66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0" y="3471537"/>
            <a:ext cx="1360678" cy="677127"/>
          </a:xfrm>
          <a:custGeom>
            <a:avLst/>
            <a:gdLst>
              <a:gd name="connsiteX0" fmla="*/ 0 w 2351450"/>
              <a:gd name="connsiteY0" fmla="*/ 0 h 1170173"/>
              <a:gd name="connsiteX1" fmla="*/ 2351450 w 2351450"/>
              <a:gd name="connsiteY1" fmla="*/ 0 h 1170173"/>
              <a:gd name="connsiteX2" fmla="*/ 2345674 w 2351450"/>
              <a:gd name="connsiteY2" fmla="*/ 114394 h 1170173"/>
              <a:gd name="connsiteX3" fmla="*/ 1175725 w 2351450"/>
              <a:gd name="connsiteY3" fmla="*/ 1170173 h 1170173"/>
              <a:gd name="connsiteX4" fmla="*/ 5777 w 2351450"/>
              <a:gd name="connsiteY4" fmla="*/ 114394 h 11701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51450" h="1170173">
                <a:moveTo>
                  <a:pt x="0" y="0"/>
                </a:moveTo>
                <a:lnTo>
                  <a:pt x="2351450" y="0"/>
                </a:lnTo>
                <a:lnTo>
                  <a:pt x="2345674" y="114394"/>
                </a:lnTo>
                <a:cubicBezTo>
                  <a:pt x="2285450" y="707410"/>
                  <a:pt x="1784630" y="1170173"/>
                  <a:pt x="1175725" y="1170173"/>
                </a:cubicBezTo>
                <a:cubicBezTo>
                  <a:pt x="566821" y="1170173"/>
                  <a:pt x="66001" y="707410"/>
                  <a:pt x="5777" y="114394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GB"/>
          </a:p>
        </p:txBody>
      </p:sp>
      <p:sp>
        <p:nvSpPr>
          <p:cNvPr id="21" name="Rectangle 8">
            <a:extLst>
              <a:ext uri="{FF2B5EF4-FFF2-40B4-BE49-F238E27FC236}">
                <a16:creationId xmlns:a16="http://schemas.microsoft.com/office/drawing/2014/main" id="{6B928C87-B3CE-A38B-38D7-B0948D3E44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 flipV="1">
            <a:off x="-2" y="4148664"/>
            <a:ext cx="1360677" cy="209684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Freeform: Shape 59">
            <a:extLst>
              <a:ext uri="{FF2B5EF4-FFF2-40B4-BE49-F238E27FC236}">
                <a16:creationId xmlns:a16="http://schemas.microsoft.com/office/drawing/2014/main" id="{1F867251-402A-C2DE-7D05-B8E48B7E7C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0" y="4148663"/>
            <a:ext cx="1360678" cy="2096842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1B4E1136-DFDD-32BF-5846-514278A0F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>
            <a:off x="10734332" y="-700191"/>
            <a:ext cx="274322" cy="167470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4973B099-8DFA-53FB-1105-A26CC36014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>
            <a:off x="11814480" y="-103514"/>
            <a:ext cx="274322" cy="48135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71721394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,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41F45E22-547F-B6E1-5F51-CFECC13B28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065818" y="6245509"/>
            <a:ext cx="5134119" cy="61249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F1C19B4F-DFB6-9576-9DF4-96FE43A1EC9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10628" y="482261"/>
            <a:ext cx="5824186" cy="3987799"/>
          </a:xfrm>
        </p:spPr>
        <p:txBody>
          <a:bodyPr lIns="0" tIns="0" rIns="0" bIns="0" anchor="b">
            <a:no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18" name="Subtitle 2">
            <a:extLst>
              <a:ext uri="{FF2B5EF4-FFF2-40B4-BE49-F238E27FC236}">
                <a16:creationId xmlns:a16="http://schemas.microsoft.com/office/drawing/2014/main" id="{D99BC2BC-8A72-7BB8-D8C8-CB385D30BB7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10628" y="4640704"/>
            <a:ext cx="5824186" cy="876323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3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x-none"/>
          </a:p>
        </p:txBody>
      </p:sp>
      <p:sp>
        <p:nvSpPr>
          <p:cNvPr id="2" name="Content Placeholder 8">
            <a:extLst>
              <a:ext uri="{FF2B5EF4-FFF2-40B4-BE49-F238E27FC236}">
                <a16:creationId xmlns:a16="http://schemas.microsoft.com/office/drawing/2014/main" id="{EC403ECD-0E61-4F10-7162-E98E5D2C68D4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910629" y="5978808"/>
            <a:ext cx="1737322" cy="266701"/>
          </a:xfrm>
        </p:spPr>
        <p:txBody>
          <a:bodyPr lIns="0" tIns="0" rIns="0" bIns="0" anchor="b">
            <a:noAutofit/>
          </a:bodyPr>
          <a:lstStyle>
            <a:lvl1pPr marL="0" indent="0">
              <a:spcBef>
                <a:spcPts val="0"/>
              </a:spcBef>
              <a:buNone/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r>
              <a:rPr lang="en-US" sz="1600"/>
              <a:t>Presenter Name</a:t>
            </a:r>
          </a:p>
        </p:txBody>
      </p:sp>
      <p:sp>
        <p:nvSpPr>
          <p:cNvPr id="26" name="Picture Placeholder 25">
            <a:extLst>
              <a:ext uri="{FF2B5EF4-FFF2-40B4-BE49-F238E27FC236}">
                <a16:creationId xmlns:a16="http://schemas.microsoft.com/office/drawing/2014/main" id="{035CA494-5B62-D1F6-0DF6-40D867589380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7065818" y="1331046"/>
            <a:ext cx="3772303" cy="4914460"/>
          </a:xfrm>
          <a:noFill/>
        </p:spPr>
        <p:txBody>
          <a:bodyPr/>
          <a:lstStyle/>
          <a:p>
            <a:endParaRPr lang="zh-CN" altLang="en-US"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B742842F-049E-5CE5-521C-3D7CF4664B2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 lIns="0" tIns="0" rIns="0" bIns="0"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6/9/2025</a:t>
            </a:fld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F57807E5-619C-C6C7-6226-8A9540B6DD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 lIns="0" tIns="0" rIns="0" bIns="0"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9873A478-35CD-870F-0A0C-AD044CED30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 lIns="0" tIns="0" rIns="0" bIns="0"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1B4E1136-DFDD-32BF-5846-514278A0F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1183663" y="-700191"/>
            <a:ext cx="274322" cy="167470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4973B099-8DFA-53FB-1105-A26CC36014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104574" y="-104573"/>
            <a:ext cx="274322" cy="48347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29" name="Rectangle 6">
            <a:extLst>
              <a:ext uri="{FF2B5EF4-FFF2-40B4-BE49-F238E27FC236}">
                <a16:creationId xmlns:a16="http://schemas.microsoft.com/office/drawing/2014/main" id="{F5FF0307-7223-2A57-49F7-205DFC3CAD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0833956" y="-2"/>
            <a:ext cx="1365980" cy="22320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6" name="Freeform: Shape 59">
            <a:extLst>
              <a:ext uri="{FF2B5EF4-FFF2-40B4-BE49-F238E27FC236}">
                <a16:creationId xmlns:a16="http://schemas.microsoft.com/office/drawing/2014/main" id="{AB33DB86-5F38-0CF7-F613-511E8B1B19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0841892" y="-3"/>
            <a:ext cx="1358044" cy="2232015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41" name="Rectangle 6">
            <a:extLst>
              <a:ext uri="{FF2B5EF4-FFF2-40B4-BE49-F238E27FC236}">
                <a16:creationId xmlns:a16="http://schemas.microsoft.com/office/drawing/2014/main" id="{B297F7B8-C42C-1B4A-C596-DA9004187D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0833956" y="2232018"/>
            <a:ext cx="1358044" cy="1916648"/>
          </a:xfrm>
          <a:prstGeom prst="rect">
            <a:avLst/>
          </a:pr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4" name="Freeform: Shape 9">
            <a:extLst>
              <a:ext uri="{FF2B5EF4-FFF2-40B4-BE49-F238E27FC236}">
                <a16:creationId xmlns:a16="http://schemas.microsoft.com/office/drawing/2014/main" id="{3CDB4C82-C1F2-7A31-B0C0-EC7A16E86E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10833888" y="3428999"/>
            <a:ext cx="1366047" cy="719665"/>
          </a:xfrm>
          <a:custGeom>
            <a:avLst/>
            <a:gdLst>
              <a:gd name="connsiteX0" fmla="*/ 0 w 2351450"/>
              <a:gd name="connsiteY0" fmla="*/ 0 h 1170173"/>
              <a:gd name="connsiteX1" fmla="*/ 2351450 w 2351450"/>
              <a:gd name="connsiteY1" fmla="*/ 0 h 1170173"/>
              <a:gd name="connsiteX2" fmla="*/ 2345674 w 2351450"/>
              <a:gd name="connsiteY2" fmla="*/ 114394 h 1170173"/>
              <a:gd name="connsiteX3" fmla="*/ 1175725 w 2351450"/>
              <a:gd name="connsiteY3" fmla="*/ 1170173 h 1170173"/>
              <a:gd name="connsiteX4" fmla="*/ 5777 w 2351450"/>
              <a:gd name="connsiteY4" fmla="*/ 114394 h 11701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51450" h="1170173">
                <a:moveTo>
                  <a:pt x="0" y="0"/>
                </a:moveTo>
                <a:lnTo>
                  <a:pt x="2351450" y="0"/>
                </a:lnTo>
                <a:lnTo>
                  <a:pt x="2345674" y="114394"/>
                </a:lnTo>
                <a:cubicBezTo>
                  <a:pt x="2285450" y="707410"/>
                  <a:pt x="1784630" y="1170173"/>
                  <a:pt x="1175725" y="1170173"/>
                </a:cubicBezTo>
                <a:cubicBezTo>
                  <a:pt x="566821" y="1170173"/>
                  <a:pt x="66001" y="707410"/>
                  <a:pt x="5777" y="114394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GB"/>
          </a:p>
        </p:txBody>
      </p:sp>
      <p:sp>
        <p:nvSpPr>
          <p:cNvPr id="33" name="Rectangle 8">
            <a:extLst>
              <a:ext uri="{FF2B5EF4-FFF2-40B4-BE49-F238E27FC236}">
                <a16:creationId xmlns:a16="http://schemas.microsoft.com/office/drawing/2014/main" id="{D03B5295-1DAD-F67E-A9D1-1EDDEDAE03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 flipV="1">
            <a:off x="10833955" y="4148664"/>
            <a:ext cx="1365981" cy="209684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Freeform: Shape 59">
            <a:extLst>
              <a:ext uri="{FF2B5EF4-FFF2-40B4-BE49-F238E27FC236}">
                <a16:creationId xmlns:a16="http://schemas.microsoft.com/office/drawing/2014/main" id="{C681F86B-1EB2-1ABD-11BE-7405C317D1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0833955" y="4148663"/>
            <a:ext cx="1365980" cy="2096842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27806048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quence Number,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9591D9F7-2AF5-7E15-28CD-C5189318CC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010775" y="0"/>
            <a:ext cx="2181225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F402BE0-455F-CF23-B696-A4F06F4410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191875" y="5862637"/>
            <a:ext cx="1000125" cy="10001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3575A47E-66DF-0DFE-6068-FCE75A83C7A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2364" y="2558836"/>
            <a:ext cx="6735597" cy="3793838"/>
          </a:xfrm>
        </p:spPr>
        <p:txBody>
          <a:bodyPr lIns="0" tIns="0" rIns="0" bIns="0" anchor="t">
            <a:noAutofit/>
          </a:bodyPr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Text Placeholder 2">
            <a:extLs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022365" y="1649960"/>
            <a:ext cx="831916" cy="597807"/>
          </a:xfrm>
        </p:spPr>
        <p:txBody>
          <a:bodyPr lIns="0" tIns="0" rIns="0" bIns="0" anchor="b">
            <a:noAutofit/>
          </a:bodyPr>
          <a:lstStyle>
            <a:lvl1pPr marL="0" indent="0" algn="l">
              <a:buNone/>
              <a:defRPr sz="3000" baseline="0">
                <a:solidFill>
                  <a:schemeClr val="tx1"/>
                </a:solidFill>
                <a:latin typeface="+mj-lt"/>
                <a:ea typeface="+mj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54D9E87A-1CDC-4014-2314-39FC7B07C83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961313" y="1306802"/>
            <a:ext cx="3230562" cy="4541837"/>
          </a:xfrm>
          <a:noFill/>
        </p:spPr>
        <p:txBody>
          <a:bodyPr/>
          <a:lstStyle/>
          <a:p>
            <a:endParaRPr lang="zh-CN" altLang="en-US"/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9054A355-1144-8E9E-0708-A56938F03394}"/>
              </a:ext>
            </a:extLst>
          </p:cNvPr>
          <p:cNvSpPr>
            <a:spLocks noGrp="1"/>
          </p:cNvSpPr>
          <p:nvPr>
            <p:ph type="dt" sz="half" idx="13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6/9/2025</a:t>
            </a:fld>
            <a:endParaRPr lang="en-US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DB79E66C-660C-8962-2CA8-5B57D1713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4AF8B1-E706-AD9A-FD16-CE6704805A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EADD3443-0734-5152-8D04-B2D9411015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972301" y="0"/>
            <a:ext cx="561975" cy="1123950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90703BCA-69C2-3D24-7F07-71DD32C3B7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600951" y="0"/>
            <a:ext cx="561975" cy="1123950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53984274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quence Number,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9591D9F7-2AF5-7E15-28CD-C5189318CC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0"/>
            <a:ext cx="2181225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3575A47E-66DF-0DFE-6068-FCE75A83C7A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46653" y="2558836"/>
            <a:ext cx="6735597" cy="3793838"/>
          </a:xfrm>
        </p:spPr>
        <p:txBody>
          <a:bodyPr lIns="0" tIns="0" rIns="0" bIns="0" anchor="t">
            <a:noAutofit/>
          </a:bodyPr>
          <a:lstStyle>
            <a:lvl1pPr algn="r"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54D9E87A-1CDC-4014-2314-39FC7B07C83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 flipH="1">
            <a:off x="1000125" y="1316037"/>
            <a:ext cx="3230562" cy="4541837"/>
          </a:xfrm>
          <a:noFill/>
        </p:spPr>
        <p:txBody>
          <a:bodyPr/>
          <a:lstStyle/>
          <a:p>
            <a:endParaRPr lang="zh-CN" altLang="en-US"/>
          </a:p>
        </p:txBody>
      </p:sp>
      <p:sp>
        <p:nvSpPr>
          <p:cNvPr id="3" name="Text Placeholder 2">
            <a:extLs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0350334" y="1649960"/>
            <a:ext cx="831916" cy="597807"/>
          </a:xfrm>
        </p:spPr>
        <p:txBody>
          <a:bodyPr lIns="0" tIns="0" rIns="0" bIns="0" anchor="b">
            <a:noAutofit/>
          </a:bodyPr>
          <a:lstStyle>
            <a:lvl1pPr marL="0" indent="0" algn="r">
              <a:buNone/>
              <a:defRPr sz="2600" baseline="0">
                <a:solidFill>
                  <a:schemeClr val="tx1"/>
                </a:solidFill>
                <a:latin typeface="+mj-lt"/>
                <a:ea typeface="+mj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9054A355-1144-8E9E-0708-A56938F03394}"/>
              </a:ext>
            </a:extLst>
          </p:cNvPr>
          <p:cNvSpPr>
            <a:spLocks noGrp="1"/>
          </p:cNvSpPr>
          <p:nvPr>
            <p:ph type="dt" sz="half" idx="13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6/9/2025</a:t>
            </a:fld>
            <a:endParaRPr lang="en-US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DB79E66C-660C-8962-2CA8-5B57D1713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 lIns="0" tIns="0" rIns="0" bIns="0"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4AF8B1-E706-AD9A-FD16-CE6704805A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 lIns="0" tIns="0" rIns="0" bIns="0"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90703BCA-69C2-3D24-7F07-71DD32C3B7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4029074" y="0"/>
            <a:ext cx="561975" cy="1123950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EADD3443-0734-5152-8D04-B2D9411015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4657724" y="0"/>
            <a:ext cx="561975" cy="1123950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F402BE0-455F-CF23-B696-A4F06F4410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5862637"/>
            <a:ext cx="1000125" cy="10001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93547648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quence Numb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8">
            <a:extLst>
              <a:ext uri="{FF2B5EF4-FFF2-40B4-BE49-F238E27FC236}">
                <a16:creationId xmlns:a16="http://schemas.microsoft.com/office/drawing/2014/main" id="{5EA40962-D6F9-CBBE-FF2C-4EC3830F9D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 flipH="1" flipV="1">
            <a:off x="0" y="4558433"/>
            <a:ext cx="1498042" cy="229956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Freeform: Shape 59">
            <a:extLst>
              <a:ext uri="{FF2B5EF4-FFF2-40B4-BE49-F238E27FC236}">
                <a16:creationId xmlns:a16="http://schemas.microsoft.com/office/drawing/2014/main" id="{EC816DDB-9EA2-DF6E-AAED-1B18863E58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0" y="4558438"/>
            <a:ext cx="1498042" cy="2299562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5" name="Rectangle 8">
            <a:extLst>
              <a:ext uri="{FF2B5EF4-FFF2-40B4-BE49-F238E27FC236}">
                <a16:creationId xmlns:a16="http://schemas.microsoft.com/office/drawing/2014/main" id="{A04F26B9-B28E-8D10-94D1-04FE26C51C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 flipV="1">
            <a:off x="10693958" y="4558433"/>
            <a:ext cx="1498042" cy="229956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Freeform: Shape 59">
            <a:extLst>
              <a:ext uri="{FF2B5EF4-FFF2-40B4-BE49-F238E27FC236}">
                <a16:creationId xmlns:a16="http://schemas.microsoft.com/office/drawing/2014/main" id="{4947CEF4-1632-7EBE-80C3-C52AE183F6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0693958" y="4558438"/>
            <a:ext cx="1498042" cy="2299562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3" name="Text Placeholder 2">
            <a:extLs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680042" y="1649960"/>
            <a:ext cx="831916" cy="597807"/>
          </a:xfrm>
        </p:spPr>
        <p:txBody>
          <a:bodyPr lIns="0" tIns="0" rIns="0" bIns="0" anchor="b">
            <a:noAutofit/>
          </a:bodyPr>
          <a:lstStyle>
            <a:lvl1pPr marL="0" indent="0" algn="ctr">
              <a:buNone/>
              <a:defRPr sz="2600" baseline="0">
                <a:solidFill>
                  <a:schemeClr val="tx1"/>
                </a:solidFill>
                <a:latin typeface="+mj-lt"/>
                <a:ea typeface="+mj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3575A47E-66DF-0DFE-6068-FCE75A83C7A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28202" y="2558836"/>
            <a:ext cx="6735597" cy="2536289"/>
          </a:xfrm>
        </p:spPr>
        <p:txBody>
          <a:bodyPr lIns="0" tIns="0" rIns="0" bIns="0" anchor="t">
            <a:noAutofit/>
          </a:bodyPr>
          <a:lstStyle>
            <a:lvl1pPr algn="ctr"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9054A355-1144-8E9E-0708-A56938F03394}"/>
              </a:ext>
            </a:extLst>
          </p:cNvPr>
          <p:cNvSpPr>
            <a:spLocks noGrp="1"/>
          </p:cNvSpPr>
          <p:nvPr>
            <p:ph type="dt" sz="half" idx="13"/>
          </p:nvPr>
        </p:nvSpPr>
        <p:spPr>
          <a:xfrm>
            <a:off x="657225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6/9/2025</a:t>
            </a:fld>
            <a:endParaRPr lang="en-US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DB79E66C-660C-8962-2CA8-5B57D1713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 lIns="0" tIns="0" rIns="0" bIns="0"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4AF8B1-E706-AD9A-FD16-CE6704805A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 lIns="0" tIns="0" rIns="0" bIns="0"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Rectangle 6">
            <a:extLst>
              <a:ext uri="{FF2B5EF4-FFF2-40B4-BE49-F238E27FC236}">
                <a16:creationId xmlns:a16="http://schemas.microsoft.com/office/drawing/2014/main" id="{AE61E74D-D5FA-5080-2F53-0087775B37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 flipH="1">
            <a:off x="1" y="0"/>
            <a:ext cx="1498041" cy="245649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18" name="Freeform: Shape 59">
            <a:extLst>
              <a:ext uri="{FF2B5EF4-FFF2-40B4-BE49-F238E27FC236}">
                <a16:creationId xmlns:a16="http://schemas.microsoft.com/office/drawing/2014/main" id="{470C155E-4CCC-564B-027C-CDC41E3739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0" y="-1"/>
            <a:ext cx="1489338" cy="2456489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14" name="Rectangle 6">
            <a:extLst>
              <a:ext uri="{FF2B5EF4-FFF2-40B4-BE49-F238E27FC236}">
                <a16:creationId xmlns:a16="http://schemas.microsoft.com/office/drawing/2014/main" id="{7285D770-FD07-EC97-B009-40BA4F4D0F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 flipH="1">
            <a:off x="1" y="2456494"/>
            <a:ext cx="1498041" cy="2101947"/>
          </a:xfrm>
          <a:prstGeom prst="rect">
            <a:avLst/>
          </a:pr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35" name="Freeform: Shape 9">
            <a:extLst>
              <a:ext uri="{FF2B5EF4-FFF2-40B4-BE49-F238E27FC236}">
                <a16:creationId xmlns:a16="http://schemas.microsoft.com/office/drawing/2014/main" id="{9F696CCD-6826-7E03-C9F2-76B5BC1397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0" y="3813296"/>
            <a:ext cx="1497360" cy="745145"/>
          </a:xfrm>
          <a:custGeom>
            <a:avLst/>
            <a:gdLst>
              <a:gd name="connsiteX0" fmla="*/ 0 w 2351450"/>
              <a:gd name="connsiteY0" fmla="*/ 0 h 1170173"/>
              <a:gd name="connsiteX1" fmla="*/ 2351450 w 2351450"/>
              <a:gd name="connsiteY1" fmla="*/ 0 h 1170173"/>
              <a:gd name="connsiteX2" fmla="*/ 2345674 w 2351450"/>
              <a:gd name="connsiteY2" fmla="*/ 114394 h 1170173"/>
              <a:gd name="connsiteX3" fmla="*/ 1175725 w 2351450"/>
              <a:gd name="connsiteY3" fmla="*/ 1170173 h 1170173"/>
              <a:gd name="connsiteX4" fmla="*/ 5777 w 2351450"/>
              <a:gd name="connsiteY4" fmla="*/ 114394 h 11701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51450" h="1170173">
                <a:moveTo>
                  <a:pt x="0" y="0"/>
                </a:moveTo>
                <a:lnTo>
                  <a:pt x="2351450" y="0"/>
                </a:lnTo>
                <a:lnTo>
                  <a:pt x="2345674" y="114394"/>
                </a:lnTo>
                <a:cubicBezTo>
                  <a:pt x="2285450" y="707410"/>
                  <a:pt x="1784630" y="1170173"/>
                  <a:pt x="1175725" y="1170173"/>
                </a:cubicBezTo>
                <a:cubicBezTo>
                  <a:pt x="566821" y="1170173"/>
                  <a:pt x="66001" y="707410"/>
                  <a:pt x="5777" y="1143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GB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91A24A50-A008-86B3-5F54-E8B7B3A9C7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0693958" y="0"/>
            <a:ext cx="1498041" cy="245649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9" name="Freeform: Shape 59">
            <a:extLst>
              <a:ext uri="{FF2B5EF4-FFF2-40B4-BE49-F238E27FC236}">
                <a16:creationId xmlns:a16="http://schemas.microsoft.com/office/drawing/2014/main" id="{C476D228-FB57-F7F8-C68A-E3413EFE8E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0702662" y="-1"/>
            <a:ext cx="1489338" cy="2456489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2" name="Rectangle 6">
            <a:extLst>
              <a:ext uri="{FF2B5EF4-FFF2-40B4-BE49-F238E27FC236}">
                <a16:creationId xmlns:a16="http://schemas.microsoft.com/office/drawing/2014/main" id="{03673381-EECC-4D46-EDE7-C5E028BE1F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0693958" y="2456494"/>
            <a:ext cx="1498041" cy="2101947"/>
          </a:xfrm>
          <a:prstGeom prst="rect">
            <a:avLst/>
          </a:pr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36" name="Freeform: Shape 9">
            <a:extLst>
              <a:ext uri="{FF2B5EF4-FFF2-40B4-BE49-F238E27FC236}">
                <a16:creationId xmlns:a16="http://schemas.microsoft.com/office/drawing/2014/main" id="{4441DE95-147E-9B38-A464-7A9CF35CE2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10693958" y="3813296"/>
            <a:ext cx="1497360" cy="745145"/>
          </a:xfrm>
          <a:custGeom>
            <a:avLst/>
            <a:gdLst>
              <a:gd name="connsiteX0" fmla="*/ 0 w 2351450"/>
              <a:gd name="connsiteY0" fmla="*/ 0 h 1170173"/>
              <a:gd name="connsiteX1" fmla="*/ 2351450 w 2351450"/>
              <a:gd name="connsiteY1" fmla="*/ 0 h 1170173"/>
              <a:gd name="connsiteX2" fmla="*/ 2345674 w 2351450"/>
              <a:gd name="connsiteY2" fmla="*/ 114394 h 1170173"/>
              <a:gd name="connsiteX3" fmla="*/ 1175725 w 2351450"/>
              <a:gd name="connsiteY3" fmla="*/ 1170173 h 1170173"/>
              <a:gd name="connsiteX4" fmla="*/ 5777 w 2351450"/>
              <a:gd name="connsiteY4" fmla="*/ 114394 h 11701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51450" h="1170173">
                <a:moveTo>
                  <a:pt x="0" y="0"/>
                </a:moveTo>
                <a:lnTo>
                  <a:pt x="2351450" y="0"/>
                </a:lnTo>
                <a:lnTo>
                  <a:pt x="2345674" y="114394"/>
                </a:lnTo>
                <a:cubicBezTo>
                  <a:pt x="2285450" y="707410"/>
                  <a:pt x="1784630" y="1170173"/>
                  <a:pt x="1175725" y="1170173"/>
                </a:cubicBezTo>
                <a:cubicBezTo>
                  <a:pt x="566821" y="1170173"/>
                  <a:pt x="66001" y="707410"/>
                  <a:pt x="5777" y="1143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9061481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,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9591D9F7-2AF5-7E15-28CD-C5189318CC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010775" y="0"/>
            <a:ext cx="2181225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F402BE0-455F-CF23-B696-A4F06F4410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191875" y="5862637"/>
            <a:ext cx="1000125" cy="10001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3575A47E-66DF-0DFE-6068-FCE75A83C7A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2364" y="2558836"/>
            <a:ext cx="6735597" cy="3793838"/>
          </a:xfrm>
        </p:spPr>
        <p:txBody>
          <a:bodyPr lIns="0" tIns="0" rIns="0" bIns="0" anchor="t">
            <a:noAutofit/>
          </a:bodyPr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54D9E87A-1CDC-4014-2314-39FC7B07C83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961313" y="1316038"/>
            <a:ext cx="3230562" cy="4541837"/>
          </a:xfrm>
          <a:noFill/>
        </p:spPr>
        <p:txBody>
          <a:bodyPr/>
          <a:lstStyle/>
          <a:p>
            <a:endParaRPr lang="zh-CN" altLang="en-US"/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9054A355-1144-8E9E-0708-A56938F03394}"/>
              </a:ext>
            </a:extLst>
          </p:cNvPr>
          <p:cNvSpPr>
            <a:spLocks noGrp="1"/>
          </p:cNvSpPr>
          <p:nvPr>
            <p:ph type="dt" sz="half" idx="13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6/9/2025</a:t>
            </a:fld>
            <a:endParaRPr lang="en-US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DB79E66C-660C-8962-2CA8-5B57D1713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4AF8B1-E706-AD9A-FD16-CE6704805A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EADD3443-0734-5152-8D04-B2D9411015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972301" y="0"/>
            <a:ext cx="561975" cy="1123950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90703BCA-69C2-3D24-7F07-71DD32C3B7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600951" y="0"/>
            <a:ext cx="561975" cy="1123950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08325098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,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9591D9F7-2AF5-7E15-28CD-C5189318CC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0"/>
            <a:ext cx="2181225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F402BE0-455F-CF23-B696-A4F06F4410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5862637"/>
            <a:ext cx="1000125" cy="10001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3575A47E-66DF-0DFE-6068-FCE75A83C7A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46653" y="2558836"/>
            <a:ext cx="6735597" cy="3793838"/>
          </a:xfrm>
        </p:spPr>
        <p:txBody>
          <a:bodyPr lIns="0" tIns="0" rIns="0" bIns="0" anchor="t">
            <a:noAutofit/>
          </a:bodyPr>
          <a:lstStyle>
            <a:lvl1pPr algn="r"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54D9E87A-1CDC-4014-2314-39FC7B07C83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 flipH="1">
            <a:off x="1000125" y="1316037"/>
            <a:ext cx="3230562" cy="4541837"/>
          </a:xfrm>
          <a:noFill/>
        </p:spPr>
        <p:txBody>
          <a:bodyPr/>
          <a:lstStyle/>
          <a:p>
            <a:endParaRPr lang="zh-CN" altLang="en-US"/>
          </a:p>
        </p:txBody>
      </p:sp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940B915B-DDF9-DD98-A561-3684DEE38343}"/>
              </a:ext>
            </a:extLst>
          </p:cNvPr>
          <p:cNvSpPr>
            <a:spLocks noGrp="1"/>
          </p:cNvSpPr>
          <p:nvPr>
            <p:ph type="dt" sz="half" idx="13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6/9/2025</a:t>
            </a:fld>
            <a:endParaRPr lang="en-US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DB79E66C-660C-8962-2CA8-5B57D1713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 lIns="0" tIns="0" rIns="0" bIns="0"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4AF8B1-E706-AD9A-FD16-CE6704805A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 lIns="0" tIns="0" rIns="0" bIns="0"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90703BCA-69C2-3D24-7F07-71DD32C3B7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4029074" y="0"/>
            <a:ext cx="561975" cy="1123950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EADD3443-0734-5152-8D04-B2D9411015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4657724" y="0"/>
            <a:ext cx="561975" cy="1123950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79258076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8">
            <a:extLst>
              <a:ext uri="{FF2B5EF4-FFF2-40B4-BE49-F238E27FC236}">
                <a16:creationId xmlns:a16="http://schemas.microsoft.com/office/drawing/2014/main" id="{5EA40962-D6F9-CBBE-FF2C-4EC3830F9D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 flipH="1" flipV="1">
            <a:off x="0" y="4558433"/>
            <a:ext cx="1498042" cy="229956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Freeform: Shape 59">
            <a:extLst>
              <a:ext uri="{FF2B5EF4-FFF2-40B4-BE49-F238E27FC236}">
                <a16:creationId xmlns:a16="http://schemas.microsoft.com/office/drawing/2014/main" id="{EC816DDB-9EA2-DF6E-AAED-1B18863E58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0" y="4558438"/>
            <a:ext cx="1498042" cy="2299562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5" name="Rectangle 8">
            <a:extLst>
              <a:ext uri="{FF2B5EF4-FFF2-40B4-BE49-F238E27FC236}">
                <a16:creationId xmlns:a16="http://schemas.microsoft.com/office/drawing/2014/main" id="{A04F26B9-B28E-8D10-94D1-04FE26C51C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 flipV="1">
            <a:off x="10693958" y="4558433"/>
            <a:ext cx="1498042" cy="229956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Freeform: Shape 59">
            <a:extLst>
              <a:ext uri="{FF2B5EF4-FFF2-40B4-BE49-F238E27FC236}">
                <a16:creationId xmlns:a16="http://schemas.microsoft.com/office/drawing/2014/main" id="{4947CEF4-1632-7EBE-80C3-C52AE183F6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0693958" y="4558438"/>
            <a:ext cx="1498042" cy="2299562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3575A47E-66DF-0DFE-6068-FCE75A83C7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28202" y="2160856"/>
            <a:ext cx="6735597" cy="2536289"/>
          </a:xfrm>
        </p:spPr>
        <p:txBody>
          <a:bodyPr lIns="0" tIns="0" rIns="0" bIns="0" anchor="ctr">
            <a:noAutofit/>
          </a:bodyPr>
          <a:lstStyle>
            <a:lvl1pPr algn="ctr"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9054A355-1144-8E9E-0708-A56938F03394}"/>
              </a:ext>
            </a:extLst>
          </p:cNvPr>
          <p:cNvSpPr>
            <a:spLocks noGrp="1"/>
          </p:cNvSpPr>
          <p:nvPr>
            <p:ph type="dt" sz="half" idx="13"/>
          </p:nvPr>
        </p:nvSpPr>
        <p:spPr>
          <a:xfrm>
            <a:off x="657225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6/9/2025</a:t>
            </a:fld>
            <a:endParaRPr lang="en-US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DB79E66C-660C-8962-2CA8-5B57D1713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 lIns="0" tIns="0" rIns="0" bIns="0"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4AF8B1-E706-AD9A-FD16-CE6704805A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 lIns="0" tIns="0" rIns="0" bIns="0"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Rectangle 6">
            <a:extLst>
              <a:ext uri="{FF2B5EF4-FFF2-40B4-BE49-F238E27FC236}">
                <a16:creationId xmlns:a16="http://schemas.microsoft.com/office/drawing/2014/main" id="{AE61E74D-D5FA-5080-2F53-0087775B37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 flipH="1">
            <a:off x="1" y="0"/>
            <a:ext cx="1498041" cy="245649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18" name="Freeform: Shape 59">
            <a:extLst>
              <a:ext uri="{FF2B5EF4-FFF2-40B4-BE49-F238E27FC236}">
                <a16:creationId xmlns:a16="http://schemas.microsoft.com/office/drawing/2014/main" id="{470C155E-4CCC-564B-027C-CDC41E3739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0" y="-1"/>
            <a:ext cx="1489338" cy="2456489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14" name="Rectangle 6">
            <a:extLst>
              <a:ext uri="{FF2B5EF4-FFF2-40B4-BE49-F238E27FC236}">
                <a16:creationId xmlns:a16="http://schemas.microsoft.com/office/drawing/2014/main" id="{7285D770-FD07-EC97-B009-40BA4F4D0F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 flipH="1">
            <a:off x="1" y="2456494"/>
            <a:ext cx="1498041" cy="2101947"/>
          </a:xfrm>
          <a:prstGeom prst="rect">
            <a:avLst/>
          </a:pr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35" name="Freeform: Shape 9">
            <a:extLst>
              <a:ext uri="{FF2B5EF4-FFF2-40B4-BE49-F238E27FC236}">
                <a16:creationId xmlns:a16="http://schemas.microsoft.com/office/drawing/2014/main" id="{9F696CCD-6826-7E03-C9F2-76B5BC1397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0" y="3813296"/>
            <a:ext cx="1497360" cy="745145"/>
          </a:xfrm>
          <a:custGeom>
            <a:avLst/>
            <a:gdLst>
              <a:gd name="connsiteX0" fmla="*/ 0 w 2351450"/>
              <a:gd name="connsiteY0" fmla="*/ 0 h 1170173"/>
              <a:gd name="connsiteX1" fmla="*/ 2351450 w 2351450"/>
              <a:gd name="connsiteY1" fmla="*/ 0 h 1170173"/>
              <a:gd name="connsiteX2" fmla="*/ 2345674 w 2351450"/>
              <a:gd name="connsiteY2" fmla="*/ 114394 h 1170173"/>
              <a:gd name="connsiteX3" fmla="*/ 1175725 w 2351450"/>
              <a:gd name="connsiteY3" fmla="*/ 1170173 h 1170173"/>
              <a:gd name="connsiteX4" fmla="*/ 5777 w 2351450"/>
              <a:gd name="connsiteY4" fmla="*/ 114394 h 11701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51450" h="1170173">
                <a:moveTo>
                  <a:pt x="0" y="0"/>
                </a:moveTo>
                <a:lnTo>
                  <a:pt x="2351450" y="0"/>
                </a:lnTo>
                <a:lnTo>
                  <a:pt x="2345674" y="114394"/>
                </a:lnTo>
                <a:cubicBezTo>
                  <a:pt x="2285450" y="707410"/>
                  <a:pt x="1784630" y="1170173"/>
                  <a:pt x="1175725" y="1170173"/>
                </a:cubicBezTo>
                <a:cubicBezTo>
                  <a:pt x="566821" y="1170173"/>
                  <a:pt x="66001" y="707410"/>
                  <a:pt x="5777" y="1143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GB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91A24A50-A008-86B3-5F54-E8B7B3A9C7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0693958" y="0"/>
            <a:ext cx="1498041" cy="245649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9" name="Freeform: Shape 59">
            <a:extLst>
              <a:ext uri="{FF2B5EF4-FFF2-40B4-BE49-F238E27FC236}">
                <a16:creationId xmlns:a16="http://schemas.microsoft.com/office/drawing/2014/main" id="{C476D228-FB57-F7F8-C68A-E3413EFE8E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0702662" y="-1"/>
            <a:ext cx="1489338" cy="2456489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2" name="Rectangle 6">
            <a:extLst>
              <a:ext uri="{FF2B5EF4-FFF2-40B4-BE49-F238E27FC236}">
                <a16:creationId xmlns:a16="http://schemas.microsoft.com/office/drawing/2014/main" id="{03673381-EECC-4D46-EDE7-C5E028BE1F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0693958" y="2456494"/>
            <a:ext cx="1498041" cy="2101947"/>
          </a:xfrm>
          <a:prstGeom prst="rect">
            <a:avLst/>
          </a:pr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36" name="Freeform: Shape 9">
            <a:extLst>
              <a:ext uri="{FF2B5EF4-FFF2-40B4-BE49-F238E27FC236}">
                <a16:creationId xmlns:a16="http://schemas.microsoft.com/office/drawing/2014/main" id="{4441DE95-147E-9B38-A464-7A9CF35CE2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10693958" y="3813296"/>
            <a:ext cx="1497360" cy="745145"/>
          </a:xfrm>
          <a:custGeom>
            <a:avLst/>
            <a:gdLst>
              <a:gd name="connsiteX0" fmla="*/ 0 w 2351450"/>
              <a:gd name="connsiteY0" fmla="*/ 0 h 1170173"/>
              <a:gd name="connsiteX1" fmla="*/ 2351450 w 2351450"/>
              <a:gd name="connsiteY1" fmla="*/ 0 h 1170173"/>
              <a:gd name="connsiteX2" fmla="*/ 2345674 w 2351450"/>
              <a:gd name="connsiteY2" fmla="*/ 114394 h 1170173"/>
              <a:gd name="connsiteX3" fmla="*/ 1175725 w 2351450"/>
              <a:gd name="connsiteY3" fmla="*/ 1170173 h 1170173"/>
              <a:gd name="connsiteX4" fmla="*/ 5777 w 2351450"/>
              <a:gd name="connsiteY4" fmla="*/ 114394 h 11701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51450" h="1170173">
                <a:moveTo>
                  <a:pt x="0" y="0"/>
                </a:moveTo>
                <a:lnTo>
                  <a:pt x="2351450" y="0"/>
                </a:lnTo>
                <a:lnTo>
                  <a:pt x="2345674" y="114394"/>
                </a:lnTo>
                <a:cubicBezTo>
                  <a:pt x="2285450" y="707410"/>
                  <a:pt x="1784630" y="1170173"/>
                  <a:pt x="1175725" y="1170173"/>
                </a:cubicBezTo>
                <a:cubicBezTo>
                  <a:pt x="566821" y="1170173"/>
                  <a:pt x="66001" y="707410"/>
                  <a:pt x="5777" y="1143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1160298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, 6 item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CAAAA72-0635-9135-A730-ECC45A43970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86783"/>
            <a:ext cx="10504000" cy="1132258"/>
          </a:xfrm>
        </p:spPr>
        <p:txBody>
          <a:bodyPr anchor="ctr">
            <a:noAutofit/>
          </a:bodyPr>
          <a:lstStyle>
            <a:lvl1pPr algn="ctr"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678F1E9F-8DC0-3F47-3713-0A6BECA4A23E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842963" y="2483403"/>
            <a:ext cx="434758" cy="385763"/>
          </a:xfrm>
        </p:spPr>
        <p:txBody>
          <a:bodyPr lIns="0" tIns="0" rIns="0" bIns="0" anchor="b">
            <a:noAutofit/>
          </a:bodyPr>
          <a:lstStyle>
            <a:lvl1pPr marL="0" indent="0" algn="ctr">
              <a:buNone/>
              <a:defRPr>
                <a:latin typeface="+mj-lt"/>
              </a:defRPr>
            </a:lvl1pPr>
          </a:lstStyle>
          <a:p>
            <a:pPr lvl="0"/>
            <a:r>
              <a:rPr lang="en-GB"/>
              <a:t>01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15229F71-3CE4-1A56-A454-B19344890E2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1384268" y="2308163"/>
            <a:ext cx="2812863" cy="788962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2pPr>
            <a:lvl3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3pPr>
            <a:lvl4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3" name="Content Placeholder 2">
            <a:extLst>
              <a:ext uri="{FF2B5EF4-FFF2-40B4-BE49-F238E27FC236}">
                <a16:creationId xmlns:a16="http://schemas.microsoft.com/office/drawing/2014/main" id="{12F71417-AF87-8BCD-86C2-D6D8455F6759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1384403" y="3221092"/>
            <a:ext cx="2812594" cy="72058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  <a:endParaRPr lang="en-US"/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7EF0D168-760E-3567-B5E3-6EB79B152A58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4421805" y="2483403"/>
            <a:ext cx="434758" cy="385763"/>
          </a:xfrm>
        </p:spPr>
        <p:txBody>
          <a:bodyPr lIns="0" tIns="0" rIns="0" bIns="0" anchor="b">
            <a:noAutofit/>
          </a:bodyPr>
          <a:lstStyle>
            <a:lvl1pPr marL="0" indent="0" algn="ctr">
              <a:buNone/>
              <a:defRPr>
                <a:latin typeface="+mj-lt"/>
              </a:defRPr>
            </a:lvl1pPr>
          </a:lstStyle>
          <a:p>
            <a:pPr lvl="0"/>
            <a:r>
              <a:rPr lang="en-GB"/>
              <a:t>02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80ECA0-C9A9-7F6F-DDEE-49117E596C86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4962577" y="2308163"/>
            <a:ext cx="2812863" cy="788962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2pPr>
            <a:lvl3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3pPr>
            <a:lvl4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6" name="Content Placeholder 2">
            <a:extLst>
              <a:ext uri="{FF2B5EF4-FFF2-40B4-BE49-F238E27FC236}">
                <a16:creationId xmlns:a16="http://schemas.microsoft.com/office/drawing/2014/main" id="{CB9C6248-FAAF-2686-9707-F8099CFE5465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4962712" y="3221092"/>
            <a:ext cx="2812594" cy="72058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  <a:endParaRPr lang="en-US"/>
          </a:p>
        </p:txBody>
      </p:sp>
      <p:sp>
        <p:nvSpPr>
          <p:cNvPr id="21" name="Text Placeholder 12">
            <a:extLst>
              <a:ext uri="{FF2B5EF4-FFF2-40B4-BE49-F238E27FC236}">
                <a16:creationId xmlns:a16="http://schemas.microsoft.com/office/drawing/2014/main" id="{C9235EC0-5363-881D-ECDD-99F834323172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7994871" y="2483403"/>
            <a:ext cx="434758" cy="385763"/>
          </a:xfrm>
        </p:spPr>
        <p:txBody>
          <a:bodyPr lIns="0" tIns="0" rIns="0" bIns="0" anchor="b">
            <a:noAutofit/>
          </a:bodyPr>
          <a:lstStyle>
            <a:lvl1pPr marL="0" indent="0" algn="ctr">
              <a:buNone/>
              <a:defRPr>
                <a:latin typeface="+mj-lt"/>
              </a:defRPr>
            </a:lvl1pPr>
          </a:lstStyle>
          <a:p>
            <a:pPr lvl="0"/>
            <a:r>
              <a:rPr lang="en-GB"/>
              <a:t>03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C787FA2C-E603-94B3-BA10-F6645705849F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8535137" y="2308163"/>
            <a:ext cx="2812863" cy="788962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2pPr>
            <a:lvl3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3pPr>
            <a:lvl4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7664AE50-9F09-679F-6A2C-FCFE2305B0FB}"/>
              </a:ext>
            </a:extLst>
          </p:cNvPr>
          <p:cNvSpPr>
            <a:spLocks noGrp="1"/>
          </p:cNvSpPr>
          <p:nvPr>
            <p:ph idx="19"/>
          </p:nvPr>
        </p:nvSpPr>
        <p:spPr>
          <a:xfrm>
            <a:off x="8541021" y="3221092"/>
            <a:ext cx="2812594" cy="72058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  <a:endParaRPr lang="en-US"/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D091BDB1-D06A-F20F-BD0A-FA4BEE12E67F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42963" y="4344531"/>
            <a:ext cx="434758" cy="385763"/>
          </a:xfrm>
        </p:spPr>
        <p:txBody>
          <a:bodyPr lIns="0" tIns="0" rIns="0" bIns="0" anchor="b">
            <a:noAutofit/>
          </a:bodyPr>
          <a:lstStyle>
            <a:lvl1pPr marL="0" indent="0" algn="ctr">
              <a:buNone/>
              <a:defRPr>
                <a:latin typeface="+mj-lt"/>
              </a:defRPr>
            </a:lvl1pPr>
          </a:lstStyle>
          <a:p>
            <a:pPr lvl="0"/>
            <a:r>
              <a:rPr lang="en-GB"/>
              <a:t>04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34B2A11E-0D27-4D46-A91D-448866797E48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1384268" y="4174631"/>
            <a:ext cx="2812863" cy="788962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2pPr>
            <a:lvl3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3pPr>
            <a:lvl4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2" name="Content Placeholder 2">
            <a:extLst>
              <a:ext uri="{FF2B5EF4-FFF2-40B4-BE49-F238E27FC236}">
                <a16:creationId xmlns:a16="http://schemas.microsoft.com/office/drawing/2014/main" id="{ABE6E289-1987-1965-BF2F-9BA862779B9C}"/>
              </a:ext>
            </a:extLst>
          </p:cNvPr>
          <p:cNvSpPr>
            <a:spLocks noGrp="1"/>
          </p:cNvSpPr>
          <p:nvPr>
            <p:ph idx="22"/>
          </p:nvPr>
        </p:nvSpPr>
        <p:spPr>
          <a:xfrm>
            <a:off x="1384403" y="5087560"/>
            <a:ext cx="2812594" cy="72058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  <a:endParaRPr lang="en-US"/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35A2DADA-11CE-0CFF-67A5-C675A9F7976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4421805" y="4344531"/>
            <a:ext cx="434758" cy="385763"/>
          </a:xfrm>
        </p:spPr>
        <p:txBody>
          <a:bodyPr lIns="0" tIns="0" rIns="0" bIns="0" anchor="b">
            <a:noAutofit/>
          </a:bodyPr>
          <a:lstStyle>
            <a:lvl1pPr marL="0" indent="0" algn="ctr">
              <a:buNone/>
              <a:defRPr>
                <a:latin typeface="+mj-lt"/>
              </a:defRPr>
            </a:lvl1pPr>
          </a:lstStyle>
          <a:p>
            <a:pPr lvl="0"/>
            <a:r>
              <a:rPr lang="en-GB"/>
              <a:t>05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D89CDCE3-2BC6-3295-3B7D-D64BF96C5457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4962577" y="4174631"/>
            <a:ext cx="2812863" cy="788962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2pPr>
            <a:lvl3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3pPr>
            <a:lvl4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5" name="Content Placeholder 2">
            <a:extLst>
              <a:ext uri="{FF2B5EF4-FFF2-40B4-BE49-F238E27FC236}">
                <a16:creationId xmlns:a16="http://schemas.microsoft.com/office/drawing/2014/main" id="{CD76792D-C530-0E2F-8D16-3B89EFFB4FF6}"/>
              </a:ext>
            </a:extLst>
          </p:cNvPr>
          <p:cNvSpPr>
            <a:spLocks noGrp="1"/>
          </p:cNvSpPr>
          <p:nvPr>
            <p:ph idx="25"/>
          </p:nvPr>
        </p:nvSpPr>
        <p:spPr>
          <a:xfrm>
            <a:off x="4962712" y="5087560"/>
            <a:ext cx="2812594" cy="72058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  <a:endParaRPr lang="en-US"/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436CB067-7239-D038-646D-52E7105AE7E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7994871" y="4344531"/>
            <a:ext cx="434758" cy="385763"/>
          </a:xfrm>
        </p:spPr>
        <p:txBody>
          <a:bodyPr lIns="0" tIns="0" rIns="0" bIns="0" anchor="b">
            <a:noAutofit/>
          </a:bodyPr>
          <a:lstStyle>
            <a:lvl1pPr marL="0" indent="0" algn="ctr">
              <a:buNone/>
              <a:defRPr>
                <a:latin typeface="+mj-lt"/>
              </a:defRPr>
            </a:lvl1pPr>
          </a:lstStyle>
          <a:p>
            <a:pPr lvl="0"/>
            <a:r>
              <a:rPr lang="en-GB"/>
              <a:t>06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4BA33470-6404-0E70-04B0-CDCAA18D4361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8535137" y="4174631"/>
            <a:ext cx="2812863" cy="788962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2pPr>
            <a:lvl3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3pPr>
            <a:lvl4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8" name="Content Placeholder 2">
            <a:extLst>
              <a:ext uri="{FF2B5EF4-FFF2-40B4-BE49-F238E27FC236}">
                <a16:creationId xmlns:a16="http://schemas.microsoft.com/office/drawing/2014/main" id="{068F9459-BC8A-0B9B-0553-20FAA0BDB905}"/>
              </a:ext>
            </a:extLst>
          </p:cNvPr>
          <p:cNvSpPr>
            <a:spLocks noGrp="1"/>
          </p:cNvSpPr>
          <p:nvPr>
            <p:ph idx="28"/>
          </p:nvPr>
        </p:nvSpPr>
        <p:spPr>
          <a:xfrm>
            <a:off x="8541021" y="5087560"/>
            <a:ext cx="2812594" cy="72058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B791D491-74AF-1110-DE2A-F94B0F8C09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27687739-4F1B-4886-C248-53466C296513}"/>
              </a:ext>
            </a:extLst>
          </p:cNvPr>
          <p:cNvSpPr>
            <a:spLocks noGrp="1"/>
          </p:cNvSpPr>
          <p:nvPr>
            <p:ph type="dt" sz="half" idx="42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6/9/2025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0578B1-7D93-F923-4A39-FF6F2B37E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53E59676-000B-23C4-A79E-6F7EF618E4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86467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1D8FF8B4-211F-D599-8942-4CEA19F21D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764589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8F73199D-15C0-5009-084E-702074F044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0B3DC668-E35A-3B70-A10C-247B5A01BB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478123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96814109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CAAAA72-0635-9135-A730-ECC45A43970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86783"/>
            <a:ext cx="10504000" cy="1132258"/>
          </a:xfrm>
        </p:spPr>
        <p:txBody>
          <a:bodyPr anchor="ctr">
            <a:noAutofit/>
          </a:bodyPr>
          <a:lstStyle>
            <a:lvl1pPr algn="ctr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3" name="Content Placeholder 22">
            <a:extLst>
              <a:ext uri="{FF2B5EF4-FFF2-40B4-BE49-F238E27FC236}">
                <a16:creationId xmlns:a16="http://schemas.microsoft.com/office/drawing/2014/main" id="{86F79B09-7D88-8381-B406-AFD71843F9C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4000" y="2197099"/>
            <a:ext cx="10504000" cy="3774117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35D5E2D8-F574-39FC-A2DB-A1AE4B96662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74751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6/9/2025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B791D491-74AF-1110-DE2A-F94B0F8C09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0578B1-7D93-F923-4A39-FF6F2B37E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53E59676-000B-23C4-A79E-6F7EF618E4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86467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1D8FF8B4-211F-D599-8942-4CEA19F21D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764589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8F73199D-15C0-5009-084E-702074F044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0B3DC668-E35A-3B70-A10C-247B5A01BB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478123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09477038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1 (Max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D323949A-41F3-9274-96B9-AE55D20E74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001" y="831919"/>
            <a:ext cx="10504000" cy="528186"/>
          </a:xfrm>
        </p:spPr>
        <p:txBody>
          <a:bodyPr anchor="ctr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A73CEA9-5FE2-4144-7BCF-29CF17143B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4000" y="1474839"/>
            <a:ext cx="10504000" cy="455124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013246-8EC0-8C70-3F45-8768D7C5F7C9}"/>
              </a:ext>
            </a:extLst>
          </p:cNvPr>
          <p:cNvSpPr>
            <a:spLocks noGrp="1"/>
          </p:cNvSpPr>
          <p:nvPr>
            <p:ph type="dt" sz="half" idx="13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6/9/2025</a:t>
            </a:fld>
            <a:endParaRPr lang="en-US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3650C69B-A152-BD06-9047-9F7118B5F5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27912CA5-005B-5D63-2624-E78C51C2E0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9" name="Freeform: Shape 59">
            <a:extLst>
              <a:ext uri="{FF2B5EF4-FFF2-40B4-BE49-F238E27FC236}">
                <a16:creationId xmlns:a16="http://schemas.microsoft.com/office/drawing/2014/main" id="{693E4553-C52A-1094-51E7-50535E7697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886461" y="0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6" name="Rectangle 9">
            <a:extLst>
              <a:ext uri="{FF2B5EF4-FFF2-40B4-BE49-F238E27FC236}">
                <a16:creationId xmlns:a16="http://schemas.microsoft.com/office/drawing/2014/main" id="{19C42F7F-708C-263A-B3B6-00E85FDE0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V="1">
            <a:off x="11538341" y="890"/>
            <a:ext cx="654549" cy="65276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Rectangle 11">
            <a:extLst>
              <a:ext uri="{FF2B5EF4-FFF2-40B4-BE49-F238E27FC236}">
                <a16:creationId xmlns:a16="http://schemas.microsoft.com/office/drawing/2014/main" id="{12D9E626-EA86-5127-0C73-7BCA5CC970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>
            <a:off x="-889" y="6204342"/>
            <a:ext cx="654546" cy="65276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Freeform: Shape 59">
            <a:extLst>
              <a:ext uri="{FF2B5EF4-FFF2-40B4-BE49-F238E27FC236}">
                <a16:creationId xmlns:a16="http://schemas.microsoft.com/office/drawing/2014/main" id="{E36196F9-2EDE-D6C7-C18F-0CA6607F67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652769" y="6203452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76073829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Only (Max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1248" y="-1424940"/>
            <a:ext cx="10515600" cy="1325880"/>
          </a:xfrm>
        </p:spPr>
        <p:txBody>
          <a:bodyPr anchor="ctr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40143AB-871B-A40A-4ABF-203E363009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8800" y="313467"/>
            <a:ext cx="11554400" cy="550700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AE213731-C6F5-8BF4-CFFA-DB6F3E7CBA9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6/9/2025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C7518267-D602-CAB2-16AC-CF280D72A5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356B0E37-DA37-08EC-5352-201C44098E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4681443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17031" y="977462"/>
            <a:ext cx="6357939" cy="1639640"/>
          </a:xfrm>
        </p:spPr>
        <p:txBody>
          <a:bodyPr lIns="0" tIns="0" rIns="0" bIns="0">
            <a:noAutofit/>
          </a:bodyPr>
          <a:lstStyle>
            <a:lvl1pPr algn="ctr"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0179A78-77A7-2005-19C5-C07E817AB4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17030" y="3178628"/>
            <a:ext cx="6357939" cy="2847451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 algn="ctr">
              <a:buNone/>
              <a:defRPr sz="1200"/>
            </a:lvl2pPr>
            <a:lvl3pPr marL="914400" indent="0" algn="ctr">
              <a:buNone/>
              <a:defRPr sz="1100"/>
            </a:lvl3pPr>
            <a:lvl4pPr marL="1371600" indent="0" algn="ctr">
              <a:buNone/>
              <a:defRPr sz="1050"/>
            </a:lvl4pPr>
            <a:lvl5pPr marL="1828800" indent="0" algn="ctr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0D3A9C5A-2E4F-8513-3BB5-484AF6AB01E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6/9/2025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271FE74-F4ED-F522-8E6C-987B7D926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364DB04A-B800-A67D-2202-5E3127DEF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78FE1527-C73A-10FD-DC23-1B90C0C209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1"/>
            <a:ext cx="594723" cy="12187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Rectangle 9">
            <a:extLst>
              <a:ext uri="{FF2B5EF4-FFF2-40B4-BE49-F238E27FC236}">
                <a16:creationId xmlns:a16="http://schemas.microsoft.com/office/drawing/2014/main" id="{9606E1E0-F3DA-894A-2D3C-A22A48141A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1218702"/>
            <a:ext cx="592750" cy="35534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D037B66F-8A88-B401-B56A-B1819D1B72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4772126"/>
            <a:ext cx="592750" cy="208587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38B4A883-7D2B-B3A4-E71C-97A5282E45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1606189" y="-1"/>
            <a:ext cx="589758" cy="207656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Freeform: Shape 59">
            <a:extLst>
              <a:ext uri="{FF2B5EF4-FFF2-40B4-BE49-F238E27FC236}">
                <a16:creationId xmlns:a16="http://schemas.microsoft.com/office/drawing/2014/main" id="{33DD5763-4396-FB3F-84CF-397FE27E14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0" y="5880326"/>
            <a:ext cx="592750" cy="977674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5" name="Freeform: Shape 59">
            <a:extLst>
              <a:ext uri="{FF2B5EF4-FFF2-40B4-BE49-F238E27FC236}">
                <a16:creationId xmlns:a16="http://schemas.microsoft.com/office/drawing/2014/main" id="{79FFE37C-246F-C521-201C-7A3929C754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1606189" y="0"/>
            <a:ext cx="593702" cy="977674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3" name="Rectangle 9">
            <a:extLst>
              <a:ext uri="{FF2B5EF4-FFF2-40B4-BE49-F238E27FC236}">
                <a16:creationId xmlns:a16="http://schemas.microsoft.com/office/drawing/2014/main" id="{F03D9D30-3DEA-8443-E734-46EB19A66C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1606192" y="2076566"/>
            <a:ext cx="589753" cy="355701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Rectangle 8">
            <a:extLst>
              <a:ext uri="{FF2B5EF4-FFF2-40B4-BE49-F238E27FC236}">
                <a16:creationId xmlns:a16="http://schemas.microsoft.com/office/drawing/2014/main" id="{CFF138E9-CABA-E863-0725-2AF946DDF0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1606189" y="5633579"/>
            <a:ext cx="589755" cy="12244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08091682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6">
            <a:extLst>
              <a:ext uri="{FF2B5EF4-FFF2-40B4-BE49-F238E27FC236}">
                <a16:creationId xmlns:a16="http://schemas.microsoft.com/office/drawing/2014/main" id="{0BBEF3D7-DB5B-7581-44D1-A96990F4C8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3066943" y="3479693"/>
            <a:ext cx="311361" cy="644525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30" name="Freeform: Shape 59">
            <a:extLst>
              <a:ext uri="{FF2B5EF4-FFF2-40B4-BE49-F238E27FC236}">
                <a16:creationId xmlns:a16="http://schemas.microsoft.com/office/drawing/2014/main" id="{AA1200B2-C1B6-992C-FCB0-92D95EFEB4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 flipV="1">
            <a:off x="72519" y="6473316"/>
            <a:ext cx="312166" cy="457202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7" name="Rectangle 6">
            <a:extLst>
              <a:ext uri="{FF2B5EF4-FFF2-40B4-BE49-F238E27FC236}">
                <a16:creationId xmlns:a16="http://schemas.microsoft.com/office/drawing/2014/main" id="{3F37E9B1-B103-4DC6-4C5C-CBAE64410D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8416414" y="4574669"/>
            <a:ext cx="312165" cy="425449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28" name="Rectangle 6">
            <a:extLst>
              <a:ext uri="{FF2B5EF4-FFF2-40B4-BE49-F238E27FC236}">
                <a16:creationId xmlns:a16="http://schemas.microsoft.com/office/drawing/2014/main" id="{ACE39DDF-DFF5-AB6F-F487-951C570FCC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11290193" y="5956192"/>
            <a:ext cx="311360" cy="1492256"/>
          </a:xfrm>
          <a:prstGeom prst="rect">
            <a:avLst/>
          </a:pr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8347" y="2385975"/>
            <a:ext cx="4325112" cy="2454796"/>
          </a:xfrm>
        </p:spPr>
        <p:txBody>
          <a:bodyPr anchor="t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467BD2-62D0-543A-E4EC-DB0D7C8A1B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98836" y="2385976"/>
            <a:ext cx="5464817" cy="2454796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4" name="Date Placeholder 3">
            <a:extLst>
              <a:ext uri="{FF2B5EF4-FFF2-40B4-BE49-F238E27FC236}">
                <a16:creationId xmlns:a16="http://schemas.microsoft.com/office/drawing/2014/main" id="{20CB7A08-999A-FAF6-CC22-3A805F7905F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6/9/2025</a:t>
            </a:fld>
            <a:endParaRPr lang="en-US"/>
          </a:p>
        </p:txBody>
      </p:sp>
      <p:sp>
        <p:nvSpPr>
          <p:cNvPr id="23" name="Footer Placeholder 4">
            <a:extLst>
              <a:ext uri="{FF2B5EF4-FFF2-40B4-BE49-F238E27FC236}">
                <a16:creationId xmlns:a16="http://schemas.microsoft.com/office/drawing/2014/main" id="{31001B33-CCD1-56DE-1347-50FE52B44C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5BA3F666-FC83-4A06-E2D1-F54F36EE17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5635620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8347" y="2258568"/>
            <a:ext cx="3813048" cy="3557016"/>
          </a:xfrm>
        </p:spPr>
        <p:txBody>
          <a:bodyPr anchor="t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31706AB-E4B8-078D-026D-990252BF26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37018" y="2258568"/>
            <a:ext cx="6077527" cy="3557016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Date Placeholder 3">
            <a:extLst>
              <a:ext uri="{FF2B5EF4-FFF2-40B4-BE49-F238E27FC236}">
                <a16:creationId xmlns:a16="http://schemas.microsoft.com/office/drawing/2014/main" id="{4DBBEFEB-B716-AD6B-320D-005C214A925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6/9/2025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424575B1-A0F2-12EE-BB19-CB6ADE89EF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431A50-B82F-CFF9-D038-8C4456D09B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FEF11A17-6EB4-B345-9C96-E6F438C8A6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1603197" y="-1"/>
            <a:ext cx="592750" cy="207656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Freeform: Shape 59">
            <a:extLst>
              <a:ext uri="{FF2B5EF4-FFF2-40B4-BE49-F238E27FC236}">
                <a16:creationId xmlns:a16="http://schemas.microsoft.com/office/drawing/2014/main" id="{3B3BEDEF-57A1-D087-1E15-6B0456EC5B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 flipV="1">
            <a:off x="11370119" y="237025"/>
            <a:ext cx="1066800" cy="592750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10E338B6-58A3-91A4-F5EB-CD40D614F8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1599250" y="2076566"/>
            <a:ext cx="596697" cy="355701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Rectangle 8">
            <a:extLst>
              <a:ext uri="{FF2B5EF4-FFF2-40B4-BE49-F238E27FC236}">
                <a16:creationId xmlns:a16="http://schemas.microsoft.com/office/drawing/2014/main" id="{5AD26084-EDDC-61FF-5474-7DF349CC75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1601222" y="5633580"/>
            <a:ext cx="594723" cy="12244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83720899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1109587"/>
            <a:ext cx="4145582" cy="4638825"/>
          </a:xfrm>
        </p:spPr>
        <p:txBody>
          <a:bodyPr anchor="t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EAF18FE0-442F-6AE0-4A34-0A68895F34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37018" y="1109587"/>
            <a:ext cx="6077527" cy="4638825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ADC0C90B-196D-619B-00AC-36C5F6C0B5E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6/9/2025</a:t>
            </a:fld>
            <a:endParaRPr lang="en-US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264F9FBE-A6F5-09E6-684B-233C0D23F1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8451D253-EA22-2614-2FD1-DC0FEB26E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146832F4-CE37-2BF9-DDF5-11B7ABE0B9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3947" y="-1"/>
            <a:ext cx="592750" cy="207656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Freeform: Shape 59">
            <a:extLst>
              <a:ext uri="{FF2B5EF4-FFF2-40B4-BE49-F238E27FC236}">
                <a16:creationId xmlns:a16="http://schemas.microsoft.com/office/drawing/2014/main" id="{7DBA236D-4EBB-E514-DF68-7891C120A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 flipV="1">
            <a:off x="-229131" y="237025"/>
            <a:ext cx="1066800" cy="592750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6" name="Rectangle 9">
            <a:extLst>
              <a:ext uri="{FF2B5EF4-FFF2-40B4-BE49-F238E27FC236}">
                <a16:creationId xmlns:a16="http://schemas.microsoft.com/office/drawing/2014/main" id="{5A191311-3AF4-ADF9-7C92-3ED08ED5EA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0" y="2076566"/>
            <a:ext cx="596697" cy="355701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ED7C5B45-BE42-B3FC-6515-F1F37CCC2B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972" y="5633580"/>
            <a:ext cx="594723" cy="12244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26904881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000" y="877456"/>
            <a:ext cx="4142232" cy="4940661"/>
          </a:xfrm>
        </p:spPr>
        <p:txBody>
          <a:bodyPr anchor="ctr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34DD1C0B-8CAB-7B69-0068-FA66F2AC0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37018" y="874923"/>
            <a:ext cx="6077527" cy="4940661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0C4E1284-6ADD-36BA-D939-FD3B6B69F28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6/9/2025</a:t>
            </a:fld>
            <a:endParaRPr lang="en-US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7EEB4352-9E14-63F9-D5BD-0659C3CCD1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E9A0B020-52CF-C931-68F6-A67EAB112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reeform: Shape 16">
            <a:extLst>
              <a:ext uri="{FF2B5EF4-FFF2-40B4-BE49-F238E27FC236}">
                <a16:creationId xmlns:a16="http://schemas.microsoft.com/office/drawing/2014/main" id="{274252EB-C02E-C37B-E2A2-ABBFED7427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86467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5" name="Freeform: Shape 17">
            <a:extLst>
              <a:ext uri="{FF2B5EF4-FFF2-40B4-BE49-F238E27FC236}">
                <a16:creationId xmlns:a16="http://schemas.microsoft.com/office/drawing/2014/main" id="{66E27A39-E979-7436-99F0-9EE45FC890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764589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6" name="Freeform: Shape 19">
            <a:extLst>
              <a:ext uri="{FF2B5EF4-FFF2-40B4-BE49-F238E27FC236}">
                <a16:creationId xmlns:a16="http://schemas.microsoft.com/office/drawing/2014/main" id="{ACA57297-62CA-9D0A-0CFD-396A7514D3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4" name="Freeform: Shape 18">
            <a:extLst>
              <a:ext uri="{FF2B5EF4-FFF2-40B4-BE49-F238E27FC236}">
                <a16:creationId xmlns:a16="http://schemas.microsoft.com/office/drawing/2014/main" id="{389D975E-EBA4-68ED-C38F-B40A2C9DC6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478123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3942648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000" y="831919"/>
            <a:ext cx="3494314" cy="5194161"/>
          </a:xfrm>
        </p:spPr>
        <p:txBody>
          <a:bodyPr anchor="b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A46B297-C880-6157-3B17-0BC02453DF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831919"/>
            <a:ext cx="6742545" cy="5194161"/>
          </a:xfrm>
        </p:spPr>
        <p:txBody>
          <a:bodyPr anchor="b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0EECDA90-A26B-C002-52AC-C255703344E7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6/9/2025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97998B-12FC-4418-98A3-E280DFBA8A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B562A23-051B-C681-23C4-7436AC3964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Freeform: Shape 59">
            <a:extLst>
              <a:ext uri="{FF2B5EF4-FFF2-40B4-BE49-F238E27FC236}">
                <a16:creationId xmlns:a16="http://schemas.microsoft.com/office/drawing/2014/main" id="{9702558A-53E4-8EAB-6E0F-09871DB4F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886461" y="0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7" name="Rectangle 9">
            <a:extLst>
              <a:ext uri="{FF2B5EF4-FFF2-40B4-BE49-F238E27FC236}">
                <a16:creationId xmlns:a16="http://schemas.microsoft.com/office/drawing/2014/main" id="{4D9D4F1C-0061-C3CC-D460-24FDA6B88E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V="1">
            <a:off x="11538341" y="890"/>
            <a:ext cx="654549" cy="65276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Rectangle 11">
            <a:extLst>
              <a:ext uri="{FF2B5EF4-FFF2-40B4-BE49-F238E27FC236}">
                <a16:creationId xmlns:a16="http://schemas.microsoft.com/office/drawing/2014/main" id="{BE74AEB5-27F7-D3F7-353D-F0C293E28A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>
            <a:off x="-889" y="6204342"/>
            <a:ext cx="654546" cy="65276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Freeform: Shape 59">
            <a:extLst>
              <a:ext uri="{FF2B5EF4-FFF2-40B4-BE49-F238E27FC236}">
                <a16:creationId xmlns:a16="http://schemas.microsoft.com/office/drawing/2014/main" id="{038BAB3B-0C8B-44FB-985D-D01959AF8B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652769" y="6203452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7571890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6">
            <a:extLst>
              <a:ext uri="{FF2B5EF4-FFF2-40B4-BE49-F238E27FC236}">
                <a16:creationId xmlns:a16="http://schemas.microsoft.com/office/drawing/2014/main" id="{F32ACEC3-9042-9CA8-6E03-E51EC9B00D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3066943" y="3479693"/>
            <a:ext cx="311361" cy="644525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16" name="Freeform: Shape 59">
            <a:extLst>
              <a:ext uri="{FF2B5EF4-FFF2-40B4-BE49-F238E27FC236}">
                <a16:creationId xmlns:a16="http://schemas.microsoft.com/office/drawing/2014/main" id="{C406346C-7029-3258-5052-CEF732EAE2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 flipV="1">
            <a:off x="72519" y="6473316"/>
            <a:ext cx="312166" cy="457202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32" name="Rectangle 6">
            <a:extLst>
              <a:ext uri="{FF2B5EF4-FFF2-40B4-BE49-F238E27FC236}">
                <a16:creationId xmlns:a16="http://schemas.microsoft.com/office/drawing/2014/main" id="{1525127B-EAD0-C6C2-5539-A82B684A5C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8416414" y="4574671"/>
            <a:ext cx="312166" cy="425449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33" name="Rectangle 6">
            <a:extLst>
              <a:ext uri="{FF2B5EF4-FFF2-40B4-BE49-F238E27FC236}">
                <a16:creationId xmlns:a16="http://schemas.microsoft.com/office/drawing/2014/main" id="{0AD2D883-EB46-4708-231E-8E06FFCC0C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11290193" y="5956192"/>
            <a:ext cx="311360" cy="1492256"/>
          </a:xfrm>
          <a:prstGeom prst="rect">
            <a:avLst/>
          </a:pr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13395" y="886783"/>
            <a:ext cx="9386350" cy="1132258"/>
          </a:xfrm>
        </p:spPr>
        <p:txBody>
          <a:bodyPr anchor="ctr">
            <a:noAutofit/>
          </a:bodyPr>
          <a:lstStyle>
            <a:lvl1pPr algn="ctr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51700B-05FA-57C3-2F6D-E68122FE6B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3396" y="2698032"/>
            <a:ext cx="4459331" cy="295742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659150" y="2698032"/>
            <a:ext cx="4040595" cy="2957429"/>
          </a:xfrm>
        </p:spPr>
        <p:txBody>
          <a:bodyPr/>
          <a:lstStyle/>
          <a:p>
            <a:endParaRPr lang="en-US"/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DA9F9493-409B-15D0-BE96-3C506B18E00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6/9/2025</a:t>
            </a:fld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D1E01870-8427-A77F-33A2-524EAE9E10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40307E41-6967-98D0-2B22-C44AADD69E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445598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6">
            <a:extLst>
              <a:ext uri="{FF2B5EF4-FFF2-40B4-BE49-F238E27FC236}">
                <a16:creationId xmlns:a16="http://schemas.microsoft.com/office/drawing/2014/main" id="{8CE92327-3D7D-91A2-CBCF-20D7848814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766930" y="5779705"/>
            <a:ext cx="311361" cy="184523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30" name="Title 1">
            <a:extLst>
              <a:ext uri="{FF2B5EF4-FFF2-40B4-BE49-F238E27FC236}">
                <a16:creationId xmlns:a16="http://schemas.microsoft.com/office/drawing/2014/main" id="{5611E7B7-7FBD-C6BE-4220-4A9AFC269A3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13394" y="886783"/>
            <a:ext cx="9386351" cy="1132258"/>
          </a:xfrm>
        </p:spPr>
        <p:txBody>
          <a:bodyPr anchor="ctr">
            <a:noAutofit/>
          </a:bodyPr>
          <a:lstStyle>
            <a:lvl1pPr algn="ctr"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1" name="Picture Placeholder 10">
            <a:extLst>
              <a:ext uri="{FF2B5EF4-FFF2-40B4-BE49-F238E27FC236}">
                <a16:creationId xmlns:a16="http://schemas.microsoft.com/office/drawing/2014/main" id="{694C599F-AFDE-9701-5E41-913EF170A2A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314096" y="2698032"/>
            <a:ext cx="4040595" cy="2957429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DA4ECD-4494-EA14-631D-9D60BF413E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40414" y="2698032"/>
            <a:ext cx="4459331" cy="295742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4" name="Date Placeholder 3">
            <a:extLst>
              <a:ext uri="{FF2B5EF4-FFF2-40B4-BE49-F238E27FC236}">
                <a16:creationId xmlns:a16="http://schemas.microsoft.com/office/drawing/2014/main" id="{6979BA07-7690-B8B0-F566-619EBF2C6D4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6/9/2025</a:t>
            </a:fld>
            <a:endParaRPr lang="en-US"/>
          </a:p>
        </p:txBody>
      </p:sp>
      <p:sp>
        <p:nvSpPr>
          <p:cNvPr id="23" name="Footer Placeholder 4">
            <a:extLst>
              <a:ext uri="{FF2B5EF4-FFF2-40B4-BE49-F238E27FC236}">
                <a16:creationId xmlns:a16="http://schemas.microsoft.com/office/drawing/2014/main" id="{3B42A884-4919-DB12-4A6A-A0629C84BF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30A143ED-F5E5-1F8B-C749-6CB144228E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Rectangle 8">
            <a:extLst>
              <a:ext uri="{FF2B5EF4-FFF2-40B4-BE49-F238E27FC236}">
                <a16:creationId xmlns:a16="http://schemas.microsoft.com/office/drawing/2014/main" id="{72328280-7591-87BA-48BC-57154E8F92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>
            <a:off x="10715814" y="-681672"/>
            <a:ext cx="311360" cy="167470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Rectangle 9">
            <a:extLst>
              <a:ext uri="{FF2B5EF4-FFF2-40B4-BE49-F238E27FC236}">
                <a16:creationId xmlns:a16="http://schemas.microsoft.com/office/drawing/2014/main" id="{7E2E09B4-079D-3AC2-569B-351AC77F30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>
            <a:off x="11795962" y="-84996"/>
            <a:ext cx="311359" cy="48135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0269524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6">
            <a:extLst>
              <a:ext uri="{FF2B5EF4-FFF2-40B4-BE49-F238E27FC236}">
                <a16:creationId xmlns:a16="http://schemas.microsoft.com/office/drawing/2014/main" id="{67A2B41B-7B73-7F7C-BDE4-B64E367EFC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3066943" y="3479693"/>
            <a:ext cx="311361" cy="644525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2" name="Freeform: Shape 59">
            <a:extLst>
              <a:ext uri="{FF2B5EF4-FFF2-40B4-BE49-F238E27FC236}">
                <a16:creationId xmlns:a16="http://schemas.microsoft.com/office/drawing/2014/main" id="{ECD5DF8A-9681-079A-0E04-84852AD0BE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 flipV="1">
            <a:off x="72519" y="6473316"/>
            <a:ext cx="312166" cy="457202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4" name="Rectangle 6">
            <a:extLst>
              <a:ext uri="{FF2B5EF4-FFF2-40B4-BE49-F238E27FC236}">
                <a16:creationId xmlns:a16="http://schemas.microsoft.com/office/drawing/2014/main" id="{826C698D-FB25-B1C4-B155-8945F76033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8416414" y="4574671"/>
            <a:ext cx="312166" cy="425449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25" name="Rectangle 6">
            <a:extLst>
              <a:ext uri="{FF2B5EF4-FFF2-40B4-BE49-F238E27FC236}">
                <a16:creationId xmlns:a16="http://schemas.microsoft.com/office/drawing/2014/main" id="{0DCB0DA2-1A73-EDEF-65E1-746EFDD23C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11290193" y="5956192"/>
            <a:ext cx="311360" cy="1492256"/>
          </a:xfrm>
          <a:prstGeom prst="rect">
            <a:avLst/>
          </a:pr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49BD555F-4F6F-4781-E21D-653B873455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86783"/>
            <a:ext cx="10504000" cy="1132258"/>
          </a:xfrm>
        </p:spPr>
        <p:txBody>
          <a:bodyPr anchor="ctr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4001" y="2187607"/>
            <a:ext cx="10504000" cy="1823347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8B0601-C34C-BDF8-8583-9991A91F8E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4000" y="4202973"/>
            <a:ext cx="10504000" cy="1498668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65F96EBD-A9C3-5CC5-2542-574F1140282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 lIns="0" tIns="0" rIns="0" bIns="0"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6/9/2025</a:t>
            </a:fld>
            <a:endParaRPr lang="en-US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0D8FB8D1-F05B-FD90-FBC8-67149E0FAF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 lIns="0" tIns="0" rIns="0" bIns="0"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EE84F2-1BC7-D2C7-0CEC-215889190C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 lIns="0" tIns="0" rIns="0" bIns="0"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314078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DAB4555F-BCE5-B734-1A0A-7B68F143CD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13394" y="886783"/>
            <a:ext cx="9386350" cy="1132258"/>
          </a:xfrm>
        </p:spPr>
        <p:txBody>
          <a:bodyPr anchor="ctr">
            <a:noAutofit/>
          </a:bodyPr>
          <a:lstStyle>
            <a:lvl1pPr algn="ctr"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B59458D0-3685-F716-1340-4CA2129FC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3396" y="2698032"/>
            <a:ext cx="4782604" cy="295742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41874ABC-5130-9579-629F-5CECD6DC2F7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659149" y="2698033"/>
            <a:ext cx="4040595" cy="2957428"/>
          </a:xfrm>
        </p:spPr>
        <p:txBody>
          <a:bodyPr/>
          <a:lstStyle/>
          <a:p>
            <a:endParaRPr lang="en-US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B5FDF597-FAC1-BC65-1C5C-5C7AA57F1D2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 lIns="0" tIns="0" rIns="0" bIns="0"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6/9/2025</a:t>
            </a:fld>
            <a:endParaRPr lang="en-US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68CF5147-075A-42DE-BA84-4D53ACCBC3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 lIns="0" tIns="0" rIns="0" bIns="0"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A966F281-4FB2-63EB-5F87-0CE9630EA3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 lIns="0" tIns="0" rIns="0" bIns="0"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Rectangle 6">
            <a:extLst>
              <a:ext uri="{FF2B5EF4-FFF2-40B4-BE49-F238E27FC236}">
                <a16:creationId xmlns:a16="http://schemas.microsoft.com/office/drawing/2014/main" id="{FB09EC07-8CA4-4E29-5495-97F9FF9094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11716760" y="-163879"/>
            <a:ext cx="312165" cy="6383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29" name="Rectangle 6">
            <a:extLst>
              <a:ext uri="{FF2B5EF4-FFF2-40B4-BE49-F238E27FC236}">
                <a16:creationId xmlns:a16="http://schemas.microsoft.com/office/drawing/2014/main" id="{7907203D-D192-301A-C181-9D4573A85D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8843383" y="-2398940"/>
            <a:ext cx="312165" cy="5108436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30" name="Rectangle 6">
            <a:extLst>
              <a:ext uri="{FF2B5EF4-FFF2-40B4-BE49-F238E27FC236}">
                <a16:creationId xmlns:a16="http://schemas.microsoft.com/office/drawing/2014/main" id="{C631F856-0C45-8546-C095-0C0B6F3792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3066943" y="-3066947"/>
            <a:ext cx="311361" cy="644525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31" name="Freeform: Shape 59">
            <a:extLst>
              <a:ext uri="{FF2B5EF4-FFF2-40B4-BE49-F238E27FC236}">
                <a16:creationId xmlns:a16="http://schemas.microsoft.com/office/drawing/2014/main" id="{924F2AA6-5AE1-A2E0-1742-8C4205481A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 flipV="1">
            <a:off x="5673214" y="-460675"/>
            <a:ext cx="312166" cy="1231903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25051826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itle 1">
            <a:extLst>
              <a:ext uri="{FF2B5EF4-FFF2-40B4-BE49-F238E27FC236}">
                <a16:creationId xmlns:a16="http://schemas.microsoft.com/office/drawing/2014/main" id="{155CA260-60C6-0862-8D37-67F8B32D7D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13395" y="886783"/>
            <a:ext cx="9386350" cy="1132258"/>
          </a:xfrm>
        </p:spPr>
        <p:txBody>
          <a:bodyPr anchor="ctr">
            <a:noAutofit/>
          </a:bodyPr>
          <a:lstStyle>
            <a:lvl1pPr algn="ctr"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314095" y="2698032"/>
            <a:ext cx="4040596" cy="2957429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D4AD2F-D082-4D53-364B-2AB7F22C4B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40414" y="2698032"/>
            <a:ext cx="4459331" cy="295742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6F3427FD-24F0-2A8C-4797-41345DBC1469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6/9/2025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655F9FEB-4B22-C769-CFAF-F6CF37A544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92E8B32F-8DE7-DA38-22D9-A4AB011E7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3" name="Freeform: Shape 16">
            <a:extLst>
              <a:ext uri="{FF2B5EF4-FFF2-40B4-BE49-F238E27FC236}">
                <a16:creationId xmlns:a16="http://schemas.microsoft.com/office/drawing/2014/main" id="{4FEF3EBE-C792-9A19-4F3A-11F8E85215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86467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4" name="Freeform: Shape 17">
            <a:extLst>
              <a:ext uri="{FF2B5EF4-FFF2-40B4-BE49-F238E27FC236}">
                <a16:creationId xmlns:a16="http://schemas.microsoft.com/office/drawing/2014/main" id="{32DD04BE-0EC2-B435-EC39-F70F0B4D4C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764589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5" name="Freeform: Shape 19">
            <a:extLst>
              <a:ext uri="{FF2B5EF4-FFF2-40B4-BE49-F238E27FC236}">
                <a16:creationId xmlns:a16="http://schemas.microsoft.com/office/drawing/2014/main" id="{C7346FF1-1F4E-6102-72E8-B661677DE6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6" name="Freeform: Shape 18">
            <a:extLst>
              <a:ext uri="{FF2B5EF4-FFF2-40B4-BE49-F238E27FC236}">
                <a16:creationId xmlns:a16="http://schemas.microsoft.com/office/drawing/2014/main" id="{281C9290-51EF-B467-0F94-917BE4AB6A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478123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48046667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tle 1">
            <a:extLst>
              <a:ext uri="{FF2B5EF4-FFF2-40B4-BE49-F238E27FC236}">
                <a16:creationId xmlns:a16="http://schemas.microsoft.com/office/drawing/2014/main" id="{161B8709-B6C6-B6A2-8039-23E2746AC23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13393" y="886783"/>
            <a:ext cx="9386351" cy="1132258"/>
          </a:xfrm>
        </p:spPr>
        <p:txBody>
          <a:bodyPr anchor="ctr">
            <a:noAutofit/>
          </a:bodyPr>
          <a:lstStyle>
            <a:lvl1pPr algn="ctr"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1CE8CAE3-17FA-FA2A-D6BF-43BBD09B08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3396" y="2698032"/>
            <a:ext cx="4782604" cy="295742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7" name="Picture Placeholder 10">
            <a:extLst>
              <a:ext uri="{FF2B5EF4-FFF2-40B4-BE49-F238E27FC236}">
                <a16:creationId xmlns:a16="http://schemas.microsoft.com/office/drawing/2014/main" id="{BCF6BC28-50F8-F181-0051-83FAF05643A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659150" y="2698032"/>
            <a:ext cx="4040595" cy="2957429"/>
          </a:xfrm>
        </p:spPr>
        <p:txBody>
          <a:bodyPr/>
          <a:lstStyle/>
          <a:p>
            <a:endParaRPr lang="en-US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44269C55-855F-A8C7-5284-8ADFEC54A3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6/9/2025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A44DC330-9F30-20C2-60AD-2F0AD28715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67BA67A5-F86C-E56E-2CA5-913F58D09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0" name="Rectangle 6">
            <a:extLst>
              <a:ext uri="{FF2B5EF4-FFF2-40B4-BE49-F238E27FC236}">
                <a16:creationId xmlns:a16="http://schemas.microsoft.com/office/drawing/2014/main" id="{1D8A0EC4-4B8F-427F-7E90-7A7BCDFFE6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11716760" y="-163879"/>
            <a:ext cx="312165" cy="6383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31" name="Rectangle 6">
            <a:extLst>
              <a:ext uri="{FF2B5EF4-FFF2-40B4-BE49-F238E27FC236}">
                <a16:creationId xmlns:a16="http://schemas.microsoft.com/office/drawing/2014/main" id="{7710114B-0C3A-98B0-CCBD-1242ACA3FC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8843383" y="-2398940"/>
            <a:ext cx="312165" cy="5108436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32" name="Rectangle 6">
            <a:extLst>
              <a:ext uri="{FF2B5EF4-FFF2-40B4-BE49-F238E27FC236}">
                <a16:creationId xmlns:a16="http://schemas.microsoft.com/office/drawing/2014/main" id="{0F1B5886-DB08-F251-544B-FA1B14D51C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3066943" y="-3066947"/>
            <a:ext cx="311361" cy="644525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33" name="Freeform: Shape 59">
            <a:extLst>
              <a:ext uri="{FF2B5EF4-FFF2-40B4-BE49-F238E27FC236}">
                <a16:creationId xmlns:a16="http://schemas.microsoft.com/office/drawing/2014/main" id="{0BA04B21-2519-6018-CD0C-897EC7ACF9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 flipV="1">
            <a:off x="5673214" y="-460675"/>
            <a:ext cx="312166" cy="1231903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9202336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25064" y="825622"/>
            <a:ext cx="4522936" cy="932688"/>
          </a:xfrm>
        </p:spPr>
        <p:txBody>
          <a:bodyPr anchor="b">
            <a:no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3999" y="831918"/>
            <a:ext cx="5648242" cy="5194161"/>
          </a:xfrm>
        </p:spPr>
        <p:txBody>
          <a:bodyPr/>
          <a:lstStyle/>
          <a:p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AD37751-87A6-2102-5FE0-13CF047537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25064" y="2050473"/>
            <a:ext cx="4522936" cy="3952704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057C7EDD-DB32-06EC-F820-BCF6715A2443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6/9/2025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FC55F9D-1F89-7C43-F3C5-6A855F8201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53A576E1-43A8-DA10-8404-0BA92AFBA4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Freeform: Shape 16">
            <a:extLst>
              <a:ext uri="{FF2B5EF4-FFF2-40B4-BE49-F238E27FC236}">
                <a16:creationId xmlns:a16="http://schemas.microsoft.com/office/drawing/2014/main" id="{4774B974-C60E-962D-A2BF-A8D91844B4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86467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3" name="Freeform: Shape 17">
            <a:extLst>
              <a:ext uri="{FF2B5EF4-FFF2-40B4-BE49-F238E27FC236}">
                <a16:creationId xmlns:a16="http://schemas.microsoft.com/office/drawing/2014/main" id="{38ED7D40-86A1-ABCA-9230-F31126FBD3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764589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4" name="Freeform: Shape 19">
            <a:extLst>
              <a:ext uri="{FF2B5EF4-FFF2-40B4-BE49-F238E27FC236}">
                <a16:creationId xmlns:a16="http://schemas.microsoft.com/office/drawing/2014/main" id="{644CC40D-4D0B-8820-3E77-FF38C10EF7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5" name="Freeform: Shape 18">
            <a:extLst>
              <a:ext uri="{FF2B5EF4-FFF2-40B4-BE49-F238E27FC236}">
                <a16:creationId xmlns:a16="http://schemas.microsoft.com/office/drawing/2014/main" id="{F876AF74-00A8-A58C-C900-156CB37EC3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478123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58584069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3490" y="831918"/>
            <a:ext cx="4572000" cy="1876646"/>
          </a:xfrm>
        </p:spPr>
        <p:txBody>
          <a:bodyPr anchor="b">
            <a:no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736A5C8C-1C5F-8F3C-7273-ECFA26869F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3491" y="2899064"/>
            <a:ext cx="4572000" cy="3127017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17721" y="831919"/>
            <a:ext cx="5430280" cy="5194162"/>
          </a:xfrm>
        </p:spPr>
        <p:txBody>
          <a:bodyPr/>
          <a:lstStyle/>
          <a:p>
            <a:endParaRPr lang="en-US"/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F49D7FA6-EF6B-01F5-1B41-77B0DC79D0E0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6/9/2025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C0937A-F86B-C55A-CAB8-2F846105E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E31334FA-8FF3-5A9F-F579-96C33FF37B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Freeform: Shape 59">
            <a:extLst>
              <a:ext uri="{FF2B5EF4-FFF2-40B4-BE49-F238E27FC236}">
                <a16:creationId xmlns:a16="http://schemas.microsoft.com/office/drawing/2014/main" id="{7A021801-1E66-C93E-CA81-2F4A5B6D06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886461" y="0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1DE776DA-FCE8-B4E5-0C47-C09678BFF5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V="1">
            <a:off x="11538341" y="890"/>
            <a:ext cx="654549" cy="65276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Rectangle 11">
            <a:extLst>
              <a:ext uri="{FF2B5EF4-FFF2-40B4-BE49-F238E27FC236}">
                <a16:creationId xmlns:a16="http://schemas.microsoft.com/office/drawing/2014/main" id="{4850E7C7-C469-6C82-35B3-A4D50FA382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>
            <a:off x="-889" y="6204342"/>
            <a:ext cx="654546" cy="65276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Freeform: Shape 59">
            <a:extLst>
              <a:ext uri="{FF2B5EF4-FFF2-40B4-BE49-F238E27FC236}">
                <a16:creationId xmlns:a16="http://schemas.microsoft.com/office/drawing/2014/main" id="{BDD13537-C329-9582-A499-5B198F35CB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652769" y="6203452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33837683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946432" y="831918"/>
            <a:ext cx="3401568" cy="1527048"/>
          </a:xfrm>
        </p:spPr>
        <p:txBody>
          <a:bodyPr anchor="b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4000" y="831918"/>
            <a:ext cx="6740144" cy="5194161"/>
          </a:xfrm>
        </p:spPr>
        <p:txBody>
          <a:bodyPr/>
          <a:lstStyle/>
          <a:p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588022B9-94F3-E71A-0D00-132BBF9A0C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24800" y="2595418"/>
            <a:ext cx="3423200" cy="340775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422A4C20-C591-B7BA-88A2-EE4295E42BD5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6/9/2025</a:t>
            </a:fld>
            <a:endParaRPr lang="en-US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6390BD26-2598-EE89-F73A-1685B73975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E2882322-2806-6BFB-ACF1-EB3E693002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Freeform: Shape 16">
            <a:extLst>
              <a:ext uri="{FF2B5EF4-FFF2-40B4-BE49-F238E27FC236}">
                <a16:creationId xmlns:a16="http://schemas.microsoft.com/office/drawing/2014/main" id="{A7FA8BD1-9A20-5381-CC5C-A27497B1FE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86467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3" name="Freeform: Shape 17">
            <a:extLst>
              <a:ext uri="{FF2B5EF4-FFF2-40B4-BE49-F238E27FC236}">
                <a16:creationId xmlns:a16="http://schemas.microsoft.com/office/drawing/2014/main" id="{FCD0DE49-3A7C-EE4C-61A3-FAF4F1B225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764589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4" name="Freeform: Shape 19">
            <a:extLst>
              <a:ext uri="{FF2B5EF4-FFF2-40B4-BE49-F238E27FC236}">
                <a16:creationId xmlns:a16="http://schemas.microsoft.com/office/drawing/2014/main" id="{767B11D7-CD08-FAED-9296-4800252357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5" name="Freeform: Shape 18">
            <a:extLst>
              <a:ext uri="{FF2B5EF4-FFF2-40B4-BE49-F238E27FC236}">
                <a16:creationId xmlns:a16="http://schemas.microsoft.com/office/drawing/2014/main" id="{50CF2599-B950-2167-E974-CC7481C78A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478123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97756792"/>
      </p:ext>
    </p:extLst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31919"/>
            <a:ext cx="3401568" cy="1527048"/>
          </a:xfrm>
        </p:spPr>
        <p:txBody>
          <a:bodyPr anchor="b">
            <a:no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B04DE6-EAC2-AC37-0397-9528F6C574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4000" y="2540000"/>
            <a:ext cx="3423200" cy="34860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761781" y="831919"/>
            <a:ext cx="6586220" cy="5194162"/>
          </a:xfrm>
        </p:spPr>
        <p:txBody>
          <a:bodyPr/>
          <a:lstStyle/>
          <a:p>
            <a:endParaRPr lang="en-US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BE8F2FDC-C562-B34A-6571-DC327742638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6/9/2025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F8CD5EAC-3346-2E3B-3C1B-E978B8BD44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D221974C-11FF-808A-131E-5B13E74A79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Rectangle 6">
            <a:extLst>
              <a:ext uri="{FF2B5EF4-FFF2-40B4-BE49-F238E27FC236}">
                <a16:creationId xmlns:a16="http://schemas.microsoft.com/office/drawing/2014/main" id="{69F1C76D-67DE-DFCB-797B-209A9222EE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3066943" y="-3066947"/>
            <a:ext cx="311361" cy="644525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29" name="Freeform: Shape 59">
            <a:extLst>
              <a:ext uri="{FF2B5EF4-FFF2-40B4-BE49-F238E27FC236}">
                <a16:creationId xmlns:a16="http://schemas.microsoft.com/office/drawing/2014/main" id="{2D7E2290-C841-FA30-B540-94E323C37D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 flipV="1">
            <a:off x="5673214" y="-460675"/>
            <a:ext cx="312166" cy="1231903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7" name="Rectangle 6">
            <a:extLst>
              <a:ext uri="{FF2B5EF4-FFF2-40B4-BE49-F238E27FC236}">
                <a16:creationId xmlns:a16="http://schemas.microsoft.com/office/drawing/2014/main" id="{98CB2567-FE22-5916-E6EE-BF2E420C8C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8843383" y="-2398940"/>
            <a:ext cx="312165" cy="5108436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26" name="Rectangle 6">
            <a:extLst>
              <a:ext uri="{FF2B5EF4-FFF2-40B4-BE49-F238E27FC236}">
                <a16:creationId xmlns:a16="http://schemas.microsoft.com/office/drawing/2014/main" id="{061982EF-A562-8BFF-583D-EB011D5641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11716760" y="-163879"/>
            <a:ext cx="312165" cy="6383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55708854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73454" y="831919"/>
            <a:ext cx="3273552" cy="2035696"/>
          </a:xfrm>
        </p:spPr>
        <p:txBody>
          <a:bodyPr anchor="b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4000" y="831919"/>
            <a:ext cx="6937365" cy="509168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83DB3FE-F7D2-E449-4412-979DFDADDC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3452" y="2992582"/>
            <a:ext cx="3273553" cy="293102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6B3F9524-AF16-7B88-FD0F-5D85D35D4023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6/9/2025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809F231-51ED-DDB0-9D71-BF8956AA75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3004408D-81FD-E507-7BBD-A8D6584E42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Freeform: Shape 16">
            <a:extLst>
              <a:ext uri="{FF2B5EF4-FFF2-40B4-BE49-F238E27FC236}">
                <a16:creationId xmlns:a16="http://schemas.microsoft.com/office/drawing/2014/main" id="{697E7E97-2AF1-DCEF-1577-E6BB3BF3A4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86467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3" name="Freeform: Shape 17">
            <a:extLst>
              <a:ext uri="{FF2B5EF4-FFF2-40B4-BE49-F238E27FC236}">
                <a16:creationId xmlns:a16="http://schemas.microsoft.com/office/drawing/2014/main" id="{E9317DCD-DD5B-9395-5430-ADD837B166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764589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4" name="Freeform: Shape 19">
            <a:extLst>
              <a:ext uri="{FF2B5EF4-FFF2-40B4-BE49-F238E27FC236}">
                <a16:creationId xmlns:a16="http://schemas.microsoft.com/office/drawing/2014/main" id="{FD993BD8-30E5-EFEA-32A5-68475D04F0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5" name="Freeform: Shape 18">
            <a:extLst>
              <a:ext uri="{FF2B5EF4-FFF2-40B4-BE49-F238E27FC236}">
                <a16:creationId xmlns:a16="http://schemas.microsoft.com/office/drawing/2014/main" id="{0AA84551-1089-1E65-5C17-6F400C1EAD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478123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30714969"/>
      </p:ext>
    </p:extLst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3999" y="831919"/>
            <a:ext cx="10504001" cy="3472067"/>
          </a:xfrm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3998" y="4509559"/>
            <a:ext cx="4579339" cy="1516522"/>
          </a:xfrm>
        </p:spPr>
        <p:txBody>
          <a:bodyPr anchor="t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9A29A789-F42A-CE01-5134-E27AA725CD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97236" y="4509559"/>
            <a:ext cx="5750764" cy="151652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FE6EE51A-242F-6B3B-BC3A-A775A4D3ABC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6/9/2025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36AF2934-39B9-625F-CE2A-760A04F05C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EAA7CB57-5E03-8E25-767F-8320CC058A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Freeform: Shape 59">
            <a:extLst>
              <a:ext uri="{FF2B5EF4-FFF2-40B4-BE49-F238E27FC236}">
                <a16:creationId xmlns:a16="http://schemas.microsoft.com/office/drawing/2014/main" id="{EDC08D2B-BE98-2387-126D-01CA1E3513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886461" y="0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EDB9B957-9A7F-6030-9FD9-7190608C40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V="1">
            <a:off x="11538341" y="890"/>
            <a:ext cx="654549" cy="65276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Rectangle 11">
            <a:extLst>
              <a:ext uri="{FF2B5EF4-FFF2-40B4-BE49-F238E27FC236}">
                <a16:creationId xmlns:a16="http://schemas.microsoft.com/office/drawing/2014/main" id="{E30A39C3-B004-B36E-236D-BDD46BB5E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>
            <a:off x="-889" y="6204342"/>
            <a:ext cx="654546" cy="65276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Freeform: Shape 59">
            <a:extLst>
              <a:ext uri="{FF2B5EF4-FFF2-40B4-BE49-F238E27FC236}">
                <a16:creationId xmlns:a16="http://schemas.microsoft.com/office/drawing/2014/main" id="{C16C57F0-678F-7C1D-45CA-3A0EEF6DAF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652769" y="6203452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365916"/>
      </p:ext>
    </p:extLst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3999" y="865938"/>
            <a:ext cx="10504001" cy="2556004"/>
          </a:xfrm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3999" y="3785800"/>
            <a:ext cx="2953618" cy="2240280"/>
          </a:xfrm>
        </p:spPr>
        <p:txBody>
          <a:bodyPr anchor="t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98E2102-73F7-E059-C739-47418EA880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90109" y="3785800"/>
            <a:ext cx="7357891" cy="2240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B529124B-3B19-6FC6-9F79-A760D6CA945A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6/9/2025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C7173872-0F8A-92BB-60FA-06E41B0543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4982C76-6FB9-F3AD-FA15-0D32F3D9E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Freeform: Shape 16">
            <a:extLst>
              <a:ext uri="{FF2B5EF4-FFF2-40B4-BE49-F238E27FC236}">
                <a16:creationId xmlns:a16="http://schemas.microsoft.com/office/drawing/2014/main" id="{9731B2A6-3038-F565-C577-E69DD5BC67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86467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3" name="Freeform: Shape 17">
            <a:extLst>
              <a:ext uri="{FF2B5EF4-FFF2-40B4-BE49-F238E27FC236}">
                <a16:creationId xmlns:a16="http://schemas.microsoft.com/office/drawing/2014/main" id="{A67BA275-E7E6-7053-A026-EB3872622C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764589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4" name="Freeform: Shape 19">
            <a:extLst>
              <a:ext uri="{FF2B5EF4-FFF2-40B4-BE49-F238E27FC236}">
                <a16:creationId xmlns:a16="http://schemas.microsoft.com/office/drawing/2014/main" id="{7F446589-4583-8647-CFA5-49008F0B92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5" name="Freeform: Shape 18">
            <a:extLst>
              <a:ext uri="{FF2B5EF4-FFF2-40B4-BE49-F238E27FC236}">
                <a16:creationId xmlns:a16="http://schemas.microsoft.com/office/drawing/2014/main" id="{B5B742C4-F546-E27E-53EA-AC608C081B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478123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32888506"/>
      </p:ext>
    </p:extLst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31918"/>
            <a:ext cx="2953618" cy="2240279"/>
          </a:xfrm>
        </p:spPr>
        <p:txBody>
          <a:bodyPr anchor="t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F37715F-06AC-F5A6-12CE-84D44B400A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54764" y="824389"/>
            <a:ext cx="7293236" cy="2247808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3999" y="3310759"/>
            <a:ext cx="10504001" cy="2722852"/>
          </a:xfrm>
        </p:spPr>
        <p:txBody>
          <a:bodyPr/>
          <a:lstStyle/>
          <a:p>
            <a:endParaRPr lang="en-US"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1A42EE36-6D78-ED96-BA7A-0AE1F0DD3113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6/9/2025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3E381D81-8909-BE95-6F06-C0C32493A2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5B87E8A-0424-908A-2920-72BA97B72C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Freeform: Shape 16">
            <a:extLst>
              <a:ext uri="{FF2B5EF4-FFF2-40B4-BE49-F238E27FC236}">
                <a16:creationId xmlns:a16="http://schemas.microsoft.com/office/drawing/2014/main" id="{F2F4F436-2885-E919-59D1-9F4B724611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86467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3" name="Freeform: Shape 17">
            <a:extLst>
              <a:ext uri="{FF2B5EF4-FFF2-40B4-BE49-F238E27FC236}">
                <a16:creationId xmlns:a16="http://schemas.microsoft.com/office/drawing/2014/main" id="{19B02536-A5B7-CFE8-D253-CC3FCA1738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764589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4" name="Freeform: Shape 19">
            <a:extLst>
              <a:ext uri="{FF2B5EF4-FFF2-40B4-BE49-F238E27FC236}">
                <a16:creationId xmlns:a16="http://schemas.microsoft.com/office/drawing/2014/main" id="{99ACFEDC-62BE-1738-94DB-A9A8474234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5" name="Freeform: Shape 18">
            <a:extLst>
              <a:ext uri="{FF2B5EF4-FFF2-40B4-BE49-F238E27FC236}">
                <a16:creationId xmlns:a16="http://schemas.microsoft.com/office/drawing/2014/main" id="{0C3F2215-0CD2-E69F-A2BD-8DFCDB37BB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478123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04396038"/>
      </p:ext>
    </p:extLst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3963" y="858337"/>
            <a:ext cx="10504000" cy="970463"/>
          </a:xfrm>
        </p:spPr>
        <p:txBody>
          <a:bodyPr anchor="ctr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73963" y="2081048"/>
            <a:ext cx="6157458" cy="3945032"/>
          </a:xfrm>
        </p:spPr>
        <p:txBody>
          <a:bodyPr/>
          <a:lstStyle/>
          <a:p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08C7461-314A-7430-6CA4-63A01F73BA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69017" y="2081049"/>
            <a:ext cx="4108945" cy="394503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468C7D2F-9D75-2435-3CAF-B6029DA9EDE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6/9/2025</a:t>
            </a:fld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63794DE6-442D-DCFE-9025-59816725EB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8FCE053A-D84D-F068-2187-0593A6D6DD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Freeform: Shape 59">
            <a:extLst>
              <a:ext uri="{FF2B5EF4-FFF2-40B4-BE49-F238E27FC236}">
                <a16:creationId xmlns:a16="http://schemas.microsoft.com/office/drawing/2014/main" id="{481F23A8-0C6F-3F32-0B98-06736333DE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886461" y="0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3" name="Rectangle 9">
            <a:extLst>
              <a:ext uri="{FF2B5EF4-FFF2-40B4-BE49-F238E27FC236}">
                <a16:creationId xmlns:a16="http://schemas.microsoft.com/office/drawing/2014/main" id="{BC56C0F3-A0B5-A7A6-A072-97B2A57226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V="1">
            <a:off x="11538341" y="890"/>
            <a:ext cx="654549" cy="65276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Rectangle 11">
            <a:extLst>
              <a:ext uri="{FF2B5EF4-FFF2-40B4-BE49-F238E27FC236}">
                <a16:creationId xmlns:a16="http://schemas.microsoft.com/office/drawing/2014/main" id="{9D199749-F152-56FE-4504-73DF7E157A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>
            <a:off x="-889" y="6204342"/>
            <a:ext cx="654546" cy="65276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Freeform: Shape 59">
            <a:extLst>
              <a:ext uri="{FF2B5EF4-FFF2-40B4-BE49-F238E27FC236}">
                <a16:creationId xmlns:a16="http://schemas.microsoft.com/office/drawing/2014/main" id="{95BDD05D-8B5F-8B0A-B47B-E97C0D3866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652769" y="6203452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33444652"/>
      </p:ext>
    </p:extLst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52884"/>
            <a:ext cx="4672584" cy="1453896"/>
          </a:xfrm>
        </p:spPr>
        <p:txBody>
          <a:bodyPr anchor="t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4000" y="2459420"/>
            <a:ext cx="4672584" cy="354569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E571DC-86DF-2230-52AD-9440B5CB4D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98836" y="852883"/>
            <a:ext cx="5750764" cy="515223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C162FE03-22B1-3FC9-D0A1-70C4C9B6FC1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6/9/2025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DAAD1C7F-699D-B975-BBB5-3F8AAE993B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3A90F4F4-332A-7489-099F-649FE29D8F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6" name="Rectangle 6">
            <a:extLst>
              <a:ext uri="{FF2B5EF4-FFF2-40B4-BE49-F238E27FC236}">
                <a16:creationId xmlns:a16="http://schemas.microsoft.com/office/drawing/2014/main" id="{69458B26-18DF-0F22-F73B-FBF0117ABD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11716760" y="-163879"/>
            <a:ext cx="312165" cy="6383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27" name="Rectangle 6">
            <a:extLst>
              <a:ext uri="{FF2B5EF4-FFF2-40B4-BE49-F238E27FC236}">
                <a16:creationId xmlns:a16="http://schemas.microsoft.com/office/drawing/2014/main" id="{29454459-F726-2777-3904-98ED43017A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8843383" y="-2398940"/>
            <a:ext cx="312165" cy="5108436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28" name="Rectangle 6">
            <a:extLst>
              <a:ext uri="{FF2B5EF4-FFF2-40B4-BE49-F238E27FC236}">
                <a16:creationId xmlns:a16="http://schemas.microsoft.com/office/drawing/2014/main" id="{4AFF45CF-7D31-04CD-2EDB-8FBEADAE8F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3066943" y="-3066947"/>
            <a:ext cx="311361" cy="644525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29" name="Freeform: Shape 59">
            <a:extLst>
              <a:ext uri="{FF2B5EF4-FFF2-40B4-BE49-F238E27FC236}">
                <a16:creationId xmlns:a16="http://schemas.microsoft.com/office/drawing/2014/main" id="{7EC0A88E-95E4-54C0-4C7B-90A8A6AD7D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 flipV="1">
            <a:off x="5673214" y="-460675"/>
            <a:ext cx="312166" cy="1231903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2138908"/>
      </p:ext>
    </p:extLst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73725"/>
            <a:ext cx="3657603" cy="1453896"/>
          </a:xfrm>
        </p:spPr>
        <p:txBody>
          <a:bodyPr anchor="t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3999" y="2490951"/>
            <a:ext cx="3657603" cy="3493323"/>
          </a:xfrm>
        </p:spPr>
        <p:txBody>
          <a:bodyPr/>
          <a:lstStyle/>
          <a:p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1C9BBE1-F163-BFCA-3F62-3189A30FA7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92073" y="852883"/>
            <a:ext cx="6757527" cy="515223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ED1735F2-E2C8-9B6A-C3E1-C7B56CDE4126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6/9/2025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C7ABF240-AB8A-B851-60A3-07C17BF9E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27CE6569-5A00-FAA6-16A6-9CAC579A8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Freeform: Shape 59">
            <a:extLst>
              <a:ext uri="{FF2B5EF4-FFF2-40B4-BE49-F238E27FC236}">
                <a16:creationId xmlns:a16="http://schemas.microsoft.com/office/drawing/2014/main" id="{D093A1E9-14E7-F1BD-8AD3-0926AC48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886461" y="0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1C082F9D-17F7-A6A3-6F59-395DBD0403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V="1">
            <a:off x="11538341" y="890"/>
            <a:ext cx="654549" cy="65276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Rectangle 11">
            <a:extLst>
              <a:ext uri="{FF2B5EF4-FFF2-40B4-BE49-F238E27FC236}">
                <a16:creationId xmlns:a16="http://schemas.microsoft.com/office/drawing/2014/main" id="{40635C57-C6B6-95FF-FF70-8E4EC721DB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>
            <a:off x="-889" y="6204342"/>
            <a:ext cx="654546" cy="65276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Freeform: Shape 59">
            <a:extLst>
              <a:ext uri="{FF2B5EF4-FFF2-40B4-BE49-F238E27FC236}">
                <a16:creationId xmlns:a16="http://schemas.microsoft.com/office/drawing/2014/main" id="{64C0BF67-AD24-8BA3-7BFE-4FC4B3109D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652769" y="6203452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18155955"/>
      </p:ext>
    </p:extLst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ig Numb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44000" y="831918"/>
            <a:ext cx="10521992" cy="4069265"/>
          </a:xfrm>
        </p:spPr>
        <p:txBody>
          <a:bodyPr anchor="b">
            <a:noAutofit/>
          </a:bodyPr>
          <a:lstStyle>
            <a:lvl1pPr algn="l">
              <a:defRPr sz="232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en-US"/>
              <a:t>##%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43999" y="5076496"/>
            <a:ext cx="7559021" cy="949583"/>
          </a:xfrm>
        </p:spPr>
        <p:txBody>
          <a:bodyPr anchor="t">
            <a:noAutofit/>
          </a:bodyPr>
          <a:lstStyle>
            <a:lvl1pPr marL="0" indent="0" algn="l">
              <a:buNone/>
              <a:defRPr sz="2800" cap="none" baseline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DD0B43-8816-7247-6389-43D5551017BC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6/9/2025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C27E193F-93CE-A072-84E6-1413DA174C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148423F9-4799-A3D7-1F4C-F18DF70A0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Freeform: Shape 16">
            <a:extLst>
              <a:ext uri="{FF2B5EF4-FFF2-40B4-BE49-F238E27FC236}">
                <a16:creationId xmlns:a16="http://schemas.microsoft.com/office/drawing/2014/main" id="{88041669-6793-077D-9837-4A969A824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86467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2" name="Freeform: Shape 17">
            <a:extLst>
              <a:ext uri="{FF2B5EF4-FFF2-40B4-BE49-F238E27FC236}">
                <a16:creationId xmlns:a16="http://schemas.microsoft.com/office/drawing/2014/main" id="{AC3F6980-A0AE-0D20-BB5F-49A0022004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764589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3" name="Freeform: Shape 19">
            <a:extLst>
              <a:ext uri="{FF2B5EF4-FFF2-40B4-BE49-F238E27FC236}">
                <a16:creationId xmlns:a16="http://schemas.microsoft.com/office/drawing/2014/main" id="{02937DA2-B26D-43F5-EA04-BE9925EF44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4" name="Freeform: Shape 18">
            <a:extLst>
              <a:ext uri="{FF2B5EF4-FFF2-40B4-BE49-F238E27FC236}">
                <a16:creationId xmlns:a16="http://schemas.microsoft.com/office/drawing/2014/main" id="{EBDA1D10-E930-CB39-86A5-FA42DB4228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478123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878406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ig Numb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61992" y="831918"/>
            <a:ext cx="10486008" cy="3977825"/>
          </a:xfrm>
        </p:spPr>
        <p:txBody>
          <a:bodyPr anchor="b">
            <a:noAutofit/>
          </a:bodyPr>
          <a:lstStyle>
            <a:lvl1pPr algn="ctr">
              <a:defRPr sz="232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en-US"/>
              <a:t>##%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2377440" y="4997668"/>
            <a:ext cx="7525512" cy="1028411"/>
          </a:xfrm>
        </p:spPr>
        <p:txBody>
          <a:bodyPr anchor="t">
            <a:noAutofit/>
          </a:bodyPr>
          <a:lstStyle>
            <a:lvl1pPr marL="0" indent="0" algn="ctr">
              <a:buNone/>
              <a:defRPr sz="2800" cap="none" baseline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9FE8812C-E055-50E4-0169-A1950E62A97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6/9/2025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C6A94C-87F9-4135-8D16-E44AFA1FB6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3DE2A589-D2DC-84F9-7195-EA18408EDF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Rectangle 6">
            <a:extLst>
              <a:ext uri="{FF2B5EF4-FFF2-40B4-BE49-F238E27FC236}">
                <a16:creationId xmlns:a16="http://schemas.microsoft.com/office/drawing/2014/main" id="{93E8DDA7-6F09-A45D-D2CD-D785473EF0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3066943" y="-3066947"/>
            <a:ext cx="311361" cy="644525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22" name="Freeform: Shape 59">
            <a:extLst>
              <a:ext uri="{FF2B5EF4-FFF2-40B4-BE49-F238E27FC236}">
                <a16:creationId xmlns:a16="http://schemas.microsoft.com/office/drawing/2014/main" id="{67B1242D-E100-7A0B-1A2F-727DD99340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 flipV="1">
            <a:off x="218569" y="-219375"/>
            <a:ext cx="312166" cy="749303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3" name="Rectangle 6">
            <a:extLst>
              <a:ext uri="{FF2B5EF4-FFF2-40B4-BE49-F238E27FC236}">
                <a16:creationId xmlns:a16="http://schemas.microsoft.com/office/drawing/2014/main" id="{D3D4B49A-33A3-4552-3BC7-AFEDF4F565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8416414" y="-1971971"/>
            <a:ext cx="312165" cy="425449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24" name="Rectangle 6">
            <a:extLst>
              <a:ext uri="{FF2B5EF4-FFF2-40B4-BE49-F238E27FC236}">
                <a16:creationId xmlns:a16="http://schemas.microsoft.com/office/drawing/2014/main" id="{539B139C-807D-C305-EDA8-691E0DFB62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11290193" y="-590448"/>
            <a:ext cx="311360" cy="1492256"/>
          </a:xfrm>
          <a:prstGeom prst="rect">
            <a:avLst/>
          </a:pr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868377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Number 3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93814EA-F598-EBFD-83D1-6782D7CBB5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F4F8927-891C-4D7A-C2D3-6EB5EF6712F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61992" y="831918"/>
            <a:ext cx="10486008" cy="3977825"/>
          </a:xfrm>
        </p:spPr>
        <p:txBody>
          <a:bodyPr anchor="b">
            <a:noAutofit/>
          </a:bodyPr>
          <a:lstStyle>
            <a:lvl1pPr algn="ctr">
              <a:defRPr sz="23200">
                <a:solidFill>
                  <a:schemeClr val="tx1"/>
                </a:solidFill>
              </a:defRPr>
            </a:lvl1pPr>
          </a:lstStyle>
          <a:p>
            <a:r>
              <a:rPr lang="en-US"/>
              <a:t>##%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0489314B-CDC1-7F7E-C4DD-AAC0E5222B0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2377440" y="4997668"/>
            <a:ext cx="7525512" cy="1028411"/>
          </a:xfrm>
        </p:spPr>
        <p:txBody>
          <a:bodyPr anchor="t">
            <a:noAutofit/>
          </a:bodyPr>
          <a:lstStyle>
            <a:lvl1pPr marL="0" indent="0" algn="ctr">
              <a:buNone/>
              <a:defRPr sz="2800" cap="none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5BFDC082-8545-4E14-11AF-FFBD6384E6D7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6/9/2025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6FEC98-351C-9217-F32A-E626491DA1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29528185-249C-C3DD-E678-AFBB8FFF5E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Freeform: Shape 59">
            <a:extLst>
              <a:ext uri="{FF2B5EF4-FFF2-40B4-BE49-F238E27FC236}">
                <a16:creationId xmlns:a16="http://schemas.microsoft.com/office/drawing/2014/main" id="{699D7479-A95C-B9AB-8F14-BDAE9D9971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886461" y="0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3" name="Rectangle 9">
            <a:extLst>
              <a:ext uri="{FF2B5EF4-FFF2-40B4-BE49-F238E27FC236}">
                <a16:creationId xmlns:a16="http://schemas.microsoft.com/office/drawing/2014/main" id="{36AD101D-8188-88D0-9B81-9437DD5E36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V="1">
            <a:off x="11538341" y="890"/>
            <a:ext cx="654549" cy="65276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Rectangle 11">
            <a:extLst>
              <a:ext uri="{FF2B5EF4-FFF2-40B4-BE49-F238E27FC236}">
                <a16:creationId xmlns:a16="http://schemas.microsoft.com/office/drawing/2014/main" id="{1148622B-2A3E-B519-D517-B1227723B3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>
            <a:off x="-889" y="6204342"/>
            <a:ext cx="654546" cy="65276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Freeform: Shape 59">
            <a:extLst>
              <a:ext uri="{FF2B5EF4-FFF2-40B4-BE49-F238E27FC236}">
                <a16:creationId xmlns:a16="http://schemas.microsoft.com/office/drawing/2014/main" id="{0B9E09DF-714D-90DF-B3AD-44EABE33E3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652769" y="6203452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908579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980D95FF-5457-4897-C849-71357B0BD49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2648" y="-1274064"/>
            <a:ext cx="10652760" cy="1133856"/>
          </a:xfrm>
        </p:spPr>
        <p:txBody>
          <a:bodyPr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6">
            <a:extLst>
              <a:ext uri="{FF2B5EF4-FFF2-40B4-BE49-F238E27FC236}">
                <a16:creationId xmlns:a16="http://schemas.microsoft.com/office/drawing/2014/main" id="{7FA8F0C3-BC6D-6591-CB4A-11D861FBC72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651932"/>
            <a:ext cx="8266176" cy="5584275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5400" b="1"/>
            </a:lvl1pPr>
            <a:lvl2pPr marL="228600" indent="0">
              <a:lnSpc>
                <a:spcPct val="100000"/>
              </a:lnSpc>
              <a:buNone/>
              <a:defRPr sz="4800" b="1"/>
            </a:lvl2pPr>
            <a:lvl3pPr marL="457200" indent="0">
              <a:lnSpc>
                <a:spcPct val="100000"/>
              </a:lnSpc>
              <a:buNone/>
              <a:defRPr sz="4400" b="1"/>
            </a:lvl3pPr>
            <a:lvl4pPr marL="685800" indent="0">
              <a:lnSpc>
                <a:spcPct val="100000"/>
              </a:lnSpc>
              <a:buNone/>
              <a:defRPr sz="4000" b="1"/>
            </a:lvl4pPr>
            <a:lvl5pPr marL="914400" indent="0">
              <a:lnSpc>
                <a:spcPct val="100000"/>
              </a:lnSpc>
              <a:buNone/>
              <a:defRPr sz="3600" b="1"/>
            </a:lvl5pPr>
          </a:lstStyle>
          <a:p>
            <a:pPr lvl="0"/>
            <a:r>
              <a:rPr lang="en-US"/>
              <a:t>Click to edit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2B90E5DD-D445-87A5-7673-8A1F88BDDD3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6/9/2025</a:t>
            </a:fld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3BBD032-D2AB-904A-8441-9141AC45A2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3BB3875C-AB86-8E9A-4F93-9CCBB06B8E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Rectangle 6">
            <a:extLst>
              <a:ext uri="{FF2B5EF4-FFF2-40B4-BE49-F238E27FC236}">
                <a16:creationId xmlns:a16="http://schemas.microsoft.com/office/drawing/2014/main" id="{FB298429-8DA5-BFFD-51EB-A90E073B0C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1603197" y="-1"/>
            <a:ext cx="592750" cy="207656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Graphic 21">
            <a:extLst>
              <a:ext uri="{FF2B5EF4-FFF2-40B4-BE49-F238E27FC236}">
                <a16:creationId xmlns:a16="http://schemas.microsoft.com/office/drawing/2014/main" id="{3C3643E2-FB9D-A282-05D4-4ADCA28D37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1603197" y="3590"/>
            <a:ext cx="592750" cy="2076568"/>
          </a:xfrm>
          <a:custGeom>
            <a:avLst/>
            <a:gdLst>
              <a:gd name="connsiteX0" fmla="*/ 2286 w 1660874"/>
              <a:gd name="connsiteY0" fmla="*/ 1660874 h 1660874"/>
              <a:gd name="connsiteX1" fmla="*/ 0 w 1660874"/>
              <a:gd name="connsiteY1" fmla="*/ 0 h 1660874"/>
              <a:gd name="connsiteX2" fmla="*/ 1660874 w 1660874"/>
              <a:gd name="connsiteY2" fmla="*/ 2286 h 1660874"/>
              <a:gd name="connsiteX3" fmla="*/ 1660874 w 1660874"/>
              <a:gd name="connsiteY3" fmla="*/ 10954 h 1660874"/>
              <a:gd name="connsiteX4" fmla="*/ 17812 w 1660874"/>
              <a:gd name="connsiteY4" fmla="*/ 1660874 h 1660874"/>
              <a:gd name="connsiteX5" fmla="*/ 2286 w 1660874"/>
              <a:gd name="connsiteY5" fmla="*/ 1660874 h 1660874"/>
              <a:gd name="connsiteX6" fmla="*/ 2286 w 1660874"/>
              <a:gd name="connsiteY6" fmla="*/ 1660874 h 16608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660874" h="1660874">
                <a:moveTo>
                  <a:pt x="2286" y="1660874"/>
                </a:moveTo>
                <a:lnTo>
                  <a:pt x="0" y="0"/>
                </a:lnTo>
                <a:lnTo>
                  <a:pt x="1660874" y="2286"/>
                </a:lnTo>
                <a:lnTo>
                  <a:pt x="1660874" y="10954"/>
                </a:lnTo>
                <a:lnTo>
                  <a:pt x="17812" y="1660874"/>
                </a:lnTo>
                <a:lnTo>
                  <a:pt x="2286" y="1660874"/>
                </a:lnTo>
                <a:lnTo>
                  <a:pt x="2286" y="1660874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" name="Rectangle 9">
            <a:extLst>
              <a:ext uri="{FF2B5EF4-FFF2-40B4-BE49-F238E27FC236}">
                <a16:creationId xmlns:a16="http://schemas.microsoft.com/office/drawing/2014/main" id="{71D24C1E-2499-ECF1-B8DF-E0B4343EA4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1599250" y="2076566"/>
            <a:ext cx="596697" cy="355701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Rectangle 8">
            <a:extLst>
              <a:ext uri="{FF2B5EF4-FFF2-40B4-BE49-F238E27FC236}">
                <a16:creationId xmlns:a16="http://schemas.microsoft.com/office/drawing/2014/main" id="{2B0AE408-95C0-A98F-93FE-469A71B648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1601222" y="5633580"/>
            <a:ext cx="594723" cy="12244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64657073"/>
      </p:ext>
    </p:extLst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EFA7C22B-A89C-426A-2C61-A4248B0DBC7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2648" y="-1372961"/>
            <a:ext cx="10652760" cy="1133856"/>
          </a:xfrm>
        </p:spPr>
        <p:txBody>
          <a:bodyPr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Content Placeholder 6">
            <a:extLst>
              <a:ext uri="{FF2B5EF4-FFF2-40B4-BE49-F238E27FC236}">
                <a16:creationId xmlns:a16="http://schemas.microsoft.com/office/drawing/2014/main" id="{72744D9B-8B76-550A-34DF-7C3E89C14E5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968500"/>
            <a:ext cx="8266176" cy="4267708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5400" b="1"/>
            </a:lvl1pPr>
            <a:lvl2pPr marL="228600" indent="0">
              <a:lnSpc>
                <a:spcPct val="100000"/>
              </a:lnSpc>
              <a:buNone/>
              <a:defRPr sz="4800" b="1"/>
            </a:lvl2pPr>
            <a:lvl3pPr marL="457200" indent="0">
              <a:lnSpc>
                <a:spcPct val="100000"/>
              </a:lnSpc>
              <a:buNone/>
              <a:defRPr sz="4400" b="1"/>
            </a:lvl3pPr>
            <a:lvl4pPr marL="685800" indent="0">
              <a:lnSpc>
                <a:spcPct val="100000"/>
              </a:lnSpc>
              <a:buNone/>
              <a:defRPr sz="4000" b="1"/>
            </a:lvl4pPr>
            <a:lvl5pPr marL="914400" indent="0">
              <a:lnSpc>
                <a:spcPct val="100000"/>
              </a:lnSpc>
              <a:buNone/>
              <a:defRPr sz="3600" b="1"/>
            </a:lvl5pPr>
          </a:lstStyle>
          <a:p>
            <a:pPr lvl="0"/>
            <a:r>
              <a:rPr lang="en-US"/>
              <a:t>Click to edit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E3EFFE-734C-E450-E89C-CA99223B863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6/9/2025</a:t>
            </a:fld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CB40393E-DBD1-6BA9-3978-D776FE4787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5A968107-B15C-8E6D-FE8F-5B9CF718BB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0CC74BB1-A215-A0A5-E737-8BCC4B63BA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1603197" y="-1"/>
            <a:ext cx="592750" cy="207656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Graphic 21">
            <a:extLst>
              <a:ext uri="{FF2B5EF4-FFF2-40B4-BE49-F238E27FC236}">
                <a16:creationId xmlns:a16="http://schemas.microsoft.com/office/drawing/2014/main" id="{EBEFF781-B473-6F4A-B48E-4BDDBDA22A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1603197" y="3590"/>
            <a:ext cx="592750" cy="2076568"/>
          </a:xfrm>
          <a:custGeom>
            <a:avLst/>
            <a:gdLst>
              <a:gd name="connsiteX0" fmla="*/ 2286 w 1660874"/>
              <a:gd name="connsiteY0" fmla="*/ 1660874 h 1660874"/>
              <a:gd name="connsiteX1" fmla="*/ 0 w 1660874"/>
              <a:gd name="connsiteY1" fmla="*/ 0 h 1660874"/>
              <a:gd name="connsiteX2" fmla="*/ 1660874 w 1660874"/>
              <a:gd name="connsiteY2" fmla="*/ 2286 h 1660874"/>
              <a:gd name="connsiteX3" fmla="*/ 1660874 w 1660874"/>
              <a:gd name="connsiteY3" fmla="*/ 10954 h 1660874"/>
              <a:gd name="connsiteX4" fmla="*/ 17812 w 1660874"/>
              <a:gd name="connsiteY4" fmla="*/ 1660874 h 1660874"/>
              <a:gd name="connsiteX5" fmla="*/ 2286 w 1660874"/>
              <a:gd name="connsiteY5" fmla="*/ 1660874 h 1660874"/>
              <a:gd name="connsiteX6" fmla="*/ 2286 w 1660874"/>
              <a:gd name="connsiteY6" fmla="*/ 1660874 h 16608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660874" h="1660874">
                <a:moveTo>
                  <a:pt x="2286" y="1660874"/>
                </a:moveTo>
                <a:lnTo>
                  <a:pt x="0" y="0"/>
                </a:lnTo>
                <a:lnTo>
                  <a:pt x="1660874" y="2286"/>
                </a:lnTo>
                <a:lnTo>
                  <a:pt x="1660874" y="10954"/>
                </a:lnTo>
                <a:lnTo>
                  <a:pt x="17812" y="1660874"/>
                </a:lnTo>
                <a:lnTo>
                  <a:pt x="2286" y="1660874"/>
                </a:lnTo>
                <a:lnTo>
                  <a:pt x="2286" y="1660874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F9949D4-4863-4EB4-07B7-1DE490BE57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1599250" y="2076566"/>
            <a:ext cx="596697" cy="355701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Rectangle 8">
            <a:extLst>
              <a:ext uri="{FF2B5EF4-FFF2-40B4-BE49-F238E27FC236}">
                <a16:creationId xmlns:a16="http://schemas.microsoft.com/office/drawing/2014/main" id="{C66188E6-7A98-AC66-FEEF-2258A532A8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1601222" y="5633580"/>
            <a:ext cx="594723" cy="12244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98141191"/>
      </p:ext>
    </p:extLst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693AB473-5AA2-F8C2-52FE-444C26F552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2648" y="-1274064"/>
            <a:ext cx="10652760" cy="1133856"/>
          </a:xfrm>
        </p:spPr>
        <p:txBody>
          <a:bodyPr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Content Placeholder 6">
            <a:extLst>
              <a:ext uri="{FF2B5EF4-FFF2-40B4-BE49-F238E27FC236}">
                <a16:creationId xmlns:a16="http://schemas.microsoft.com/office/drawing/2014/main" id="{BB5C6304-7175-022B-6047-B7061B9529B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651932"/>
            <a:ext cx="8266176" cy="5584275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5400" b="1"/>
            </a:lvl1pPr>
            <a:lvl2pPr marL="228600" indent="0">
              <a:lnSpc>
                <a:spcPct val="100000"/>
              </a:lnSpc>
              <a:buNone/>
              <a:defRPr sz="4800" b="1"/>
            </a:lvl2pPr>
            <a:lvl3pPr marL="457200" indent="0">
              <a:lnSpc>
                <a:spcPct val="100000"/>
              </a:lnSpc>
              <a:buNone/>
              <a:defRPr sz="4400" b="1"/>
            </a:lvl3pPr>
            <a:lvl4pPr marL="685800" indent="0">
              <a:lnSpc>
                <a:spcPct val="100000"/>
              </a:lnSpc>
              <a:buNone/>
              <a:defRPr sz="4000" b="1"/>
            </a:lvl4pPr>
            <a:lvl5pPr marL="914400" indent="0">
              <a:lnSpc>
                <a:spcPct val="100000"/>
              </a:lnSpc>
              <a:buNone/>
              <a:defRPr sz="3600" b="1"/>
            </a:lvl5pPr>
          </a:lstStyle>
          <a:p>
            <a:pPr lvl="0"/>
            <a:r>
              <a:rPr lang="en-US"/>
              <a:t>Click to edit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701E0B-6390-6AEC-5C53-5D538E158E5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6/9/2025</a:t>
            </a:fld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BD45BA7E-BB20-C646-2450-F8562ED926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1B1D2082-DF85-D231-9624-6372331F3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0D3E5FC2-5685-46E9-2717-E0629E608C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1603197" y="-1"/>
            <a:ext cx="592750" cy="207656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Graphic 21">
            <a:extLst>
              <a:ext uri="{FF2B5EF4-FFF2-40B4-BE49-F238E27FC236}">
                <a16:creationId xmlns:a16="http://schemas.microsoft.com/office/drawing/2014/main" id="{C526560E-0081-7213-2B8C-2BEC157A21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1603197" y="3590"/>
            <a:ext cx="592750" cy="2076568"/>
          </a:xfrm>
          <a:custGeom>
            <a:avLst/>
            <a:gdLst>
              <a:gd name="connsiteX0" fmla="*/ 2286 w 1660874"/>
              <a:gd name="connsiteY0" fmla="*/ 1660874 h 1660874"/>
              <a:gd name="connsiteX1" fmla="*/ 0 w 1660874"/>
              <a:gd name="connsiteY1" fmla="*/ 0 h 1660874"/>
              <a:gd name="connsiteX2" fmla="*/ 1660874 w 1660874"/>
              <a:gd name="connsiteY2" fmla="*/ 2286 h 1660874"/>
              <a:gd name="connsiteX3" fmla="*/ 1660874 w 1660874"/>
              <a:gd name="connsiteY3" fmla="*/ 10954 h 1660874"/>
              <a:gd name="connsiteX4" fmla="*/ 17812 w 1660874"/>
              <a:gd name="connsiteY4" fmla="*/ 1660874 h 1660874"/>
              <a:gd name="connsiteX5" fmla="*/ 2286 w 1660874"/>
              <a:gd name="connsiteY5" fmla="*/ 1660874 h 1660874"/>
              <a:gd name="connsiteX6" fmla="*/ 2286 w 1660874"/>
              <a:gd name="connsiteY6" fmla="*/ 1660874 h 16608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660874" h="1660874">
                <a:moveTo>
                  <a:pt x="2286" y="1660874"/>
                </a:moveTo>
                <a:lnTo>
                  <a:pt x="0" y="0"/>
                </a:lnTo>
                <a:lnTo>
                  <a:pt x="1660874" y="2286"/>
                </a:lnTo>
                <a:lnTo>
                  <a:pt x="1660874" y="10954"/>
                </a:lnTo>
                <a:lnTo>
                  <a:pt x="17812" y="1660874"/>
                </a:lnTo>
                <a:lnTo>
                  <a:pt x="2286" y="1660874"/>
                </a:lnTo>
                <a:lnTo>
                  <a:pt x="2286" y="1660874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39A8E9E-14B4-DCD2-5039-79CFB34422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1599250" y="2076566"/>
            <a:ext cx="596697" cy="355701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Rectangle 8">
            <a:extLst>
              <a:ext uri="{FF2B5EF4-FFF2-40B4-BE49-F238E27FC236}">
                <a16:creationId xmlns:a16="http://schemas.microsoft.com/office/drawing/2014/main" id="{DBFDC890-4416-3434-05AF-08ECA9FC95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1601222" y="5633580"/>
            <a:ext cx="594723" cy="12244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10069488"/>
      </p:ext>
    </p:extLst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Quot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99616" y="1188720"/>
            <a:ext cx="9198864" cy="3657600"/>
          </a:xfrm>
        </p:spPr>
        <p:txBody>
          <a:bodyPr anchor="ctr">
            <a:noAutofit/>
          </a:bodyPr>
          <a:lstStyle>
            <a:lvl1pPr algn="l">
              <a:lnSpc>
                <a:spcPct val="100000"/>
              </a:lnSpc>
              <a:defRPr sz="4000" b="0"/>
            </a:lvl1pPr>
          </a:lstStyle>
          <a:p>
            <a:r>
              <a:rPr lang="en-US"/>
              <a:t>Click to edit Quote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499616" y="5428752"/>
            <a:ext cx="9198864" cy="466344"/>
          </a:xfrm>
        </p:spPr>
        <p:txBody>
          <a:bodyPr anchor="ctr">
            <a:noAutofit/>
          </a:bodyPr>
          <a:lstStyle>
            <a:lvl1pPr marL="0" indent="0" algn="l">
              <a:buNone/>
              <a:defRPr sz="22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Quote Author</a:t>
            </a:r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950D50B0-843C-5B14-48D1-87F8D200100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6/9/2025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16ADB1-ED49-7629-9149-E16F9F0A2F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849AE49E-D511-6279-081B-4E86B48E58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Rectangle 6">
            <a:extLst>
              <a:ext uri="{FF2B5EF4-FFF2-40B4-BE49-F238E27FC236}">
                <a16:creationId xmlns:a16="http://schemas.microsoft.com/office/drawing/2014/main" id="{AD384D22-7069-5A9F-31CA-EEDEA8AAF2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11716760" y="-163879"/>
            <a:ext cx="312165" cy="6383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29" name="Rectangle 6">
            <a:extLst>
              <a:ext uri="{FF2B5EF4-FFF2-40B4-BE49-F238E27FC236}">
                <a16:creationId xmlns:a16="http://schemas.microsoft.com/office/drawing/2014/main" id="{6AE04790-7C0A-5078-4BBB-C4DBA56336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8843383" y="-2398940"/>
            <a:ext cx="312165" cy="5108436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30" name="Rectangle 6">
            <a:extLst>
              <a:ext uri="{FF2B5EF4-FFF2-40B4-BE49-F238E27FC236}">
                <a16:creationId xmlns:a16="http://schemas.microsoft.com/office/drawing/2014/main" id="{5111550E-DD6C-68D9-796D-CC69B24BB8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3066943" y="-3066947"/>
            <a:ext cx="311361" cy="644525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31" name="Freeform: Shape 59">
            <a:extLst>
              <a:ext uri="{FF2B5EF4-FFF2-40B4-BE49-F238E27FC236}">
                <a16:creationId xmlns:a16="http://schemas.microsoft.com/office/drawing/2014/main" id="{29EB5C97-94A5-1E7B-8EEE-F0194617F2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 flipV="1">
            <a:off x="5673214" y="-460675"/>
            <a:ext cx="312166" cy="1231903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403921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Quote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CE66BBE-3119-84C9-214F-FCCB3DF5A6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99616" y="1344168"/>
            <a:ext cx="9198864" cy="3291840"/>
          </a:xfrm>
        </p:spPr>
        <p:txBody>
          <a:bodyPr anchor="ctr">
            <a:noAutofit/>
          </a:bodyPr>
          <a:lstStyle>
            <a:lvl1pPr algn="l">
              <a:lnSpc>
                <a:spcPct val="100000"/>
              </a:lnSpc>
              <a:defRPr sz="4000" b="0"/>
            </a:lvl1pPr>
          </a:lstStyle>
          <a:p>
            <a:r>
              <a:rPr lang="en-US"/>
              <a:t>Click to edit Quote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499616" y="5349240"/>
            <a:ext cx="9198864" cy="466344"/>
          </a:xfrm>
        </p:spPr>
        <p:txBody>
          <a:bodyPr anchor="ctr">
            <a:noAutofit/>
          </a:bodyPr>
          <a:lstStyle>
            <a:lvl1pPr marL="0" indent="0" algn="l">
              <a:buNone/>
              <a:defRPr sz="2200" b="1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Quote Author</a:t>
            </a:r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10EAFB48-77A7-BA54-C30E-13615B2CFC34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6/9/2025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2CA297-04CE-E894-0801-F7FA853E16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802B948-797F-2EDF-6B6F-80E26357F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Freeform: Shape 59">
            <a:extLst>
              <a:ext uri="{FF2B5EF4-FFF2-40B4-BE49-F238E27FC236}">
                <a16:creationId xmlns:a16="http://schemas.microsoft.com/office/drawing/2014/main" id="{37AA86A7-00D3-E74F-78A0-15D0D5E677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886461" y="0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9" name="Rectangle 9">
            <a:extLst>
              <a:ext uri="{FF2B5EF4-FFF2-40B4-BE49-F238E27FC236}">
                <a16:creationId xmlns:a16="http://schemas.microsoft.com/office/drawing/2014/main" id="{E6BF3A7D-5E07-57E7-65BD-0684EBF6BC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V="1">
            <a:off x="11538341" y="890"/>
            <a:ext cx="654549" cy="65276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Rectangle 11">
            <a:extLst>
              <a:ext uri="{FF2B5EF4-FFF2-40B4-BE49-F238E27FC236}">
                <a16:creationId xmlns:a16="http://schemas.microsoft.com/office/drawing/2014/main" id="{8DC52BC5-949D-F72A-1862-B4C2DF8ADF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>
            <a:off x="-889" y="6204342"/>
            <a:ext cx="654546" cy="65276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Freeform: Shape 59">
            <a:extLst>
              <a:ext uri="{FF2B5EF4-FFF2-40B4-BE49-F238E27FC236}">
                <a16:creationId xmlns:a16="http://schemas.microsoft.com/office/drawing/2014/main" id="{64EF6841-D3F8-5018-9386-312A1A88CA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652769" y="6203452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286976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8">
            <a:extLst>
              <a:ext uri="{FF2B5EF4-FFF2-40B4-BE49-F238E27FC236}">
                <a16:creationId xmlns:a16="http://schemas.microsoft.com/office/drawing/2014/main" id="{9DEA9FFE-FE2C-A2CF-6A54-6A11FD0459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 flipV="1">
            <a:off x="10693958" y="4558433"/>
            <a:ext cx="1498042" cy="229956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Freeform: Shape 59">
            <a:extLst>
              <a:ext uri="{FF2B5EF4-FFF2-40B4-BE49-F238E27FC236}">
                <a16:creationId xmlns:a16="http://schemas.microsoft.com/office/drawing/2014/main" id="{7F3191B1-5F85-BFE9-41AB-CC31EB42A1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0693958" y="4558438"/>
            <a:ext cx="1498042" cy="2299562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44000" y="1234440"/>
            <a:ext cx="8961120" cy="3169920"/>
          </a:xfrm>
        </p:spPr>
        <p:txBody>
          <a:bodyPr anchor="ctr">
            <a:noAutofit/>
          </a:bodyPr>
          <a:lstStyle>
            <a:lvl1pPr algn="l">
              <a:lnSpc>
                <a:spcPct val="100000"/>
              </a:lnSpc>
              <a:defRPr sz="4400" b="0"/>
            </a:lvl1pPr>
          </a:lstStyle>
          <a:p>
            <a:r>
              <a:rPr lang="en-US"/>
              <a:t>Click to edit Quote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41793" y="5540026"/>
            <a:ext cx="8961120" cy="466344"/>
          </a:xfrm>
        </p:spPr>
        <p:txBody>
          <a:bodyPr anchor="ctr">
            <a:noAutofit/>
          </a:bodyPr>
          <a:lstStyle>
            <a:lvl1pPr marL="0" indent="0" algn="l">
              <a:buNone/>
              <a:defRPr sz="22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Quote Author</a:t>
            </a:r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751857FF-9996-86DA-9589-6D9F2E71838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6/9/2025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06B0CE-1E90-D91B-206A-1AAEF0D8BA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5A564268-0963-3A71-EC86-705E6E6545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B0AFCBF-0E31-230A-60F4-103AA780AE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0693958" y="0"/>
            <a:ext cx="1498041" cy="245649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8" name="Freeform: Shape 59">
            <a:extLst>
              <a:ext uri="{FF2B5EF4-FFF2-40B4-BE49-F238E27FC236}">
                <a16:creationId xmlns:a16="http://schemas.microsoft.com/office/drawing/2014/main" id="{15B40AB6-F47D-71EB-5487-2535D533CE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0702662" y="-1"/>
            <a:ext cx="1489338" cy="2456489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20880F52-3352-D5BD-BC6D-2567B22B1D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0693958" y="2456494"/>
            <a:ext cx="1498041" cy="2101947"/>
          </a:xfrm>
          <a:prstGeom prst="rect">
            <a:avLst/>
          </a:pr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693C49F-06BF-DE6C-456D-E415925B37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10693958" y="3813296"/>
            <a:ext cx="1497360" cy="745145"/>
          </a:xfrm>
          <a:custGeom>
            <a:avLst/>
            <a:gdLst>
              <a:gd name="connsiteX0" fmla="*/ 0 w 2351450"/>
              <a:gd name="connsiteY0" fmla="*/ 0 h 1170173"/>
              <a:gd name="connsiteX1" fmla="*/ 2351450 w 2351450"/>
              <a:gd name="connsiteY1" fmla="*/ 0 h 1170173"/>
              <a:gd name="connsiteX2" fmla="*/ 2345674 w 2351450"/>
              <a:gd name="connsiteY2" fmla="*/ 114394 h 1170173"/>
              <a:gd name="connsiteX3" fmla="*/ 1175725 w 2351450"/>
              <a:gd name="connsiteY3" fmla="*/ 1170173 h 1170173"/>
              <a:gd name="connsiteX4" fmla="*/ 5777 w 2351450"/>
              <a:gd name="connsiteY4" fmla="*/ 114394 h 11701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51450" h="1170173">
                <a:moveTo>
                  <a:pt x="0" y="0"/>
                </a:moveTo>
                <a:lnTo>
                  <a:pt x="2351450" y="0"/>
                </a:lnTo>
                <a:lnTo>
                  <a:pt x="2345674" y="114394"/>
                </a:lnTo>
                <a:cubicBezTo>
                  <a:pt x="2285450" y="707410"/>
                  <a:pt x="1784630" y="1170173"/>
                  <a:pt x="1175725" y="1170173"/>
                </a:cubicBezTo>
                <a:cubicBezTo>
                  <a:pt x="566821" y="1170173"/>
                  <a:pt x="66001" y="707410"/>
                  <a:pt x="5777" y="1143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54478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831919"/>
            <a:ext cx="10515600" cy="1132258"/>
          </a:xfrm>
        </p:spPr>
        <p:txBody>
          <a:bodyPr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4DC103C-4E45-07FA-2734-5BAE2624DC4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8200" y="2147455"/>
            <a:ext cx="5181600" cy="3878625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88F1ED9-CE64-0191-F909-FDC002A7456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72200" y="2147455"/>
            <a:ext cx="5181600" cy="3878625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4" name="Date Placeholder 3">
            <a:extLst>
              <a:ext uri="{FF2B5EF4-FFF2-40B4-BE49-F238E27FC236}">
                <a16:creationId xmlns:a16="http://schemas.microsoft.com/office/drawing/2014/main" id="{3951C9BE-1BC0-DA0E-97D3-AEEBAEC8912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6/9/2025</a:t>
            </a:fld>
            <a:endParaRPr lang="en-US"/>
          </a:p>
        </p:txBody>
      </p:sp>
      <p:sp>
        <p:nvSpPr>
          <p:cNvPr id="23" name="Footer Placeholder 4">
            <a:extLst>
              <a:ext uri="{FF2B5EF4-FFF2-40B4-BE49-F238E27FC236}">
                <a16:creationId xmlns:a16="http://schemas.microsoft.com/office/drawing/2014/main" id="{2A408A81-CDF6-5FC4-EB66-DF74E6CD65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84B2F785-3677-7806-7A3C-AB27487BB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1" name="Rectangle 6">
            <a:extLst>
              <a:ext uri="{FF2B5EF4-FFF2-40B4-BE49-F238E27FC236}">
                <a16:creationId xmlns:a16="http://schemas.microsoft.com/office/drawing/2014/main" id="{0792B4B1-A255-634B-7113-0BE8BAE88A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11716760" y="-163879"/>
            <a:ext cx="312165" cy="6383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32" name="Rectangle 6">
            <a:extLst>
              <a:ext uri="{FF2B5EF4-FFF2-40B4-BE49-F238E27FC236}">
                <a16:creationId xmlns:a16="http://schemas.microsoft.com/office/drawing/2014/main" id="{3E17EB6F-9BB3-4A94-402E-FAD02B2C59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8843383" y="-2398940"/>
            <a:ext cx="312165" cy="5108436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33" name="Rectangle 6">
            <a:extLst>
              <a:ext uri="{FF2B5EF4-FFF2-40B4-BE49-F238E27FC236}">
                <a16:creationId xmlns:a16="http://schemas.microsoft.com/office/drawing/2014/main" id="{B5C09CFD-5DB4-D507-3AC9-437BB1B64D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3066943" y="-3066947"/>
            <a:ext cx="311361" cy="644525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34" name="Freeform: Shape 59">
            <a:extLst>
              <a:ext uri="{FF2B5EF4-FFF2-40B4-BE49-F238E27FC236}">
                <a16:creationId xmlns:a16="http://schemas.microsoft.com/office/drawing/2014/main" id="{3D77659E-88C7-E969-8E1D-2B9E7B0953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 flipV="1">
            <a:off x="5673214" y="-460675"/>
            <a:ext cx="312166" cy="1231903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01311222"/>
      </p:ext>
    </p:extLst>
  </p:cSld>
  <p:clrMapOvr>
    <a:masterClrMapping/>
  </p:clrMapOvr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86374" y="838988"/>
            <a:ext cx="10461626" cy="1143292"/>
          </a:xfrm>
        </p:spPr>
        <p:txBody>
          <a:bodyPr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44000" y="2142935"/>
            <a:ext cx="5157787" cy="559834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44000" y="2844801"/>
            <a:ext cx="5157788" cy="3174212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164812" y="2142935"/>
            <a:ext cx="5183188" cy="559834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0D5795C-6228-AA6F-1CF7-AD7010686BC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64812" y="2844801"/>
            <a:ext cx="5183188" cy="3174212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954F43-A159-C557-9E6B-CFF4F1036926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6/9/2025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8669F11A-4BB7-E399-ADBB-0F360C066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456F30B9-EE4B-C493-7E8E-D3B0E35E0B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4" name="Freeform: Shape 16">
            <a:extLst>
              <a:ext uri="{FF2B5EF4-FFF2-40B4-BE49-F238E27FC236}">
                <a16:creationId xmlns:a16="http://schemas.microsoft.com/office/drawing/2014/main" id="{03AB0DEF-0DAF-10A0-D371-A2D5CFF307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86467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5" name="Freeform: Shape 17">
            <a:extLst>
              <a:ext uri="{FF2B5EF4-FFF2-40B4-BE49-F238E27FC236}">
                <a16:creationId xmlns:a16="http://schemas.microsoft.com/office/drawing/2014/main" id="{CE00B65A-4DD3-A66E-7B7D-B1480BCB51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764589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6" name="Freeform: Shape 19">
            <a:extLst>
              <a:ext uri="{FF2B5EF4-FFF2-40B4-BE49-F238E27FC236}">
                <a16:creationId xmlns:a16="http://schemas.microsoft.com/office/drawing/2014/main" id="{69C3029D-7FB9-5E45-82D3-D6A8844A68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7" name="Freeform: Shape 18">
            <a:extLst>
              <a:ext uri="{FF2B5EF4-FFF2-40B4-BE49-F238E27FC236}">
                <a16:creationId xmlns:a16="http://schemas.microsoft.com/office/drawing/2014/main" id="{BE1498E0-4720-9D5C-04B8-B5A8136185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478123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26910443"/>
      </p:ext>
    </p:extLst>
  </p:cSld>
  <p:clrMapOvr>
    <a:masterClrMapping/>
  </p:clrMapOvr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3-item Lis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86783"/>
            <a:ext cx="10504000" cy="1132258"/>
          </a:xfrm>
        </p:spPr>
        <p:txBody>
          <a:bodyPr anchor="ctr">
            <a:noAutofit/>
          </a:bodyPr>
          <a:lstStyle>
            <a:lvl1pPr algn="ctr"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2" name="Picture Placeholder21">
            <a:extLst>
              <a:ext uri="{FF2B5EF4-FFF2-40B4-BE49-F238E27FC236}">
                <a16:creationId xmlns:a16="http://schemas.microsoft.com/office/drawing/2014/main" id="{D0542117-0280-7EF2-981E-7EBEEA22B83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380778" y="2533650"/>
            <a:ext cx="2684463" cy="1431925"/>
          </a:xfrm>
        </p:spPr>
        <p:txBody>
          <a:bodyPr/>
          <a:lstStyle/>
          <a:p>
            <a:endParaRPr lang="en-GB"/>
          </a:p>
        </p:txBody>
      </p:sp>
      <p:sp>
        <p:nvSpPr>
          <p:cNvPr id="8" name="Text Placeholder 35">
            <a:extLst>
              <a:ext uri="{FF2B5EF4-FFF2-40B4-BE49-F238E27FC236}">
                <a16:creationId xmlns:a16="http://schemas.microsoft.com/office/drawing/2014/main" id="{C0CA7D34-E67D-8E1E-D764-4EEF48B5F106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1372424" y="4044953"/>
            <a:ext cx="2692817" cy="680705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Text Placeholder 35">
            <a:extLst>
              <a:ext uri="{FF2B5EF4-FFF2-40B4-BE49-F238E27FC236}">
                <a16:creationId xmlns:a16="http://schemas.microsoft.com/office/drawing/2014/main" id="{BF9C1CC2-757F-2074-A27F-0C3465D031C7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1372424" y="4860184"/>
            <a:ext cx="2692817" cy="87961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400"/>
            </a:lvl1pPr>
            <a:lvl2pPr algn="ctr">
              <a:spcBef>
                <a:spcPts val="0"/>
              </a:spcBef>
              <a:defRPr sz="1400"/>
            </a:lvl2pPr>
            <a:lvl3pPr algn="ctr">
              <a:spcBef>
                <a:spcPts val="0"/>
              </a:spcBef>
              <a:defRPr sz="1400"/>
            </a:lvl3pPr>
            <a:lvl4pPr algn="ctr">
              <a:spcBef>
                <a:spcPts val="0"/>
              </a:spcBef>
              <a:defRPr sz="1400"/>
            </a:lvl4pPr>
            <a:lvl5pPr algn="ctr">
              <a:spcBef>
                <a:spcPts val="0"/>
              </a:spcBef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5" name="Picture Placeholder21">
            <a:extLst>
              <a:ext uri="{FF2B5EF4-FFF2-40B4-BE49-F238E27FC236}">
                <a16:creationId xmlns:a16="http://schemas.microsoft.com/office/drawing/2014/main" id="{57B833E3-1027-D68D-486F-417BDE65BF44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753768" y="2533650"/>
            <a:ext cx="2684463" cy="1431925"/>
          </a:xfrm>
        </p:spPr>
        <p:txBody>
          <a:bodyPr/>
          <a:lstStyle/>
          <a:p>
            <a:endParaRPr lang="en-GB"/>
          </a:p>
        </p:txBody>
      </p:sp>
      <p:sp>
        <p:nvSpPr>
          <p:cNvPr id="12" name="Text Placeholder 35">
            <a:extLst>
              <a:ext uri="{FF2B5EF4-FFF2-40B4-BE49-F238E27FC236}">
                <a16:creationId xmlns:a16="http://schemas.microsoft.com/office/drawing/2014/main" id="{51119BFC-5232-31B7-0199-2BC44B1610E9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4745414" y="4044953"/>
            <a:ext cx="2692817" cy="680705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3" name="Text Placeholder 35">
            <a:extLst>
              <a:ext uri="{FF2B5EF4-FFF2-40B4-BE49-F238E27FC236}">
                <a16:creationId xmlns:a16="http://schemas.microsoft.com/office/drawing/2014/main" id="{5B52BFC0-79AE-E39B-C284-97D8EDBCA7A0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4745414" y="4860184"/>
            <a:ext cx="2692817" cy="87961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400"/>
            </a:lvl1pPr>
            <a:lvl2pPr algn="ctr">
              <a:spcBef>
                <a:spcPts val="0"/>
              </a:spcBef>
              <a:defRPr sz="1400"/>
            </a:lvl2pPr>
            <a:lvl3pPr algn="ctr">
              <a:spcBef>
                <a:spcPts val="0"/>
              </a:spcBef>
              <a:defRPr sz="1400"/>
            </a:lvl3pPr>
            <a:lvl4pPr algn="ctr">
              <a:spcBef>
                <a:spcPts val="0"/>
              </a:spcBef>
              <a:defRPr sz="1400"/>
            </a:lvl4pPr>
            <a:lvl5pPr algn="ctr">
              <a:spcBef>
                <a:spcPts val="0"/>
              </a:spcBef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8" name="Picture Placeholder 21">
            <a:extLst>
              <a:ext uri="{FF2B5EF4-FFF2-40B4-BE49-F238E27FC236}">
                <a16:creationId xmlns:a16="http://schemas.microsoft.com/office/drawing/2014/main" id="{CF406033-2018-29A3-CCC9-6C9E44FD5D18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114789" y="2533650"/>
            <a:ext cx="2684463" cy="1431925"/>
          </a:xfrm>
        </p:spPr>
        <p:txBody>
          <a:bodyPr/>
          <a:lstStyle/>
          <a:p>
            <a:endParaRPr lang="en-GB"/>
          </a:p>
        </p:txBody>
      </p:sp>
      <p:sp>
        <p:nvSpPr>
          <p:cNvPr id="18" name="Text Placeholder 35">
            <a:extLst>
              <a:ext uri="{FF2B5EF4-FFF2-40B4-BE49-F238E27FC236}">
                <a16:creationId xmlns:a16="http://schemas.microsoft.com/office/drawing/2014/main" id="{C3ED7ECE-1ADF-CD96-C30D-6F02AC54B1FE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8106435" y="4044953"/>
            <a:ext cx="2692817" cy="680705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1" name="Text Placeholder 35">
            <a:extLst>
              <a:ext uri="{FF2B5EF4-FFF2-40B4-BE49-F238E27FC236}">
                <a16:creationId xmlns:a16="http://schemas.microsoft.com/office/drawing/2014/main" id="{12DF7936-36F7-44AF-D721-23AB6274392F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8106435" y="4860184"/>
            <a:ext cx="2692817" cy="87961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400"/>
            </a:lvl1pPr>
            <a:lvl2pPr algn="ctr">
              <a:spcBef>
                <a:spcPts val="0"/>
              </a:spcBef>
              <a:defRPr sz="1400"/>
            </a:lvl2pPr>
            <a:lvl3pPr algn="ctr">
              <a:spcBef>
                <a:spcPts val="0"/>
              </a:spcBef>
              <a:defRPr sz="1400"/>
            </a:lvl3pPr>
            <a:lvl4pPr algn="ctr">
              <a:spcBef>
                <a:spcPts val="0"/>
              </a:spcBef>
              <a:defRPr sz="1400"/>
            </a:lvl4pPr>
            <a:lvl5pPr algn="ctr">
              <a:spcBef>
                <a:spcPts val="0"/>
              </a:spcBef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D33EABF6-4EA1-0F72-47E7-E214CDBF7DD4}"/>
              </a:ext>
            </a:extLst>
          </p:cNvPr>
          <p:cNvSpPr>
            <a:spLocks noGrp="1"/>
          </p:cNvSpPr>
          <p:nvPr>
            <p:ph type="dt" sz="half" idx="45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6/9/2025</a:t>
            </a:fld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F3BA8BAB-E3F7-7F34-F87D-AA46C5710F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CE3977F9-FC55-44B0-53B8-ADB4C12EC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4" name="Freeform: Shape 59">
            <a:extLst>
              <a:ext uri="{FF2B5EF4-FFF2-40B4-BE49-F238E27FC236}">
                <a16:creationId xmlns:a16="http://schemas.microsoft.com/office/drawing/2014/main" id="{ED3CEBA7-0265-2989-2EC6-ED2043F337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886461" y="0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5" name="Rectangle 9">
            <a:extLst>
              <a:ext uri="{FF2B5EF4-FFF2-40B4-BE49-F238E27FC236}">
                <a16:creationId xmlns:a16="http://schemas.microsoft.com/office/drawing/2014/main" id="{A25533D8-30B7-6701-E92E-C0BA672DCC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V="1">
            <a:off x="11538341" y="890"/>
            <a:ext cx="654549" cy="65276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Rectangle 11">
            <a:extLst>
              <a:ext uri="{FF2B5EF4-FFF2-40B4-BE49-F238E27FC236}">
                <a16:creationId xmlns:a16="http://schemas.microsoft.com/office/drawing/2014/main" id="{C35F9418-7400-2BD9-AE41-597ECEA379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>
            <a:off x="-889" y="6204342"/>
            <a:ext cx="654546" cy="65276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Freeform: Shape 59">
            <a:extLst>
              <a:ext uri="{FF2B5EF4-FFF2-40B4-BE49-F238E27FC236}">
                <a16:creationId xmlns:a16="http://schemas.microsoft.com/office/drawing/2014/main" id="{C0743258-BC4B-50FD-71BE-9D97DF0A87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652769" y="6203452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24706914"/>
      </p:ext>
    </p:extLst>
  </p:cSld>
  <p:clrMapOvr>
    <a:masterClrMapping/>
  </p:clrMapOvr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-item Lists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86783"/>
            <a:ext cx="10504000" cy="1132258"/>
          </a:xfrm>
        </p:spPr>
        <p:txBody>
          <a:bodyPr anchor="ctr">
            <a:noAutofit/>
          </a:bodyPr>
          <a:lstStyle>
            <a:lvl1pPr algn="ctr"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0" name="Text Placeholder 35">
            <a:extLst>
              <a:ext uri="{FF2B5EF4-FFF2-40B4-BE49-F238E27FC236}">
                <a16:creationId xmlns:a16="http://schemas.microsoft.com/office/drawing/2014/main" id="{A6D91015-EB22-C504-4A41-5D8469D6BF38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2064866" y="2456269"/>
            <a:ext cx="3568837" cy="609600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1" name="Text Placeholder 35">
            <a:extLst>
              <a:ext uri="{FF2B5EF4-FFF2-40B4-BE49-F238E27FC236}">
                <a16:creationId xmlns:a16="http://schemas.microsoft.com/office/drawing/2014/main" id="{532D2B12-D41E-8DA0-8841-A776ACF4492B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064866" y="3200395"/>
            <a:ext cx="3568837" cy="78965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algn="ctr">
              <a:spcBef>
                <a:spcPts val="0"/>
              </a:spcBef>
              <a:defRPr sz="1400"/>
            </a:lvl2pPr>
            <a:lvl3pPr algn="ctr">
              <a:spcBef>
                <a:spcPts val="0"/>
              </a:spcBef>
              <a:defRPr sz="1400"/>
            </a:lvl3pPr>
            <a:lvl4pPr algn="ctr">
              <a:spcBef>
                <a:spcPts val="0"/>
              </a:spcBef>
              <a:defRPr sz="1400"/>
            </a:lvl4pPr>
            <a:lvl5pPr algn="ctr">
              <a:spcBef>
                <a:spcPts val="0"/>
              </a:spcBef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2" name="Text Placeholder 35">
            <a:extLst>
              <a:ext uri="{FF2B5EF4-FFF2-40B4-BE49-F238E27FC236}">
                <a16:creationId xmlns:a16="http://schemas.microsoft.com/office/drawing/2014/main" id="{40A11E8F-696A-E4EF-90AF-7299A387E89D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6556353" y="2456269"/>
            <a:ext cx="3568837" cy="609600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3" name="Text Placeholder 35">
            <a:extLst>
              <a:ext uri="{FF2B5EF4-FFF2-40B4-BE49-F238E27FC236}">
                <a16:creationId xmlns:a16="http://schemas.microsoft.com/office/drawing/2014/main" id="{ED0764D2-EF05-95D7-E518-B428DEA78A5B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6556353" y="3200395"/>
            <a:ext cx="3568837" cy="78965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algn="ctr">
              <a:spcBef>
                <a:spcPts val="0"/>
              </a:spcBef>
              <a:defRPr sz="1400"/>
            </a:lvl2pPr>
            <a:lvl3pPr algn="ctr">
              <a:spcBef>
                <a:spcPts val="0"/>
              </a:spcBef>
              <a:defRPr sz="1400"/>
            </a:lvl3pPr>
            <a:lvl4pPr algn="ctr">
              <a:spcBef>
                <a:spcPts val="0"/>
              </a:spcBef>
              <a:defRPr sz="1400"/>
            </a:lvl4pPr>
            <a:lvl5pPr algn="ctr">
              <a:spcBef>
                <a:spcPts val="0"/>
              </a:spcBef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4" name="Text Placeholder 35">
            <a:extLst>
              <a:ext uri="{FF2B5EF4-FFF2-40B4-BE49-F238E27FC236}">
                <a16:creationId xmlns:a16="http://schemas.microsoft.com/office/drawing/2014/main" id="{C07DDEA9-66DD-7AAA-0D2F-798B2B9629EE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2064866" y="4332161"/>
            <a:ext cx="3568837" cy="609600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5" name="Text Placeholder 35">
            <a:extLst>
              <a:ext uri="{FF2B5EF4-FFF2-40B4-BE49-F238E27FC236}">
                <a16:creationId xmlns:a16="http://schemas.microsoft.com/office/drawing/2014/main" id="{D27F749F-CAF5-FF7B-7CF9-192E8764322C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2064866" y="5076287"/>
            <a:ext cx="3568837" cy="78965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algn="ctr">
              <a:spcBef>
                <a:spcPts val="0"/>
              </a:spcBef>
              <a:defRPr sz="1400"/>
            </a:lvl2pPr>
            <a:lvl3pPr algn="ctr">
              <a:spcBef>
                <a:spcPts val="0"/>
              </a:spcBef>
              <a:defRPr sz="1400"/>
            </a:lvl3pPr>
            <a:lvl4pPr algn="ctr">
              <a:spcBef>
                <a:spcPts val="0"/>
              </a:spcBef>
              <a:defRPr sz="1400"/>
            </a:lvl4pPr>
            <a:lvl5pPr algn="ctr">
              <a:spcBef>
                <a:spcPts val="0"/>
              </a:spcBef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6" name="Text Placeholder 35">
            <a:extLst>
              <a:ext uri="{FF2B5EF4-FFF2-40B4-BE49-F238E27FC236}">
                <a16:creationId xmlns:a16="http://schemas.microsoft.com/office/drawing/2014/main" id="{BC192F01-6AB2-5F7C-6D0A-CB9465FB2B17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6556353" y="4332161"/>
            <a:ext cx="3568837" cy="609600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7" name="Text Placeholder 35">
            <a:extLst>
              <a:ext uri="{FF2B5EF4-FFF2-40B4-BE49-F238E27FC236}">
                <a16:creationId xmlns:a16="http://schemas.microsoft.com/office/drawing/2014/main" id="{92B7605E-FACE-97D3-9DDD-CBD52582C52F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6556353" y="5076287"/>
            <a:ext cx="3568837" cy="78965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algn="ctr">
              <a:spcBef>
                <a:spcPts val="0"/>
              </a:spcBef>
              <a:defRPr sz="1400"/>
            </a:lvl2pPr>
            <a:lvl3pPr algn="ctr">
              <a:spcBef>
                <a:spcPts val="0"/>
              </a:spcBef>
              <a:defRPr sz="1400"/>
            </a:lvl3pPr>
            <a:lvl4pPr algn="ctr">
              <a:spcBef>
                <a:spcPts val="0"/>
              </a:spcBef>
              <a:defRPr sz="1400"/>
            </a:lvl4pPr>
            <a:lvl5pPr algn="ctr">
              <a:spcBef>
                <a:spcPts val="0"/>
              </a:spcBef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3077065C-2494-1885-831E-3BA6D45D1B23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6/9/2025</a:t>
            </a:fld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F3BA8BAB-E3F7-7F34-F87D-AA46C5710F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CE3977F9-FC55-44B0-53B8-ADB4C12EC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4" name="Freeform: Shape 16">
            <a:extLst>
              <a:ext uri="{FF2B5EF4-FFF2-40B4-BE49-F238E27FC236}">
                <a16:creationId xmlns:a16="http://schemas.microsoft.com/office/drawing/2014/main" id="{9495CF4B-5A18-C9CB-401F-E668B73D1D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86467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5" name="Freeform: Shape 17">
            <a:extLst>
              <a:ext uri="{FF2B5EF4-FFF2-40B4-BE49-F238E27FC236}">
                <a16:creationId xmlns:a16="http://schemas.microsoft.com/office/drawing/2014/main" id="{A3A58E7B-24DB-5995-5E8D-E19B88CD12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764589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6" name="Freeform: Shape 19">
            <a:extLst>
              <a:ext uri="{FF2B5EF4-FFF2-40B4-BE49-F238E27FC236}">
                <a16:creationId xmlns:a16="http://schemas.microsoft.com/office/drawing/2014/main" id="{7AEF2BAC-C579-9EFD-2089-8AAF5C6A93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7" name="Freeform: Shape 18">
            <a:extLst>
              <a:ext uri="{FF2B5EF4-FFF2-40B4-BE49-F238E27FC236}">
                <a16:creationId xmlns:a16="http://schemas.microsoft.com/office/drawing/2014/main" id="{5D70562F-DEEF-5606-F5E8-63AEA8B627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478123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81185976"/>
      </p:ext>
    </p:extLst>
  </p:cSld>
  <p:clrMapOvr>
    <a:masterClrMapping/>
  </p:clrMapOvr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-item List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86783"/>
            <a:ext cx="10504000" cy="1132258"/>
          </a:xfrm>
        </p:spPr>
        <p:txBody>
          <a:bodyPr anchor="ctr">
            <a:noAutofit/>
          </a:bodyPr>
          <a:lstStyle>
            <a:lvl1pPr algn="ctr"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1" name="Picture Placeholder 30">
            <a:extLst>
              <a:ext uri="{FF2B5EF4-FFF2-40B4-BE49-F238E27FC236}">
                <a16:creationId xmlns:a16="http://schemas.microsoft.com/office/drawing/2014/main" id="{1E932CF8-809C-FD53-EC2F-3F8B262C9E10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1628775" y="2362200"/>
            <a:ext cx="1122363" cy="1482577"/>
          </a:xfrm>
        </p:spPr>
        <p:txBody>
          <a:bodyPr/>
          <a:lstStyle/>
          <a:p>
            <a:endParaRPr lang="en-GB"/>
          </a:p>
        </p:txBody>
      </p:sp>
      <p:sp>
        <p:nvSpPr>
          <p:cNvPr id="35" name="Text Placeholder 35">
            <a:extLst>
              <a:ext uri="{FF2B5EF4-FFF2-40B4-BE49-F238E27FC236}">
                <a16:creationId xmlns:a16="http://schemas.microsoft.com/office/drawing/2014/main" id="{C5471E28-499C-13C5-B42B-B8FC431D733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2930248" y="2355585"/>
            <a:ext cx="2683398" cy="609600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6" name="Text Placeholder 35">
            <a:extLst>
              <a:ext uri="{FF2B5EF4-FFF2-40B4-BE49-F238E27FC236}">
                <a16:creationId xmlns:a16="http://schemas.microsoft.com/office/drawing/2014/main" id="{0A5EC27E-AE02-883E-31F5-32208B9F14C7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2930248" y="3099711"/>
            <a:ext cx="2683398" cy="78965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spcBef>
                <a:spcPts val="0"/>
              </a:spcBef>
              <a:defRPr sz="1400"/>
            </a:lvl2pPr>
            <a:lvl3pPr>
              <a:spcBef>
                <a:spcPts val="0"/>
              </a:spcBef>
              <a:defRPr sz="1400"/>
            </a:lvl3pPr>
            <a:lvl4pPr>
              <a:spcBef>
                <a:spcPts val="0"/>
              </a:spcBef>
              <a:defRPr sz="1400"/>
            </a:lvl4pPr>
            <a:lvl5pPr>
              <a:spcBef>
                <a:spcPts val="0"/>
              </a:spcBef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3" name="Picture Placeholder 30">
            <a:extLst>
              <a:ext uri="{FF2B5EF4-FFF2-40B4-BE49-F238E27FC236}">
                <a16:creationId xmlns:a16="http://schemas.microsoft.com/office/drawing/2014/main" id="{5771AF9B-91C5-4FCF-3268-BEF15CB2C657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578356" y="2362200"/>
            <a:ext cx="1122363" cy="1482577"/>
          </a:xfrm>
        </p:spPr>
        <p:txBody>
          <a:bodyPr/>
          <a:lstStyle/>
          <a:p>
            <a:endParaRPr lang="en-GB"/>
          </a:p>
        </p:txBody>
      </p:sp>
      <p:sp>
        <p:nvSpPr>
          <p:cNvPr id="37" name="Text Placeholder 35">
            <a:extLst>
              <a:ext uri="{FF2B5EF4-FFF2-40B4-BE49-F238E27FC236}">
                <a16:creationId xmlns:a16="http://schemas.microsoft.com/office/drawing/2014/main" id="{16CD61A4-9D01-CB18-B80D-F0D20394AF22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7876966" y="2355585"/>
            <a:ext cx="2683398" cy="609600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8" name="Text Placeholder 35">
            <a:extLst>
              <a:ext uri="{FF2B5EF4-FFF2-40B4-BE49-F238E27FC236}">
                <a16:creationId xmlns:a16="http://schemas.microsoft.com/office/drawing/2014/main" id="{EA936668-A06C-15E6-9A5A-A170E3C8A6D7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7876966" y="3099711"/>
            <a:ext cx="2683398" cy="78965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spcBef>
                <a:spcPts val="0"/>
              </a:spcBef>
              <a:defRPr sz="1400"/>
            </a:lvl2pPr>
            <a:lvl3pPr>
              <a:spcBef>
                <a:spcPts val="0"/>
              </a:spcBef>
              <a:defRPr sz="1400"/>
            </a:lvl3pPr>
            <a:lvl4pPr>
              <a:spcBef>
                <a:spcPts val="0"/>
              </a:spcBef>
              <a:defRPr sz="1400"/>
            </a:lvl4pPr>
            <a:lvl5pPr>
              <a:spcBef>
                <a:spcPts val="0"/>
              </a:spcBef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2" name="Picture Placeholder 30">
            <a:extLst>
              <a:ext uri="{FF2B5EF4-FFF2-40B4-BE49-F238E27FC236}">
                <a16:creationId xmlns:a16="http://schemas.microsoft.com/office/drawing/2014/main" id="{66E6D2AA-72F5-D5EB-9F7A-61EFDB86790E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1628775" y="4307775"/>
            <a:ext cx="1122363" cy="1482577"/>
          </a:xfrm>
        </p:spPr>
        <p:txBody>
          <a:bodyPr/>
          <a:lstStyle/>
          <a:p>
            <a:endParaRPr lang="en-GB"/>
          </a:p>
        </p:txBody>
      </p:sp>
      <p:sp>
        <p:nvSpPr>
          <p:cNvPr id="39" name="Text Placeholder 35">
            <a:extLst>
              <a:ext uri="{FF2B5EF4-FFF2-40B4-BE49-F238E27FC236}">
                <a16:creationId xmlns:a16="http://schemas.microsoft.com/office/drawing/2014/main" id="{06D78574-9004-D5A4-06C4-6DE8A9BCBC0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2930248" y="4280325"/>
            <a:ext cx="2683398" cy="609600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0" name="Text Placeholder 35">
            <a:extLst>
              <a:ext uri="{FF2B5EF4-FFF2-40B4-BE49-F238E27FC236}">
                <a16:creationId xmlns:a16="http://schemas.microsoft.com/office/drawing/2014/main" id="{9A4992FB-C1F4-515B-6938-346345DE2B80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2930248" y="5024451"/>
            <a:ext cx="2683398" cy="78965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spcBef>
                <a:spcPts val="0"/>
              </a:spcBef>
              <a:defRPr sz="1400"/>
            </a:lvl2pPr>
            <a:lvl3pPr>
              <a:spcBef>
                <a:spcPts val="0"/>
              </a:spcBef>
              <a:defRPr sz="1400"/>
            </a:lvl3pPr>
            <a:lvl4pPr>
              <a:spcBef>
                <a:spcPts val="0"/>
              </a:spcBef>
              <a:defRPr sz="1400"/>
            </a:lvl4pPr>
            <a:lvl5pPr>
              <a:spcBef>
                <a:spcPts val="0"/>
              </a:spcBef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4" name="Picture Placeholder 30">
            <a:extLst>
              <a:ext uri="{FF2B5EF4-FFF2-40B4-BE49-F238E27FC236}">
                <a16:creationId xmlns:a16="http://schemas.microsoft.com/office/drawing/2014/main" id="{D7A8246B-3515-AD53-2508-3FC029202DA0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6578356" y="4307775"/>
            <a:ext cx="1122363" cy="1482577"/>
          </a:xfrm>
        </p:spPr>
        <p:txBody>
          <a:bodyPr/>
          <a:lstStyle/>
          <a:p>
            <a:endParaRPr lang="en-GB"/>
          </a:p>
        </p:txBody>
      </p:sp>
      <p:sp>
        <p:nvSpPr>
          <p:cNvPr id="41" name="Text Placeholder 35">
            <a:extLst>
              <a:ext uri="{FF2B5EF4-FFF2-40B4-BE49-F238E27FC236}">
                <a16:creationId xmlns:a16="http://schemas.microsoft.com/office/drawing/2014/main" id="{1FFCB778-56FA-17FD-49C7-D7F1BDD26C18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7876966" y="4280325"/>
            <a:ext cx="2683398" cy="609600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2" name="Text Placeholder 35">
            <a:extLst>
              <a:ext uri="{FF2B5EF4-FFF2-40B4-BE49-F238E27FC236}">
                <a16:creationId xmlns:a16="http://schemas.microsoft.com/office/drawing/2014/main" id="{7AAE6DE1-1F3D-F4AB-184E-8A3A4CEDCDC1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7876966" y="5024451"/>
            <a:ext cx="2683398" cy="78965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spcBef>
                <a:spcPts val="0"/>
              </a:spcBef>
              <a:defRPr sz="1400"/>
            </a:lvl2pPr>
            <a:lvl3pPr>
              <a:spcBef>
                <a:spcPts val="0"/>
              </a:spcBef>
              <a:defRPr sz="1400"/>
            </a:lvl3pPr>
            <a:lvl4pPr>
              <a:spcBef>
                <a:spcPts val="0"/>
              </a:spcBef>
              <a:defRPr sz="1400"/>
            </a:lvl4pPr>
            <a:lvl5pPr>
              <a:spcBef>
                <a:spcPts val="0"/>
              </a:spcBef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AF563E81-A6F0-648D-DCF7-BFF1870E7555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6/9/2025</a:t>
            </a:fld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F3BA8BAB-E3F7-7F34-F87D-AA46C5710F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CE3977F9-FC55-44B0-53B8-ADB4C12EC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Freeform: Shape 59">
            <a:extLst>
              <a:ext uri="{FF2B5EF4-FFF2-40B4-BE49-F238E27FC236}">
                <a16:creationId xmlns:a16="http://schemas.microsoft.com/office/drawing/2014/main" id="{EB1495DF-573A-3AAB-5854-8A09491BAA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886461" y="0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BD49C3F5-81F6-6E72-50FF-8F3AEFA131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V="1">
            <a:off x="11538341" y="890"/>
            <a:ext cx="654549" cy="65276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2EEEEF2-460E-B70B-6230-10A7994EF0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>
            <a:off x="-889" y="6204342"/>
            <a:ext cx="654546" cy="65276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Freeform: Shape 59">
            <a:extLst>
              <a:ext uri="{FF2B5EF4-FFF2-40B4-BE49-F238E27FC236}">
                <a16:creationId xmlns:a16="http://schemas.microsoft.com/office/drawing/2014/main" id="{C4E3626D-71B6-6652-8FE1-40921DF056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652769" y="6203452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2205592"/>
      </p:ext>
    </p:extLst>
  </p:cSld>
  <p:clrMapOvr>
    <a:masterClrMapping/>
  </p:clrMapOvr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-item Lists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86783"/>
            <a:ext cx="10504000" cy="1132258"/>
          </a:xfrm>
        </p:spPr>
        <p:txBody>
          <a:bodyPr anchor="ctr">
            <a:noAutofit/>
          </a:bodyPr>
          <a:lstStyle>
            <a:lvl1pPr algn="l">
              <a:defRPr sz="3600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5EE5EE63-A6DA-348D-8495-E51900A59A5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9788" y="2366167"/>
            <a:ext cx="3255962" cy="3604422"/>
          </a:xfrm>
        </p:spPr>
        <p:txBody>
          <a:bodyPr/>
          <a:lstStyle/>
          <a:p>
            <a:endParaRPr lang="en-GB"/>
          </a:p>
        </p:txBody>
      </p:sp>
      <p:sp>
        <p:nvSpPr>
          <p:cNvPr id="36" name="Text Placeholder 35">
            <a:extLst>
              <a:ext uri="{FF2B5EF4-FFF2-40B4-BE49-F238E27FC236}">
                <a16:creationId xmlns:a16="http://schemas.microsoft.com/office/drawing/2014/main" id="{94087FA0-09BB-9F62-C383-36B2C6623B9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634844" y="2146300"/>
            <a:ext cx="3102631" cy="609600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7" name="Text Placeholder 35">
            <a:extLst>
              <a:ext uri="{FF2B5EF4-FFF2-40B4-BE49-F238E27FC236}">
                <a16:creationId xmlns:a16="http://schemas.microsoft.com/office/drawing/2014/main" id="{1156A739-AA76-7366-9AE0-D20D44A62F18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634844" y="2890426"/>
            <a:ext cx="3102631" cy="1021836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spcBef>
                <a:spcPts val="0"/>
              </a:spcBef>
              <a:defRPr sz="1400"/>
            </a:lvl2pPr>
            <a:lvl3pPr>
              <a:spcBef>
                <a:spcPts val="0"/>
              </a:spcBef>
              <a:defRPr sz="1400"/>
            </a:lvl3pPr>
            <a:lvl4pPr>
              <a:spcBef>
                <a:spcPts val="0"/>
              </a:spcBef>
              <a:defRPr sz="1400"/>
            </a:lvl4pPr>
            <a:lvl5pPr>
              <a:spcBef>
                <a:spcPts val="0"/>
              </a:spcBef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8" name="Text Placeholder 35">
            <a:extLst>
              <a:ext uri="{FF2B5EF4-FFF2-40B4-BE49-F238E27FC236}">
                <a16:creationId xmlns:a16="http://schemas.microsoft.com/office/drawing/2014/main" id="{57BB261E-3856-D4EB-E49A-A805AA8CA02A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235143" y="2146300"/>
            <a:ext cx="3102631" cy="609600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9" name="Text Placeholder 35">
            <a:extLst>
              <a:ext uri="{FF2B5EF4-FFF2-40B4-BE49-F238E27FC236}">
                <a16:creationId xmlns:a16="http://schemas.microsoft.com/office/drawing/2014/main" id="{14EE8DBC-744D-FDE5-F388-611D6C0C1608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235143" y="2890426"/>
            <a:ext cx="3102631" cy="1021836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spcBef>
                <a:spcPts val="0"/>
              </a:spcBef>
              <a:defRPr sz="1400"/>
            </a:lvl2pPr>
            <a:lvl3pPr>
              <a:spcBef>
                <a:spcPts val="0"/>
              </a:spcBef>
              <a:defRPr sz="1400"/>
            </a:lvl3pPr>
            <a:lvl4pPr>
              <a:spcBef>
                <a:spcPts val="0"/>
              </a:spcBef>
              <a:defRPr sz="1400"/>
            </a:lvl4pPr>
            <a:lvl5pPr>
              <a:spcBef>
                <a:spcPts val="0"/>
              </a:spcBef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0" name="Text Placeholder 35">
            <a:extLst>
              <a:ext uri="{FF2B5EF4-FFF2-40B4-BE49-F238E27FC236}">
                <a16:creationId xmlns:a16="http://schemas.microsoft.com/office/drawing/2014/main" id="{29E55623-928E-5F9E-2EBB-9C1009DA215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4634844" y="4195512"/>
            <a:ext cx="3102631" cy="609600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1" name="Text Placeholder 35">
            <a:extLst>
              <a:ext uri="{FF2B5EF4-FFF2-40B4-BE49-F238E27FC236}">
                <a16:creationId xmlns:a16="http://schemas.microsoft.com/office/drawing/2014/main" id="{E7542672-472E-0E16-8066-DFA62799082F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4634844" y="4939638"/>
            <a:ext cx="3102631" cy="1021836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spcBef>
                <a:spcPts val="0"/>
              </a:spcBef>
              <a:defRPr sz="1400"/>
            </a:lvl2pPr>
            <a:lvl3pPr>
              <a:spcBef>
                <a:spcPts val="0"/>
              </a:spcBef>
              <a:defRPr sz="1400"/>
            </a:lvl3pPr>
            <a:lvl4pPr>
              <a:spcBef>
                <a:spcPts val="0"/>
              </a:spcBef>
              <a:defRPr sz="1400"/>
            </a:lvl4pPr>
            <a:lvl5pPr>
              <a:spcBef>
                <a:spcPts val="0"/>
              </a:spcBef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2" name="Text Placeholder 35">
            <a:extLst>
              <a:ext uri="{FF2B5EF4-FFF2-40B4-BE49-F238E27FC236}">
                <a16:creationId xmlns:a16="http://schemas.microsoft.com/office/drawing/2014/main" id="{8D6428D0-36EF-16D7-741F-B91DFF9CC9A5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235143" y="4195512"/>
            <a:ext cx="3102631" cy="609600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3" name="Text Placeholder 35">
            <a:extLst>
              <a:ext uri="{FF2B5EF4-FFF2-40B4-BE49-F238E27FC236}">
                <a16:creationId xmlns:a16="http://schemas.microsoft.com/office/drawing/2014/main" id="{0BCE5C17-683A-5D3B-ECCE-2C25D14F893D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8235143" y="4939638"/>
            <a:ext cx="3102631" cy="1021836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spcBef>
                <a:spcPts val="0"/>
              </a:spcBef>
              <a:defRPr sz="1400"/>
            </a:lvl2pPr>
            <a:lvl3pPr>
              <a:spcBef>
                <a:spcPts val="0"/>
              </a:spcBef>
              <a:defRPr sz="1400"/>
            </a:lvl3pPr>
            <a:lvl4pPr>
              <a:spcBef>
                <a:spcPts val="0"/>
              </a:spcBef>
              <a:defRPr sz="1400"/>
            </a:lvl4pPr>
            <a:lvl5pPr>
              <a:spcBef>
                <a:spcPts val="0"/>
              </a:spcBef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AF234816-4552-682C-7011-792489AA8518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6/9/2025</a:t>
            </a:fld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F3BA8BAB-E3F7-7F34-F87D-AA46C5710F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CE3977F9-FC55-44B0-53B8-ADB4C12EC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Freeform: Shape 59">
            <a:extLst>
              <a:ext uri="{FF2B5EF4-FFF2-40B4-BE49-F238E27FC236}">
                <a16:creationId xmlns:a16="http://schemas.microsoft.com/office/drawing/2014/main" id="{516C1398-A7AF-C02F-934D-C37C5E987D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886461" y="0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7" name="Rectangle 9">
            <a:extLst>
              <a:ext uri="{FF2B5EF4-FFF2-40B4-BE49-F238E27FC236}">
                <a16:creationId xmlns:a16="http://schemas.microsoft.com/office/drawing/2014/main" id="{9B38EA50-6705-E42C-3897-B0D76FAA8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V="1">
            <a:off x="11538341" y="890"/>
            <a:ext cx="654549" cy="65276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3BF1543-7A6B-249C-1650-3EFEB63C1E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>
            <a:off x="-889" y="6204342"/>
            <a:ext cx="654546" cy="65276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Freeform: Shape 59">
            <a:extLst>
              <a:ext uri="{FF2B5EF4-FFF2-40B4-BE49-F238E27FC236}">
                <a16:creationId xmlns:a16="http://schemas.microsoft.com/office/drawing/2014/main" id="{BBAD9B21-7393-1499-E59D-EA109D80C8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652769" y="6203452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05545837"/>
      </p:ext>
    </p:extLst>
  </p:cSld>
  <p:clrMapOvr>
    <a:masterClrMapping/>
  </p:clrMapOvr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-item Lists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6">
            <a:extLst>
              <a:ext uri="{FF2B5EF4-FFF2-40B4-BE49-F238E27FC236}">
                <a16:creationId xmlns:a16="http://schemas.microsoft.com/office/drawing/2014/main" id="{CC5A7648-D01A-875E-E9BB-ED5949D478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766930" y="5779705"/>
            <a:ext cx="311361" cy="184523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86783"/>
            <a:ext cx="10504000" cy="1132258"/>
          </a:xfrm>
        </p:spPr>
        <p:txBody>
          <a:bodyPr anchor="ctr">
            <a:noAutofit/>
          </a:bodyPr>
          <a:lstStyle>
            <a:lvl1pPr algn="l">
              <a:defRPr sz="3600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0" name="Picture Placeholder 29">
            <a:extLst>
              <a:ext uri="{FF2B5EF4-FFF2-40B4-BE49-F238E27FC236}">
                <a16:creationId xmlns:a16="http://schemas.microsoft.com/office/drawing/2014/main" id="{35EC3073-FA99-7015-CBD2-0E3B9CE430CA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841988" y="2331669"/>
            <a:ext cx="2302850" cy="1255082"/>
          </a:xfrm>
        </p:spPr>
        <p:txBody>
          <a:bodyPr/>
          <a:lstStyle/>
          <a:p>
            <a:endParaRPr lang="en-GB"/>
          </a:p>
        </p:txBody>
      </p:sp>
      <p:sp>
        <p:nvSpPr>
          <p:cNvPr id="19" name="Text Placeholder 35">
            <a:extLst>
              <a:ext uri="{FF2B5EF4-FFF2-40B4-BE49-F238E27FC236}">
                <a16:creationId xmlns:a16="http://schemas.microsoft.com/office/drawing/2014/main" id="{C879862E-201F-4356-6D65-28E89DB6F11C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841989" y="3665225"/>
            <a:ext cx="2302536" cy="735130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2" name="Text Placeholder 35">
            <a:extLst>
              <a:ext uri="{FF2B5EF4-FFF2-40B4-BE49-F238E27FC236}">
                <a16:creationId xmlns:a16="http://schemas.microsoft.com/office/drawing/2014/main" id="{A15D05C0-B891-85E5-35C5-24FBD31E3269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41989" y="4534881"/>
            <a:ext cx="2302536" cy="151165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spcBef>
                <a:spcPts val="0"/>
              </a:spcBef>
              <a:defRPr sz="1400"/>
            </a:lvl2pPr>
            <a:lvl3pPr>
              <a:spcBef>
                <a:spcPts val="0"/>
              </a:spcBef>
              <a:defRPr sz="1400"/>
            </a:lvl3pPr>
            <a:lvl4pPr>
              <a:spcBef>
                <a:spcPts val="0"/>
              </a:spcBef>
              <a:defRPr sz="1400"/>
            </a:lvl4pPr>
            <a:lvl5pPr>
              <a:spcBef>
                <a:spcPts val="0"/>
              </a:spcBef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5" name="Picture Placeholder 29">
            <a:extLst>
              <a:ext uri="{FF2B5EF4-FFF2-40B4-BE49-F238E27FC236}">
                <a16:creationId xmlns:a16="http://schemas.microsoft.com/office/drawing/2014/main" id="{B9CDE245-8A43-C7AE-733E-51362998210E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3552179" y="2331669"/>
            <a:ext cx="2302850" cy="1255082"/>
          </a:xfrm>
        </p:spPr>
        <p:txBody>
          <a:bodyPr/>
          <a:lstStyle/>
          <a:p>
            <a:endParaRPr lang="en-GB"/>
          </a:p>
        </p:txBody>
      </p:sp>
      <p:sp>
        <p:nvSpPr>
          <p:cNvPr id="23" name="Text Placeholder 35">
            <a:extLst>
              <a:ext uri="{FF2B5EF4-FFF2-40B4-BE49-F238E27FC236}">
                <a16:creationId xmlns:a16="http://schemas.microsoft.com/office/drawing/2014/main" id="{6741BED5-DD9B-DA08-B276-4A6A9619A77F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552493" y="3665225"/>
            <a:ext cx="2302536" cy="735130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4" name="Text Placeholder 35">
            <a:extLst>
              <a:ext uri="{FF2B5EF4-FFF2-40B4-BE49-F238E27FC236}">
                <a16:creationId xmlns:a16="http://schemas.microsoft.com/office/drawing/2014/main" id="{4211193A-897F-A0CB-98F7-FD02B1E03211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52493" y="4534881"/>
            <a:ext cx="2302536" cy="151165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spcBef>
                <a:spcPts val="0"/>
              </a:spcBef>
              <a:defRPr sz="1400"/>
            </a:lvl2pPr>
            <a:lvl3pPr>
              <a:spcBef>
                <a:spcPts val="0"/>
              </a:spcBef>
              <a:defRPr sz="1400"/>
            </a:lvl3pPr>
            <a:lvl4pPr>
              <a:spcBef>
                <a:spcPts val="0"/>
              </a:spcBef>
              <a:defRPr sz="1400"/>
            </a:lvl4pPr>
            <a:lvl5pPr>
              <a:spcBef>
                <a:spcPts val="0"/>
              </a:spcBef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4" name="Picture Placeholder 29">
            <a:extLst>
              <a:ext uri="{FF2B5EF4-FFF2-40B4-BE49-F238E27FC236}">
                <a16:creationId xmlns:a16="http://schemas.microsoft.com/office/drawing/2014/main" id="{6776899D-7EB0-41AC-9AF4-FE101D6C9E83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6284660" y="2331669"/>
            <a:ext cx="2302850" cy="1255082"/>
          </a:xfrm>
        </p:spPr>
        <p:txBody>
          <a:bodyPr/>
          <a:lstStyle/>
          <a:p>
            <a:endParaRPr lang="en-GB"/>
          </a:p>
        </p:txBody>
      </p:sp>
      <p:sp>
        <p:nvSpPr>
          <p:cNvPr id="25" name="Text Placeholder 35">
            <a:extLst>
              <a:ext uri="{FF2B5EF4-FFF2-40B4-BE49-F238E27FC236}">
                <a16:creationId xmlns:a16="http://schemas.microsoft.com/office/drawing/2014/main" id="{1DED0997-D314-C6AE-A692-306403BBE629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84974" y="3665225"/>
            <a:ext cx="2302536" cy="735130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6" name="Text Placeholder 35">
            <a:extLst>
              <a:ext uri="{FF2B5EF4-FFF2-40B4-BE49-F238E27FC236}">
                <a16:creationId xmlns:a16="http://schemas.microsoft.com/office/drawing/2014/main" id="{CB02C1DA-F7C6-2990-C630-24D0D3CA893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284974" y="4534881"/>
            <a:ext cx="2302536" cy="151165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spcBef>
                <a:spcPts val="0"/>
              </a:spcBef>
              <a:defRPr sz="1400"/>
            </a:lvl2pPr>
            <a:lvl3pPr>
              <a:spcBef>
                <a:spcPts val="0"/>
              </a:spcBef>
              <a:defRPr sz="1400"/>
            </a:lvl3pPr>
            <a:lvl4pPr>
              <a:spcBef>
                <a:spcPts val="0"/>
              </a:spcBef>
              <a:defRPr sz="1400"/>
            </a:lvl4pPr>
            <a:lvl5pPr>
              <a:spcBef>
                <a:spcPts val="0"/>
              </a:spcBef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3" name="Picture Placeholder 29">
            <a:extLst>
              <a:ext uri="{FF2B5EF4-FFF2-40B4-BE49-F238E27FC236}">
                <a16:creationId xmlns:a16="http://schemas.microsoft.com/office/drawing/2014/main" id="{F1FE3630-D074-6944-4F08-08363014CC1D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9045148" y="2331669"/>
            <a:ext cx="2302850" cy="1255082"/>
          </a:xfrm>
        </p:spPr>
        <p:txBody>
          <a:bodyPr/>
          <a:lstStyle/>
          <a:p>
            <a:endParaRPr lang="en-GB"/>
          </a:p>
        </p:txBody>
      </p:sp>
      <p:sp>
        <p:nvSpPr>
          <p:cNvPr id="27" name="Text Placeholder 35">
            <a:extLst>
              <a:ext uri="{FF2B5EF4-FFF2-40B4-BE49-F238E27FC236}">
                <a16:creationId xmlns:a16="http://schemas.microsoft.com/office/drawing/2014/main" id="{2BD521B6-BD70-6519-3BCC-0441BC90998A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045462" y="3665225"/>
            <a:ext cx="2302536" cy="735130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8" name="Text Placeholder 35">
            <a:extLst>
              <a:ext uri="{FF2B5EF4-FFF2-40B4-BE49-F238E27FC236}">
                <a16:creationId xmlns:a16="http://schemas.microsoft.com/office/drawing/2014/main" id="{B09D8CE1-C90E-B457-C2C5-5AE34D538BFD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9045462" y="4534881"/>
            <a:ext cx="2302536" cy="151165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spcBef>
                <a:spcPts val="0"/>
              </a:spcBef>
              <a:defRPr sz="1400"/>
            </a:lvl2pPr>
            <a:lvl3pPr>
              <a:spcBef>
                <a:spcPts val="0"/>
              </a:spcBef>
              <a:defRPr sz="1400"/>
            </a:lvl3pPr>
            <a:lvl4pPr>
              <a:spcBef>
                <a:spcPts val="0"/>
              </a:spcBef>
              <a:defRPr sz="1400"/>
            </a:lvl4pPr>
            <a:lvl5pPr>
              <a:spcBef>
                <a:spcPts val="0"/>
              </a:spcBef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D7AF960F-EA2C-059B-FD05-9627AA9B405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6/9/2025</a:t>
            </a:fld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F3BA8BAB-E3F7-7F34-F87D-AA46C5710F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CE3977F9-FC55-44B0-53B8-ADB4C12EC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0" name="Rectangle 8">
            <a:extLst>
              <a:ext uri="{FF2B5EF4-FFF2-40B4-BE49-F238E27FC236}">
                <a16:creationId xmlns:a16="http://schemas.microsoft.com/office/drawing/2014/main" id="{41B0960E-E397-9136-EE2E-F2595BA18E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>
            <a:off x="10715814" y="-681672"/>
            <a:ext cx="311360" cy="167470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Rectangle 9">
            <a:extLst>
              <a:ext uri="{FF2B5EF4-FFF2-40B4-BE49-F238E27FC236}">
                <a16:creationId xmlns:a16="http://schemas.microsoft.com/office/drawing/2014/main" id="{89DDA4E8-D382-3D12-576D-43FB555E0E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>
            <a:off x="11795962" y="-84996"/>
            <a:ext cx="311359" cy="48135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6608247"/>
      </p:ext>
    </p:extLst>
  </p:cSld>
  <p:clrMapOvr>
    <a:masterClrMapping/>
  </p:clrMapOvr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4A53CF-A657-E995-A3A7-271D67F33E9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6/9/2025</a:t>
            </a:fld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85E39344-307B-8BD6-D5B8-D1E1F15507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5F632A0F-F12A-0DEF-B91F-C360E126DB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1141171"/>
      </p:ext>
    </p:extLst>
  </p:cSld>
  <p:clrMapOvr>
    <a:masterClrMapping/>
  </p:clrMapOvr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31919"/>
            <a:ext cx="3595634" cy="1757505"/>
          </a:xfr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44000" y="2724912"/>
            <a:ext cx="3595634" cy="3301168"/>
          </a:xfrm>
        </p:spPr>
        <p:txBody>
          <a:bodyPr anchor="t"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907742" y="831919"/>
            <a:ext cx="6440258" cy="5194161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DB9FEA63-1DA3-3F9F-C50E-7AC4477F2215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6/9/2025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DBD582E8-8B0D-6439-7715-18DB015735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665968CD-929F-6D74-C903-1AA5B15388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Freeform: Shape 59">
            <a:extLst>
              <a:ext uri="{FF2B5EF4-FFF2-40B4-BE49-F238E27FC236}">
                <a16:creationId xmlns:a16="http://schemas.microsoft.com/office/drawing/2014/main" id="{0322356F-D701-4C42-BB8B-523069A775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886461" y="0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9" name="Rectangle 9">
            <a:extLst>
              <a:ext uri="{FF2B5EF4-FFF2-40B4-BE49-F238E27FC236}">
                <a16:creationId xmlns:a16="http://schemas.microsoft.com/office/drawing/2014/main" id="{2E841F2B-D332-09D0-EBCB-48E8FBC6D3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V="1">
            <a:off x="11538341" y="890"/>
            <a:ext cx="654549" cy="65276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Rectangle 11">
            <a:extLst>
              <a:ext uri="{FF2B5EF4-FFF2-40B4-BE49-F238E27FC236}">
                <a16:creationId xmlns:a16="http://schemas.microsoft.com/office/drawing/2014/main" id="{5024EB45-DF26-BF12-BFEF-CA485F4D95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>
            <a:off x="-889" y="6204342"/>
            <a:ext cx="654546" cy="65276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Freeform: Shape 59">
            <a:extLst>
              <a:ext uri="{FF2B5EF4-FFF2-40B4-BE49-F238E27FC236}">
                <a16:creationId xmlns:a16="http://schemas.microsoft.com/office/drawing/2014/main" id="{B1D17E64-4E73-BCCA-9364-C59A3D2260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652769" y="6203452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74515875"/>
      </p:ext>
    </p:extLst>
  </p:cSld>
  <p:clrMapOvr>
    <a:masterClrMapping/>
  </p:clrMapOvr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31919"/>
            <a:ext cx="3595634" cy="2212313"/>
          </a:xfr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49024" y="3260034"/>
            <a:ext cx="3585586" cy="2766045"/>
          </a:xfrm>
        </p:spPr>
        <p:txBody>
          <a:bodyPr anchor="b"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63319" y="831919"/>
            <a:ext cx="6284681" cy="5194161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BDADB269-BBE0-1959-FE0B-2D6A08AE1A05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6/9/2025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D88765A0-98CE-097F-70CA-A8CE88670F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004CCF01-6BD8-D0D5-B68F-BF0D0E1EC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Freeform: Shape 16">
            <a:extLst>
              <a:ext uri="{FF2B5EF4-FFF2-40B4-BE49-F238E27FC236}">
                <a16:creationId xmlns:a16="http://schemas.microsoft.com/office/drawing/2014/main" id="{F978EDC5-9ECC-A0CA-79B2-E1099D0523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86467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9" name="Freeform: Shape 17">
            <a:extLst>
              <a:ext uri="{FF2B5EF4-FFF2-40B4-BE49-F238E27FC236}">
                <a16:creationId xmlns:a16="http://schemas.microsoft.com/office/drawing/2014/main" id="{5CC0BF8E-63A7-7E59-17B3-46BB432D55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764589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0" name="Freeform: Shape 19">
            <a:extLst>
              <a:ext uri="{FF2B5EF4-FFF2-40B4-BE49-F238E27FC236}">
                <a16:creationId xmlns:a16="http://schemas.microsoft.com/office/drawing/2014/main" id="{7C16A068-4B31-D509-6638-F057A8F5CF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1" name="Freeform: Shape 18">
            <a:extLst>
              <a:ext uri="{FF2B5EF4-FFF2-40B4-BE49-F238E27FC236}">
                <a16:creationId xmlns:a16="http://schemas.microsoft.com/office/drawing/2014/main" id="{ED2C66E4-77A5-559A-C4D6-22E169AE6F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478123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88124702"/>
      </p:ext>
    </p:extLst>
  </p:cSld>
  <p:clrMapOvr>
    <a:masterClrMapping/>
  </p:clrMapOvr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"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7175" y="831919"/>
            <a:ext cx="7342307" cy="1791217"/>
          </a:xfrm>
        </p:spPr>
        <p:txBody>
          <a:bodyPr anchor="b">
            <a:no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60427" y="3280496"/>
            <a:ext cx="10504000" cy="27432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200"/>
            </a:lvl2pPr>
            <a:lvl3pPr marL="457200" indent="0">
              <a:buNone/>
              <a:defRPr sz="1100"/>
            </a:lvl3pPr>
            <a:lvl4pPr marL="685800" indent="0">
              <a:buNone/>
              <a:defRPr sz="1050"/>
            </a:lvl4pPr>
            <a:lvl5pPr marL="9144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49B4F649-ECC0-65D4-73EB-F610B1EEE476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6/9/2025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4BAC71-4189-4AAE-3C30-91D3E76451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F335CC0F-60E4-5024-B6AB-D87255AB6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Freeform: Shape 59">
            <a:extLst>
              <a:ext uri="{FF2B5EF4-FFF2-40B4-BE49-F238E27FC236}">
                <a16:creationId xmlns:a16="http://schemas.microsoft.com/office/drawing/2014/main" id="{EB1DE042-7AE4-75AA-1CFC-259030057C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886461" y="0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AB955153-AC29-8EA8-DE1E-EF143A129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V="1">
            <a:off x="11538341" y="890"/>
            <a:ext cx="654549" cy="65276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5CBF393-915A-6526-812F-61956DD2ED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>
            <a:off x="-889" y="6204342"/>
            <a:ext cx="654546" cy="65276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Freeform: Shape 59">
            <a:extLst>
              <a:ext uri="{FF2B5EF4-FFF2-40B4-BE49-F238E27FC236}">
                <a16:creationId xmlns:a16="http://schemas.microsoft.com/office/drawing/2014/main" id="{36817505-F187-6307-3AA7-E870199259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652769" y="6203452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1505222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 2"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000" y="1627318"/>
            <a:ext cx="8430767" cy="1842020"/>
          </a:xfrm>
        </p:spPr>
        <p:txBody>
          <a:bodyPr anchor="b">
            <a:noAutofit/>
          </a:bodyPr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44128" y="3622674"/>
            <a:ext cx="8430639" cy="2150962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200"/>
            </a:lvl2pPr>
            <a:lvl3pPr marL="457200" indent="0">
              <a:buNone/>
              <a:defRPr sz="1100"/>
            </a:lvl3pPr>
            <a:lvl4pPr marL="685800" indent="0">
              <a:buNone/>
              <a:defRPr sz="1050"/>
            </a:lvl4pPr>
            <a:lvl5pPr marL="914400" indent="0">
              <a:buNone/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4915D485-D4CB-65C5-C05B-8D3E535F6A4E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6/9/2025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567240-62F7-D89C-BF3D-34806BC255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F9726FF9-AAAD-F331-EC9B-83CB551F1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Freeform: Shape 16">
            <a:extLst>
              <a:ext uri="{FF2B5EF4-FFF2-40B4-BE49-F238E27FC236}">
                <a16:creationId xmlns:a16="http://schemas.microsoft.com/office/drawing/2014/main" id="{7C2CB355-42E5-6CAD-CDA4-04E8698C78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86467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8" name="Freeform: Shape 17">
            <a:extLst>
              <a:ext uri="{FF2B5EF4-FFF2-40B4-BE49-F238E27FC236}">
                <a16:creationId xmlns:a16="http://schemas.microsoft.com/office/drawing/2014/main" id="{7F51CA23-0DF4-94C6-A295-9A6ED5AA70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764589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9" name="Freeform: Shape 19">
            <a:extLst>
              <a:ext uri="{FF2B5EF4-FFF2-40B4-BE49-F238E27FC236}">
                <a16:creationId xmlns:a16="http://schemas.microsoft.com/office/drawing/2014/main" id="{78973DDC-FE45-271D-D333-1265C63DC4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0" name="Freeform: Shape 18">
            <a:extLst>
              <a:ext uri="{FF2B5EF4-FFF2-40B4-BE49-F238E27FC236}">
                <a16:creationId xmlns:a16="http://schemas.microsoft.com/office/drawing/2014/main" id="{98BB5E17-8DB4-2B6A-4A48-E57456A312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478123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4157070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Rectangle 23">
            <a:extLst>
              <a:ext uri="{FF2B5EF4-FFF2-40B4-BE49-F238E27FC236}">
                <a16:creationId xmlns:a16="http://schemas.microsoft.com/office/drawing/2014/main" id="{590E6AF1-4025-C539-6638-597177D00B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065818" y="6245509"/>
            <a:ext cx="5126179" cy="61249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2" name="Title 6">
            <a:extLst>
              <a:ext uri="{FF2B5EF4-FFF2-40B4-BE49-F238E27FC236}">
                <a16:creationId xmlns:a16="http://schemas.microsoft.com/office/drawing/2014/main" id="{25E8EC5E-EA9E-1F86-2E83-5D54996011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85864" y="1532081"/>
            <a:ext cx="5273221" cy="3793838"/>
          </a:xfrm>
        </p:spPr>
        <p:txBody>
          <a:bodyPr lIns="0" tIns="0" rIns="0" bIns="0" anchor="ctr">
            <a:noAutofit/>
          </a:bodyPr>
          <a:lstStyle>
            <a:lvl1pPr>
              <a:defRPr sz="54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Picture Placeholder 25" descr="A woman wearing a yellow sweater working at the office">
            <a:extLst>
              <a:ext uri="{FF2B5EF4-FFF2-40B4-BE49-F238E27FC236}">
                <a16:creationId xmlns:a16="http://schemas.microsoft.com/office/drawing/2014/main" id="{0F266249-25B1-EF53-33EB-FA594F7F68B4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7063457" y="1326812"/>
            <a:ext cx="3778434" cy="4924193"/>
          </a:xfrm>
          <a:noFill/>
        </p:spPr>
        <p:txBody>
          <a:bodyPr/>
          <a:lstStyle/>
          <a:p>
            <a:endParaRPr lang="zh-CN" altLang="en-US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021528A5-067A-BD49-2204-67FF006E8BB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6/9/2025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5E67C389-E6A8-48B1-74CD-322C690F98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9D7705C1-E2D3-B1B7-C51C-44843980F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Rectangle 9">
            <a:extLst>
              <a:ext uri="{FF2B5EF4-FFF2-40B4-BE49-F238E27FC236}">
                <a16:creationId xmlns:a16="http://schemas.microsoft.com/office/drawing/2014/main" id="{5917FF65-0254-002E-D43D-FF8B5E603B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103515" y="-103514"/>
            <a:ext cx="274322" cy="48135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13" name="Rectangle 8">
            <a:extLst>
              <a:ext uri="{FF2B5EF4-FFF2-40B4-BE49-F238E27FC236}">
                <a16:creationId xmlns:a16="http://schemas.microsoft.com/office/drawing/2014/main" id="{3D6108ED-5598-D9CD-3F7C-E35B4C8BBB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1183663" y="-700191"/>
            <a:ext cx="274322" cy="167470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Rectangle 6">
            <a:extLst>
              <a:ext uri="{FF2B5EF4-FFF2-40B4-BE49-F238E27FC236}">
                <a16:creationId xmlns:a16="http://schemas.microsoft.com/office/drawing/2014/main" id="{21EB73BE-3F32-B696-CCF3-3120CC026F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0833956" y="-2"/>
            <a:ext cx="1365980" cy="22320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24" name="Freeform: Shape 59">
            <a:extLst>
              <a:ext uri="{FF2B5EF4-FFF2-40B4-BE49-F238E27FC236}">
                <a16:creationId xmlns:a16="http://schemas.microsoft.com/office/drawing/2014/main" id="{A7A3C520-412F-3B3C-3DD2-BA1FA9970C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0841892" y="-3"/>
            <a:ext cx="1358044" cy="2232015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20" name="Rectangle 6">
            <a:extLst>
              <a:ext uri="{FF2B5EF4-FFF2-40B4-BE49-F238E27FC236}">
                <a16:creationId xmlns:a16="http://schemas.microsoft.com/office/drawing/2014/main" id="{99367659-61EC-44B3-A73E-47A6D3C10F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0833956" y="2232018"/>
            <a:ext cx="1358044" cy="1916648"/>
          </a:xfrm>
          <a:prstGeom prst="rect">
            <a:avLst/>
          </a:pr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6" name="Freeform: Shape 9">
            <a:extLst>
              <a:ext uri="{FF2B5EF4-FFF2-40B4-BE49-F238E27FC236}">
                <a16:creationId xmlns:a16="http://schemas.microsoft.com/office/drawing/2014/main" id="{14EDCCCA-96A0-0D33-9C7F-224DCB3D55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10833956" y="3472845"/>
            <a:ext cx="1358044" cy="675816"/>
          </a:xfrm>
          <a:custGeom>
            <a:avLst/>
            <a:gdLst>
              <a:gd name="connsiteX0" fmla="*/ 0 w 2351450"/>
              <a:gd name="connsiteY0" fmla="*/ 0 h 1170173"/>
              <a:gd name="connsiteX1" fmla="*/ 2351450 w 2351450"/>
              <a:gd name="connsiteY1" fmla="*/ 0 h 1170173"/>
              <a:gd name="connsiteX2" fmla="*/ 2345674 w 2351450"/>
              <a:gd name="connsiteY2" fmla="*/ 114394 h 1170173"/>
              <a:gd name="connsiteX3" fmla="*/ 1175725 w 2351450"/>
              <a:gd name="connsiteY3" fmla="*/ 1170173 h 1170173"/>
              <a:gd name="connsiteX4" fmla="*/ 5777 w 2351450"/>
              <a:gd name="connsiteY4" fmla="*/ 114394 h 11701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51450" h="1170173">
                <a:moveTo>
                  <a:pt x="0" y="0"/>
                </a:moveTo>
                <a:lnTo>
                  <a:pt x="2351450" y="0"/>
                </a:lnTo>
                <a:lnTo>
                  <a:pt x="2345674" y="114394"/>
                </a:lnTo>
                <a:cubicBezTo>
                  <a:pt x="2285450" y="707410"/>
                  <a:pt x="1784630" y="1170173"/>
                  <a:pt x="1175725" y="1170173"/>
                </a:cubicBezTo>
                <a:cubicBezTo>
                  <a:pt x="566821" y="1170173"/>
                  <a:pt x="66001" y="707410"/>
                  <a:pt x="5777" y="114394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GB"/>
          </a:p>
        </p:txBody>
      </p:sp>
      <p:sp>
        <p:nvSpPr>
          <p:cNvPr id="22" name="Rectangle 8">
            <a:extLst>
              <a:ext uri="{FF2B5EF4-FFF2-40B4-BE49-F238E27FC236}">
                <a16:creationId xmlns:a16="http://schemas.microsoft.com/office/drawing/2014/main" id="{2C55E30B-D458-A8B6-11AB-5FAEA926BF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 flipV="1">
            <a:off x="10833954" y="4148664"/>
            <a:ext cx="1358043" cy="209684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Freeform: Shape 59">
            <a:extLst>
              <a:ext uri="{FF2B5EF4-FFF2-40B4-BE49-F238E27FC236}">
                <a16:creationId xmlns:a16="http://schemas.microsoft.com/office/drawing/2014/main" id="{81D1A457-4F77-6BE6-3713-4638E83D6D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0833955" y="4148663"/>
            <a:ext cx="1358045" cy="2096842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088753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slideLayout" Target="../slideLayouts/slideLayout25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slideLayout" Target="../slideLayouts/slideLayout26.xml"/></Relationships>
</file>

<file path=ppt/slideMasters/_rels/slideMaster3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39.xml"/><Relationship Id="rId18" Type="http://schemas.openxmlformats.org/officeDocument/2006/relationships/slideLayout" Target="../slideLayouts/slideLayout44.xml"/><Relationship Id="rId26" Type="http://schemas.openxmlformats.org/officeDocument/2006/relationships/slideLayout" Target="../slideLayouts/slideLayout52.xml"/><Relationship Id="rId39" Type="http://schemas.openxmlformats.org/officeDocument/2006/relationships/slideLayout" Target="../slideLayouts/slideLayout65.xml"/><Relationship Id="rId21" Type="http://schemas.openxmlformats.org/officeDocument/2006/relationships/slideLayout" Target="../slideLayouts/slideLayout47.xml"/><Relationship Id="rId34" Type="http://schemas.openxmlformats.org/officeDocument/2006/relationships/slideLayout" Target="../slideLayouts/slideLayout60.xml"/><Relationship Id="rId42" Type="http://schemas.openxmlformats.org/officeDocument/2006/relationships/slideLayout" Target="../slideLayouts/slideLayout68.xml"/><Relationship Id="rId47" Type="http://schemas.openxmlformats.org/officeDocument/2006/relationships/slideLayout" Target="../slideLayouts/slideLayout73.xml"/><Relationship Id="rId50" Type="http://schemas.openxmlformats.org/officeDocument/2006/relationships/slideLayout" Target="../slideLayouts/slideLayout76.xml"/><Relationship Id="rId55" Type="http://schemas.openxmlformats.org/officeDocument/2006/relationships/slideLayout" Target="../slideLayouts/slideLayout81.xml"/><Relationship Id="rId63" Type="http://schemas.openxmlformats.org/officeDocument/2006/relationships/theme" Target="../theme/theme3.xml"/><Relationship Id="rId7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8.xml"/><Relationship Id="rId16" Type="http://schemas.openxmlformats.org/officeDocument/2006/relationships/slideLayout" Target="../slideLayouts/slideLayout42.xml"/><Relationship Id="rId20" Type="http://schemas.openxmlformats.org/officeDocument/2006/relationships/slideLayout" Target="../slideLayouts/slideLayout46.xml"/><Relationship Id="rId29" Type="http://schemas.openxmlformats.org/officeDocument/2006/relationships/slideLayout" Target="../slideLayouts/slideLayout55.xml"/><Relationship Id="rId41" Type="http://schemas.openxmlformats.org/officeDocument/2006/relationships/slideLayout" Target="../slideLayouts/slideLayout67.xml"/><Relationship Id="rId54" Type="http://schemas.openxmlformats.org/officeDocument/2006/relationships/slideLayout" Target="../slideLayouts/slideLayout80.xml"/><Relationship Id="rId62" Type="http://schemas.openxmlformats.org/officeDocument/2006/relationships/slideLayout" Target="../slideLayouts/slideLayout88.xml"/><Relationship Id="rId1" Type="http://schemas.openxmlformats.org/officeDocument/2006/relationships/slideLayout" Target="../slideLayouts/slideLayout27.xml"/><Relationship Id="rId6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7.xml"/><Relationship Id="rId24" Type="http://schemas.openxmlformats.org/officeDocument/2006/relationships/slideLayout" Target="../slideLayouts/slideLayout50.xml"/><Relationship Id="rId32" Type="http://schemas.openxmlformats.org/officeDocument/2006/relationships/slideLayout" Target="../slideLayouts/slideLayout58.xml"/><Relationship Id="rId37" Type="http://schemas.openxmlformats.org/officeDocument/2006/relationships/slideLayout" Target="../slideLayouts/slideLayout63.xml"/><Relationship Id="rId40" Type="http://schemas.openxmlformats.org/officeDocument/2006/relationships/slideLayout" Target="../slideLayouts/slideLayout66.xml"/><Relationship Id="rId45" Type="http://schemas.openxmlformats.org/officeDocument/2006/relationships/slideLayout" Target="../slideLayouts/slideLayout71.xml"/><Relationship Id="rId53" Type="http://schemas.openxmlformats.org/officeDocument/2006/relationships/slideLayout" Target="../slideLayouts/slideLayout79.xml"/><Relationship Id="rId58" Type="http://schemas.openxmlformats.org/officeDocument/2006/relationships/slideLayout" Target="../slideLayouts/slideLayout84.xml"/><Relationship Id="rId5" Type="http://schemas.openxmlformats.org/officeDocument/2006/relationships/slideLayout" Target="../slideLayouts/slideLayout31.xml"/><Relationship Id="rId15" Type="http://schemas.openxmlformats.org/officeDocument/2006/relationships/slideLayout" Target="../slideLayouts/slideLayout41.xml"/><Relationship Id="rId23" Type="http://schemas.openxmlformats.org/officeDocument/2006/relationships/slideLayout" Target="../slideLayouts/slideLayout49.xml"/><Relationship Id="rId28" Type="http://schemas.openxmlformats.org/officeDocument/2006/relationships/slideLayout" Target="../slideLayouts/slideLayout54.xml"/><Relationship Id="rId36" Type="http://schemas.openxmlformats.org/officeDocument/2006/relationships/slideLayout" Target="../slideLayouts/slideLayout62.xml"/><Relationship Id="rId49" Type="http://schemas.openxmlformats.org/officeDocument/2006/relationships/slideLayout" Target="../slideLayouts/slideLayout75.xml"/><Relationship Id="rId57" Type="http://schemas.openxmlformats.org/officeDocument/2006/relationships/slideLayout" Target="../slideLayouts/slideLayout83.xml"/><Relationship Id="rId61" Type="http://schemas.openxmlformats.org/officeDocument/2006/relationships/slideLayout" Target="../slideLayouts/slideLayout87.xml"/><Relationship Id="rId10" Type="http://schemas.openxmlformats.org/officeDocument/2006/relationships/slideLayout" Target="../slideLayouts/slideLayout36.xml"/><Relationship Id="rId19" Type="http://schemas.openxmlformats.org/officeDocument/2006/relationships/slideLayout" Target="../slideLayouts/slideLayout45.xml"/><Relationship Id="rId31" Type="http://schemas.openxmlformats.org/officeDocument/2006/relationships/slideLayout" Target="../slideLayouts/slideLayout57.xml"/><Relationship Id="rId44" Type="http://schemas.openxmlformats.org/officeDocument/2006/relationships/slideLayout" Target="../slideLayouts/slideLayout70.xml"/><Relationship Id="rId52" Type="http://schemas.openxmlformats.org/officeDocument/2006/relationships/slideLayout" Target="../slideLayouts/slideLayout78.xml"/><Relationship Id="rId60" Type="http://schemas.openxmlformats.org/officeDocument/2006/relationships/slideLayout" Target="../slideLayouts/slideLayout86.xml"/><Relationship Id="rId4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5.xml"/><Relationship Id="rId14" Type="http://schemas.openxmlformats.org/officeDocument/2006/relationships/slideLayout" Target="../slideLayouts/slideLayout40.xml"/><Relationship Id="rId22" Type="http://schemas.openxmlformats.org/officeDocument/2006/relationships/slideLayout" Target="../slideLayouts/slideLayout48.xml"/><Relationship Id="rId27" Type="http://schemas.openxmlformats.org/officeDocument/2006/relationships/slideLayout" Target="../slideLayouts/slideLayout53.xml"/><Relationship Id="rId30" Type="http://schemas.openxmlformats.org/officeDocument/2006/relationships/slideLayout" Target="../slideLayouts/slideLayout56.xml"/><Relationship Id="rId35" Type="http://schemas.openxmlformats.org/officeDocument/2006/relationships/slideLayout" Target="../slideLayouts/slideLayout61.xml"/><Relationship Id="rId43" Type="http://schemas.openxmlformats.org/officeDocument/2006/relationships/slideLayout" Target="../slideLayouts/slideLayout69.xml"/><Relationship Id="rId48" Type="http://schemas.openxmlformats.org/officeDocument/2006/relationships/slideLayout" Target="../slideLayouts/slideLayout74.xml"/><Relationship Id="rId56" Type="http://schemas.openxmlformats.org/officeDocument/2006/relationships/slideLayout" Target="../slideLayouts/slideLayout82.xml"/><Relationship Id="rId8" Type="http://schemas.openxmlformats.org/officeDocument/2006/relationships/slideLayout" Target="../slideLayouts/slideLayout34.xml"/><Relationship Id="rId51" Type="http://schemas.openxmlformats.org/officeDocument/2006/relationships/slideLayout" Target="../slideLayouts/slideLayout77.xml"/><Relationship Id="rId3" Type="http://schemas.openxmlformats.org/officeDocument/2006/relationships/slideLayout" Target="../slideLayouts/slideLayout29.xml"/><Relationship Id="rId12" Type="http://schemas.openxmlformats.org/officeDocument/2006/relationships/slideLayout" Target="../slideLayouts/slideLayout38.xml"/><Relationship Id="rId17" Type="http://schemas.openxmlformats.org/officeDocument/2006/relationships/slideLayout" Target="../slideLayouts/slideLayout43.xml"/><Relationship Id="rId25" Type="http://schemas.openxmlformats.org/officeDocument/2006/relationships/slideLayout" Target="../slideLayouts/slideLayout51.xml"/><Relationship Id="rId33" Type="http://schemas.openxmlformats.org/officeDocument/2006/relationships/slideLayout" Target="../slideLayouts/slideLayout59.xml"/><Relationship Id="rId38" Type="http://schemas.openxmlformats.org/officeDocument/2006/relationships/slideLayout" Target="../slideLayouts/slideLayout64.xml"/><Relationship Id="rId46" Type="http://schemas.openxmlformats.org/officeDocument/2006/relationships/slideLayout" Target="../slideLayouts/slideLayout72.xml"/><Relationship Id="rId59" Type="http://schemas.openxmlformats.org/officeDocument/2006/relationships/slideLayout" Target="../slideLayouts/slideLayout85.xml"/></Relationships>
</file>

<file path=ppt/slideMasters/_rels/slideMaster4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01.xml"/><Relationship Id="rId18" Type="http://schemas.openxmlformats.org/officeDocument/2006/relationships/slideLayout" Target="../slideLayouts/slideLayout106.xml"/><Relationship Id="rId26" Type="http://schemas.openxmlformats.org/officeDocument/2006/relationships/slideLayout" Target="../slideLayouts/slideLayout114.xml"/><Relationship Id="rId39" Type="http://schemas.openxmlformats.org/officeDocument/2006/relationships/slideLayout" Target="../slideLayouts/slideLayout127.xml"/><Relationship Id="rId21" Type="http://schemas.openxmlformats.org/officeDocument/2006/relationships/slideLayout" Target="../slideLayouts/slideLayout109.xml"/><Relationship Id="rId34" Type="http://schemas.openxmlformats.org/officeDocument/2006/relationships/slideLayout" Target="../slideLayouts/slideLayout122.xml"/><Relationship Id="rId42" Type="http://schemas.openxmlformats.org/officeDocument/2006/relationships/slideLayout" Target="../slideLayouts/slideLayout130.xml"/><Relationship Id="rId47" Type="http://schemas.openxmlformats.org/officeDocument/2006/relationships/slideLayout" Target="../slideLayouts/slideLayout135.xml"/><Relationship Id="rId50" Type="http://schemas.openxmlformats.org/officeDocument/2006/relationships/slideLayout" Target="../slideLayouts/slideLayout138.xml"/><Relationship Id="rId55" Type="http://schemas.openxmlformats.org/officeDocument/2006/relationships/slideLayout" Target="../slideLayouts/slideLayout143.xml"/><Relationship Id="rId7" Type="http://schemas.openxmlformats.org/officeDocument/2006/relationships/slideLayout" Target="../slideLayouts/slideLayout95.xml"/><Relationship Id="rId2" Type="http://schemas.openxmlformats.org/officeDocument/2006/relationships/slideLayout" Target="../slideLayouts/slideLayout90.xml"/><Relationship Id="rId16" Type="http://schemas.openxmlformats.org/officeDocument/2006/relationships/slideLayout" Target="../slideLayouts/slideLayout104.xml"/><Relationship Id="rId20" Type="http://schemas.openxmlformats.org/officeDocument/2006/relationships/slideLayout" Target="../slideLayouts/slideLayout108.xml"/><Relationship Id="rId29" Type="http://schemas.openxmlformats.org/officeDocument/2006/relationships/slideLayout" Target="../slideLayouts/slideLayout117.xml"/><Relationship Id="rId41" Type="http://schemas.openxmlformats.org/officeDocument/2006/relationships/slideLayout" Target="../slideLayouts/slideLayout129.xml"/><Relationship Id="rId54" Type="http://schemas.openxmlformats.org/officeDocument/2006/relationships/slideLayout" Target="../slideLayouts/slideLayout142.xml"/><Relationship Id="rId62" Type="http://schemas.openxmlformats.org/officeDocument/2006/relationships/theme" Target="../theme/theme4.xml"/><Relationship Id="rId1" Type="http://schemas.openxmlformats.org/officeDocument/2006/relationships/slideLayout" Target="../slideLayouts/slideLayout89.xml"/><Relationship Id="rId6" Type="http://schemas.openxmlformats.org/officeDocument/2006/relationships/slideLayout" Target="../slideLayouts/slideLayout94.xml"/><Relationship Id="rId11" Type="http://schemas.openxmlformats.org/officeDocument/2006/relationships/slideLayout" Target="../slideLayouts/slideLayout99.xml"/><Relationship Id="rId24" Type="http://schemas.openxmlformats.org/officeDocument/2006/relationships/slideLayout" Target="../slideLayouts/slideLayout112.xml"/><Relationship Id="rId32" Type="http://schemas.openxmlformats.org/officeDocument/2006/relationships/slideLayout" Target="../slideLayouts/slideLayout120.xml"/><Relationship Id="rId37" Type="http://schemas.openxmlformats.org/officeDocument/2006/relationships/slideLayout" Target="../slideLayouts/slideLayout125.xml"/><Relationship Id="rId40" Type="http://schemas.openxmlformats.org/officeDocument/2006/relationships/slideLayout" Target="../slideLayouts/slideLayout128.xml"/><Relationship Id="rId45" Type="http://schemas.openxmlformats.org/officeDocument/2006/relationships/slideLayout" Target="../slideLayouts/slideLayout133.xml"/><Relationship Id="rId53" Type="http://schemas.openxmlformats.org/officeDocument/2006/relationships/slideLayout" Target="../slideLayouts/slideLayout141.xml"/><Relationship Id="rId58" Type="http://schemas.openxmlformats.org/officeDocument/2006/relationships/slideLayout" Target="../slideLayouts/slideLayout146.xml"/><Relationship Id="rId5" Type="http://schemas.openxmlformats.org/officeDocument/2006/relationships/slideLayout" Target="../slideLayouts/slideLayout93.xml"/><Relationship Id="rId15" Type="http://schemas.openxmlformats.org/officeDocument/2006/relationships/slideLayout" Target="../slideLayouts/slideLayout103.xml"/><Relationship Id="rId23" Type="http://schemas.openxmlformats.org/officeDocument/2006/relationships/slideLayout" Target="../slideLayouts/slideLayout111.xml"/><Relationship Id="rId28" Type="http://schemas.openxmlformats.org/officeDocument/2006/relationships/slideLayout" Target="../slideLayouts/slideLayout116.xml"/><Relationship Id="rId36" Type="http://schemas.openxmlformats.org/officeDocument/2006/relationships/slideLayout" Target="../slideLayouts/slideLayout124.xml"/><Relationship Id="rId49" Type="http://schemas.openxmlformats.org/officeDocument/2006/relationships/slideLayout" Target="../slideLayouts/slideLayout137.xml"/><Relationship Id="rId57" Type="http://schemas.openxmlformats.org/officeDocument/2006/relationships/slideLayout" Target="../slideLayouts/slideLayout145.xml"/><Relationship Id="rId61" Type="http://schemas.openxmlformats.org/officeDocument/2006/relationships/slideLayout" Target="../slideLayouts/slideLayout149.xml"/><Relationship Id="rId10" Type="http://schemas.openxmlformats.org/officeDocument/2006/relationships/slideLayout" Target="../slideLayouts/slideLayout98.xml"/><Relationship Id="rId19" Type="http://schemas.openxmlformats.org/officeDocument/2006/relationships/slideLayout" Target="../slideLayouts/slideLayout107.xml"/><Relationship Id="rId31" Type="http://schemas.openxmlformats.org/officeDocument/2006/relationships/slideLayout" Target="../slideLayouts/slideLayout119.xml"/><Relationship Id="rId44" Type="http://schemas.openxmlformats.org/officeDocument/2006/relationships/slideLayout" Target="../slideLayouts/slideLayout132.xml"/><Relationship Id="rId52" Type="http://schemas.openxmlformats.org/officeDocument/2006/relationships/slideLayout" Target="../slideLayouts/slideLayout140.xml"/><Relationship Id="rId60" Type="http://schemas.openxmlformats.org/officeDocument/2006/relationships/slideLayout" Target="../slideLayouts/slideLayout148.xml"/><Relationship Id="rId4" Type="http://schemas.openxmlformats.org/officeDocument/2006/relationships/slideLayout" Target="../slideLayouts/slideLayout92.xml"/><Relationship Id="rId9" Type="http://schemas.openxmlformats.org/officeDocument/2006/relationships/slideLayout" Target="../slideLayouts/slideLayout97.xml"/><Relationship Id="rId14" Type="http://schemas.openxmlformats.org/officeDocument/2006/relationships/slideLayout" Target="../slideLayouts/slideLayout102.xml"/><Relationship Id="rId22" Type="http://schemas.openxmlformats.org/officeDocument/2006/relationships/slideLayout" Target="../slideLayouts/slideLayout110.xml"/><Relationship Id="rId27" Type="http://schemas.openxmlformats.org/officeDocument/2006/relationships/slideLayout" Target="../slideLayouts/slideLayout115.xml"/><Relationship Id="rId30" Type="http://schemas.openxmlformats.org/officeDocument/2006/relationships/slideLayout" Target="../slideLayouts/slideLayout118.xml"/><Relationship Id="rId35" Type="http://schemas.openxmlformats.org/officeDocument/2006/relationships/slideLayout" Target="../slideLayouts/slideLayout123.xml"/><Relationship Id="rId43" Type="http://schemas.openxmlformats.org/officeDocument/2006/relationships/slideLayout" Target="../slideLayouts/slideLayout131.xml"/><Relationship Id="rId48" Type="http://schemas.openxmlformats.org/officeDocument/2006/relationships/slideLayout" Target="../slideLayouts/slideLayout136.xml"/><Relationship Id="rId56" Type="http://schemas.openxmlformats.org/officeDocument/2006/relationships/slideLayout" Target="../slideLayouts/slideLayout144.xml"/><Relationship Id="rId8" Type="http://schemas.openxmlformats.org/officeDocument/2006/relationships/slideLayout" Target="../slideLayouts/slideLayout96.xml"/><Relationship Id="rId51" Type="http://schemas.openxmlformats.org/officeDocument/2006/relationships/slideLayout" Target="../slideLayouts/slideLayout139.xml"/><Relationship Id="rId3" Type="http://schemas.openxmlformats.org/officeDocument/2006/relationships/slideLayout" Target="../slideLayouts/slideLayout91.xml"/><Relationship Id="rId12" Type="http://schemas.openxmlformats.org/officeDocument/2006/relationships/slideLayout" Target="../slideLayouts/slideLayout100.xml"/><Relationship Id="rId17" Type="http://schemas.openxmlformats.org/officeDocument/2006/relationships/slideLayout" Target="../slideLayouts/slideLayout105.xml"/><Relationship Id="rId25" Type="http://schemas.openxmlformats.org/officeDocument/2006/relationships/slideLayout" Target="../slideLayouts/slideLayout113.xml"/><Relationship Id="rId33" Type="http://schemas.openxmlformats.org/officeDocument/2006/relationships/slideLayout" Target="../slideLayouts/slideLayout121.xml"/><Relationship Id="rId38" Type="http://schemas.openxmlformats.org/officeDocument/2006/relationships/slideLayout" Target="../slideLayouts/slideLayout126.xml"/><Relationship Id="rId46" Type="http://schemas.openxmlformats.org/officeDocument/2006/relationships/slideLayout" Target="../slideLayouts/slideLayout134.xml"/><Relationship Id="rId59" Type="http://schemas.openxmlformats.org/officeDocument/2006/relationships/slideLayout" Target="../slideLayouts/slideLayout14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E341CFC-63B9-4A19-A8AB-62B9E452AE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5A838B-134E-40B6-A7E3-1119BB8BF5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8943BB-9EAD-4CBC-9CA2-75F70C6B58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94036C-9E7C-4FFC-99FA-414B61E345DD}" type="datetimeFigureOut">
              <a:rPr lang="en-US" smtClean="0"/>
              <a:t>6/9/2025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04E537-5CBA-4B86-9D30-577B9F741E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E79E72-0F12-4646-BCDF-4C9EAA89C2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6580AB-5C3C-4B4F-8E2A-8B7A0A8CE6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43780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4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EB94F4E-FF39-0408-C3C6-A986750D82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461" y="365125"/>
            <a:ext cx="1091507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B616EB-5E9D-04D9-F6DC-33F7E5BBA1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8460" y="1825625"/>
            <a:ext cx="10915076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61C11A-4AAF-B1E1-B1F3-67C0A55EFF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81033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 spc="50" baseline="0">
                <a:solidFill>
                  <a:schemeClr val="accent2">
                    <a:lumMod val="90000"/>
                  </a:schemeClr>
                </a:solidFill>
                <a:latin typeface="+mn-lt"/>
              </a:defRPr>
            </a:lvl1pPr>
          </a:lstStyle>
          <a:p>
            <a:fld id="{295C7AAE-A677-454A-8BDB-62A0650ACE9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D63DBDAD-8830-10AA-86C7-A42D122927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460" y="6356350"/>
            <a:ext cx="4114800" cy="365125"/>
          </a:xfrm>
          <a:prstGeom prst="rect">
            <a:avLst/>
          </a:prstGeom>
        </p:spPr>
        <p:txBody>
          <a:bodyPr anchor="ctr"/>
          <a:lstStyle>
            <a:lvl1pPr>
              <a:defRPr sz="1200" b="0" i="0" spc="50" baseline="0">
                <a:solidFill>
                  <a:schemeClr val="accent2">
                    <a:lumMod val="90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53220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  <p:sldLayoutId id="2147483669" r:id="rId4"/>
    <p:sldLayoutId id="2147483670" r:id="rId5"/>
    <p:sldLayoutId id="2147483671" r:id="rId6"/>
    <p:sldLayoutId id="2147483672" r:id="rId7"/>
    <p:sldLayoutId id="2147483673" r:id="rId8"/>
    <p:sldLayoutId id="2147483674" r:id="rId9"/>
    <p:sldLayoutId id="2147483675" r:id="rId10"/>
    <p:sldLayoutId id="2147483676" r:id="rId11"/>
    <p:sldLayoutId id="2147483677" r:id="rId12"/>
    <p:sldLayoutId id="2147483678" r:id="rId13"/>
    <p:sldLayoutId id="2147483679" r:id="rId14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500" kern="1200" spc="5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b="1" i="0" kern="1200" spc="50" baseline="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 spc="50" baseline="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 spc="50" baseline="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 spc="50" baseline="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venir Book" panose="02000503020000020003" pitchFamily="2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60400" y="128587"/>
            <a:ext cx="10858500" cy="900112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0400" y="1130300"/>
            <a:ext cx="10858500" cy="50038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5" name="Date Placeholder 3">
            <a:extLst>
              <a:ext uri="{FF2B5EF4-FFF2-40B4-BE49-F238E27FC236}">
                <a16:creationId xmlns:a16="http://schemas.microsoft.com/office/drawing/2014/main" id="{ADB13491-D2D3-4083-6A8B-1287C22AE5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2492F7-AF48-144F-A38F-899165CDF1AF}" type="datetimeFigureOut">
              <a:rPr lang="x-none" smtClean="0"/>
              <a:t>6/9/2025</a:t>
            </a:fld>
            <a:endParaRPr lang="x-none"/>
          </a:p>
        </p:txBody>
      </p:sp>
      <p:sp>
        <p:nvSpPr>
          <p:cNvPr id="36" name="Footer Placeholder 4">
            <a:extLst>
              <a:ext uri="{FF2B5EF4-FFF2-40B4-BE49-F238E27FC236}">
                <a16:creationId xmlns:a16="http://schemas.microsoft.com/office/drawing/2014/main" id="{7926D9C2-BC4F-E144-A16A-55FF6A79FB4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37" name="Slide Number Placeholder 5">
            <a:extLst>
              <a:ext uri="{FF2B5EF4-FFF2-40B4-BE49-F238E27FC236}">
                <a16:creationId xmlns:a16="http://schemas.microsoft.com/office/drawing/2014/main" id="{9E317CA0-22C4-CA77-01FA-B2BEFBBCDF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18614673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  <p:sldLayoutId id="2147483716" r:id="rId36"/>
    <p:sldLayoutId id="2147483717" r:id="rId37"/>
    <p:sldLayoutId id="2147483718" r:id="rId38"/>
    <p:sldLayoutId id="2147483719" r:id="rId39"/>
    <p:sldLayoutId id="2147483720" r:id="rId40"/>
    <p:sldLayoutId id="2147483721" r:id="rId41"/>
    <p:sldLayoutId id="2147483722" r:id="rId42"/>
    <p:sldLayoutId id="2147483723" r:id="rId43"/>
    <p:sldLayoutId id="2147483724" r:id="rId44"/>
    <p:sldLayoutId id="2147483725" r:id="rId45"/>
    <p:sldLayoutId id="2147483726" r:id="rId46"/>
    <p:sldLayoutId id="2147483727" r:id="rId47"/>
    <p:sldLayoutId id="2147483728" r:id="rId48"/>
    <p:sldLayoutId id="2147483729" r:id="rId49"/>
    <p:sldLayoutId id="2147483730" r:id="rId50"/>
    <p:sldLayoutId id="2147483731" r:id="rId51"/>
    <p:sldLayoutId id="2147483732" r:id="rId52"/>
    <p:sldLayoutId id="2147483733" r:id="rId53"/>
    <p:sldLayoutId id="2147483734" r:id="rId54"/>
    <p:sldLayoutId id="2147483735" r:id="rId55"/>
    <p:sldLayoutId id="2147483736" r:id="rId56"/>
    <p:sldLayoutId id="2147483737" r:id="rId57"/>
    <p:sldLayoutId id="2147483738" r:id="rId58"/>
    <p:sldLayoutId id="2147483739" r:id="rId59"/>
    <p:sldLayoutId id="2147483740" r:id="rId60"/>
    <p:sldLayoutId id="2147483741" r:id="rId61"/>
    <p:sldLayoutId id="2147483742" r:id="rId62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16">
          <p15:clr>
            <a:srgbClr val="F26B43"/>
          </p15:clr>
        </p15:guide>
        <p15:guide id="2" pos="7256">
          <p15:clr>
            <a:srgbClr val="F26B43"/>
          </p15:clr>
        </p15:guide>
        <p15:guide id="3" orient="horz" pos="648">
          <p15:clr>
            <a:srgbClr val="F26B43"/>
          </p15:clr>
        </p15:guide>
        <p15:guide id="4" orient="horz" pos="712">
          <p15:clr>
            <a:srgbClr val="F26B43"/>
          </p15:clr>
        </p15:guide>
        <p15:guide id="5" orient="horz" pos="3928">
          <p15:clr>
            <a:srgbClr val="F26B43"/>
          </p15:clr>
        </p15:guide>
        <p15:guide id="6" orient="horz" pos="386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60400" y="128587"/>
            <a:ext cx="10858500" cy="900112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/>
          <a:p>
            <a:r>
              <a:rPr lang="en-US" sz="1418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0400" y="1130300"/>
            <a:ext cx="10858500" cy="50038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sz="1418"/>
              <a:t>Click to edit Master text styles</a:t>
            </a:r>
            <a:endParaRPr lang="en-US"/>
          </a:p>
          <a:p>
            <a:pPr lvl="1"/>
            <a:r>
              <a:rPr lang="en-US" sz="1418"/>
              <a:t>Second level</a:t>
            </a:r>
          </a:p>
          <a:p>
            <a:pPr lvl="2"/>
            <a:r>
              <a:rPr lang="en-US" sz="1418"/>
              <a:t>Third level</a:t>
            </a:r>
          </a:p>
          <a:p>
            <a:pPr lvl="3"/>
            <a:r>
              <a:rPr lang="en-US" sz="1418"/>
              <a:t>Fourth level</a:t>
            </a:r>
          </a:p>
          <a:p>
            <a:pPr lvl="4"/>
            <a:r>
              <a:rPr lang="en-US" sz="1418"/>
              <a:t>Fifth level</a:t>
            </a:r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79DDEA0E-07E9-13B1-EDC7-61BAFA5FF7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57225" y="6400800"/>
            <a:ext cx="2743200" cy="266700"/>
          </a:xfrm>
        </p:spPr>
        <p:txBody>
          <a:bodyPr lIns="0" tIns="0" rIns="0" bIns="0"/>
          <a:lstStyle>
            <a:lvl1pPr>
              <a:defRPr sz="1200"/>
            </a:lvl1pPr>
          </a:lstStyle>
          <a:p>
            <a:fld id="{FD138C57-8E3B-4697-92F8-0ED9B71F7E17}" type="datetime1">
              <a:rPr lang="en-US" smtClean="0"/>
              <a:pPr/>
              <a:t>6/9/2025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EA10547-A0BF-14BF-EF18-92FBBF644C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267200" y="6400800"/>
            <a:ext cx="3657600" cy="266700"/>
          </a:xfrm>
        </p:spPr>
        <p:txBody>
          <a:bodyPr lIns="0" tIns="0" rIns="0" bIns="0"/>
          <a:lstStyle>
            <a:lvl1pPr algn="ctr">
              <a:defRPr sz="1200"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413A03B-58A6-5266-F4CA-95B7A6F4BC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74049" y="6400800"/>
            <a:ext cx="3241675" cy="266700"/>
          </a:xfrm>
        </p:spPr>
        <p:txBody>
          <a:bodyPr lIns="0" tIns="0" rIns="0" bIns="0"/>
          <a:lstStyle>
            <a:lvl1pPr algn="r">
              <a:defRPr sz="1200"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23290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  <p:sldLayoutId id="2147483760" r:id="rId17"/>
    <p:sldLayoutId id="2147483761" r:id="rId18"/>
    <p:sldLayoutId id="2147483762" r:id="rId19"/>
    <p:sldLayoutId id="2147483763" r:id="rId20"/>
    <p:sldLayoutId id="2147483764" r:id="rId21"/>
    <p:sldLayoutId id="2147483765" r:id="rId22"/>
    <p:sldLayoutId id="2147483766" r:id="rId23"/>
    <p:sldLayoutId id="2147483767" r:id="rId24"/>
    <p:sldLayoutId id="2147483768" r:id="rId25"/>
    <p:sldLayoutId id="2147483769" r:id="rId26"/>
    <p:sldLayoutId id="2147483770" r:id="rId27"/>
    <p:sldLayoutId id="2147483771" r:id="rId28"/>
    <p:sldLayoutId id="2147483772" r:id="rId29"/>
    <p:sldLayoutId id="2147483773" r:id="rId30"/>
    <p:sldLayoutId id="2147483774" r:id="rId31"/>
    <p:sldLayoutId id="2147483775" r:id="rId32"/>
    <p:sldLayoutId id="2147483776" r:id="rId33"/>
    <p:sldLayoutId id="2147483777" r:id="rId34"/>
    <p:sldLayoutId id="2147483778" r:id="rId35"/>
    <p:sldLayoutId id="2147483779" r:id="rId36"/>
    <p:sldLayoutId id="2147483780" r:id="rId37"/>
    <p:sldLayoutId id="2147483781" r:id="rId38"/>
    <p:sldLayoutId id="2147483782" r:id="rId39"/>
    <p:sldLayoutId id="2147483783" r:id="rId40"/>
    <p:sldLayoutId id="2147483784" r:id="rId41"/>
    <p:sldLayoutId id="2147483785" r:id="rId42"/>
    <p:sldLayoutId id="2147483786" r:id="rId43"/>
    <p:sldLayoutId id="2147483787" r:id="rId44"/>
    <p:sldLayoutId id="2147483788" r:id="rId45"/>
    <p:sldLayoutId id="2147483789" r:id="rId46"/>
    <p:sldLayoutId id="2147483790" r:id="rId47"/>
    <p:sldLayoutId id="2147483791" r:id="rId48"/>
    <p:sldLayoutId id="2147483792" r:id="rId49"/>
    <p:sldLayoutId id="2147483793" r:id="rId50"/>
    <p:sldLayoutId id="2147483794" r:id="rId51"/>
    <p:sldLayoutId id="2147483795" r:id="rId52"/>
    <p:sldLayoutId id="2147483796" r:id="rId53"/>
    <p:sldLayoutId id="2147483797" r:id="rId54"/>
    <p:sldLayoutId id="2147483798" r:id="rId55"/>
    <p:sldLayoutId id="2147483799" r:id="rId56"/>
    <p:sldLayoutId id="2147483800" r:id="rId57"/>
    <p:sldLayoutId id="2147483801" r:id="rId58"/>
    <p:sldLayoutId id="2147483802" r:id="rId59"/>
    <p:sldLayoutId id="2147483803" r:id="rId60"/>
    <p:sldLayoutId id="2147483804" r:id="rId6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16">
          <p15:clr>
            <a:srgbClr val="F26B43"/>
          </p15:clr>
        </p15:guide>
        <p15:guide id="2" pos="7256">
          <p15:clr>
            <a:srgbClr val="F26B43"/>
          </p15:clr>
        </p15:guide>
        <p15:guide id="3" orient="horz" pos="648">
          <p15:clr>
            <a:srgbClr val="F26B43"/>
          </p15:clr>
        </p15:guide>
        <p15:guide id="4" orient="horz" pos="712">
          <p15:clr>
            <a:srgbClr val="F26B43"/>
          </p15:clr>
        </p15:guide>
        <p15:guide id="5" orient="horz" pos="3928">
          <p15:clr>
            <a:srgbClr val="F26B43"/>
          </p15:clr>
        </p15:guide>
        <p15:guide id="6" orient="horz" pos="386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9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9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9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9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9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5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9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F6F0DE-C48F-4911-F606-5027160085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0432" y="1582524"/>
            <a:ext cx="5777442" cy="2322576"/>
          </a:xfrm>
        </p:spPr>
        <p:txBody>
          <a:bodyPr>
            <a:normAutofit/>
          </a:bodyPr>
          <a:lstStyle/>
          <a:p>
            <a:r>
              <a:rPr lang="en-US" altLang="zh-CN" sz="48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DATABASE DESIGN </a:t>
            </a:r>
            <a:br>
              <a:rPr lang="en-US" altLang="zh-CN" sz="48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altLang="zh-CN" sz="48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&amp; IMPLEMENTATION </a:t>
            </a:r>
            <a:endParaRPr lang="zh-CN" altLang="en-US" sz="48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3DA174-FC3D-8B25-FBB8-DC2004FF797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412687" y="6229438"/>
            <a:ext cx="1738083" cy="274320"/>
          </a:xfrm>
        </p:spPr>
        <p:txBody>
          <a:bodyPr/>
          <a:lstStyle/>
          <a:p>
            <a:r>
              <a:rPr lang="en-GB" altLang="zh-CN" sz="1800" dirty="0">
                <a:solidFill>
                  <a:srgbClr val="002060"/>
                </a:solidFill>
                <a:latin typeface="+mj-lt"/>
                <a:cs typeface="Segoe UI" panose="020B0502040204020203" pitchFamily="34" charset="0"/>
              </a:rPr>
              <a:t>Group 5</a:t>
            </a:r>
          </a:p>
        </p:txBody>
      </p:sp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82316F9B-3EB8-DF6C-405A-F39B5E1E9AFC}"/>
              </a:ext>
            </a:extLst>
          </p:cNvPr>
          <p:cNvPicPr>
            <a:picLocks noGrp="1" noChangeAspect="1"/>
          </p:cNvPicPr>
          <p:nvPr>
            <p:ph type="pic" sz="quarter" idx="23"/>
          </p:nvPr>
        </p:nvPicPr>
        <p:blipFill>
          <a:blip r:embed="rId2"/>
          <a:srcRect l="18102" r="18102"/>
          <a:stretch/>
        </p:blipFill>
        <p:spPr>
          <a:xfrm>
            <a:off x="6412687" y="0"/>
            <a:ext cx="5779313" cy="6875770"/>
          </a:xfr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5AA025E2-D592-63D7-1746-A9307E229B90}"/>
              </a:ext>
            </a:extLst>
          </p:cNvPr>
          <p:cNvSpPr/>
          <p:nvPr/>
        </p:nvSpPr>
        <p:spPr>
          <a:xfrm>
            <a:off x="291950" y="4195333"/>
            <a:ext cx="3536195" cy="61555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r>
              <a:rPr lang="en-US" sz="2000" i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Road </a:t>
            </a:r>
            <a:r>
              <a:rPr lang="en-US" sz="2000" i="1" dirty="0">
                <a:solidFill>
                  <a:srgbClr val="03055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Sign</a:t>
            </a:r>
            <a:r>
              <a:rPr lang="en-US" sz="2000" i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And Road Map Mobile Notification Application</a:t>
            </a:r>
          </a:p>
        </p:txBody>
      </p:sp>
      <p:grpSp>
        <p:nvGrpSpPr>
          <p:cNvPr id="12" name="Group 11" descr="This image is an icon of three connected human figures. ">
            <a:extLst>
              <a:ext uri="{FF2B5EF4-FFF2-40B4-BE49-F238E27FC236}">
                <a16:creationId xmlns:a16="http://schemas.microsoft.com/office/drawing/2014/main" id="{B92236CF-CC31-5FE2-22F5-9F6A101650A5}"/>
              </a:ext>
            </a:extLst>
          </p:cNvPr>
          <p:cNvGrpSpPr/>
          <p:nvPr/>
        </p:nvGrpSpPr>
        <p:grpSpPr>
          <a:xfrm>
            <a:off x="368967" y="757585"/>
            <a:ext cx="569186" cy="530997"/>
            <a:chOff x="-27444701" y="-10180638"/>
            <a:chExt cx="10883901" cy="10153650"/>
          </a:xfrm>
          <a:solidFill>
            <a:schemeClr val="bg1">
              <a:lumMod val="50000"/>
            </a:schemeClr>
          </a:solidFill>
        </p:grpSpPr>
        <p:sp>
          <p:nvSpPr>
            <p:cNvPr id="13" name="Freeform 35">
              <a:extLst>
                <a:ext uri="{FF2B5EF4-FFF2-40B4-BE49-F238E27FC236}">
                  <a16:creationId xmlns:a16="http://schemas.microsoft.com/office/drawing/2014/main" id="{9A3A1FA8-0BE8-2F14-AEBB-65D0C743AF13}"/>
                </a:ext>
              </a:extLst>
            </p:cNvPr>
            <p:cNvSpPr>
              <a:spLocks/>
            </p:cNvSpPr>
            <p:nvPr/>
          </p:nvSpPr>
          <p:spPr bwMode="auto">
            <a:xfrm>
              <a:off x="-22969538" y="-10180638"/>
              <a:ext cx="1906588" cy="1978025"/>
            </a:xfrm>
            <a:custGeom>
              <a:avLst/>
              <a:gdLst>
                <a:gd name="T0" fmla="*/ 554 w 639"/>
                <a:gd name="T1" fmla="*/ 327 h 664"/>
                <a:gd name="T2" fmla="*/ 438 w 639"/>
                <a:gd name="T3" fmla="*/ 526 h 664"/>
                <a:gd name="T4" fmla="*/ 204 w 639"/>
                <a:gd name="T5" fmla="*/ 521 h 664"/>
                <a:gd name="T6" fmla="*/ 97 w 639"/>
                <a:gd name="T7" fmla="*/ 316 h 664"/>
                <a:gd name="T8" fmla="*/ 222 w 639"/>
                <a:gd name="T9" fmla="*/ 123 h 664"/>
                <a:gd name="T10" fmla="*/ 447 w 639"/>
                <a:gd name="T11" fmla="*/ 133 h 664"/>
                <a:gd name="T12" fmla="*/ 554 w 639"/>
                <a:gd name="T13" fmla="*/ 327 h 664"/>
                <a:gd name="T14" fmla="*/ 638 w 639"/>
                <a:gd name="T15" fmla="*/ 327 h 664"/>
                <a:gd name="T16" fmla="*/ 519 w 639"/>
                <a:gd name="T17" fmla="*/ 82 h 664"/>
                <a:gd name="T18" fmla="*/ 244 w 639"/>
                <a:gd name="T19" fmla="*/ 25 h 664"/>
                <a:gd name="T20" fmla="*/ 39 w 639"/>
                <a:gd name="T21" fmla="*/ 200 h 664"/>
                <a:gd name="T22" fmla="*/ 53 w 639"/>
                <a:gd name="T23" fmla="*/ 482 h 664"/>
                <a:gd name="T24" fmla="*/ 407 w 639"/>
                <a:gd name="T25" fmla="*/ 629 h 664"/>
                <a:gd name="T26" fmla="*/ 638 w 639"/>
                <a:gd name="T27" fmla="*/ 327 h 664"/>
                <a:gd name="T28" fmla="*/ 554 w 639"/>
                <a:gd name="T29" fmla="*/ 327 h 66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639" h="664">
                  <a:moveTo>
                    <a:pt x="554" y="327"/>
                  </a:moveTo>
                  <a:cubicBezTo>
                    <a:pt x="553" y="410"/>
                    <a:pt x="510" y="485"/>
                    <a:pt x="438" y="526"/>
                  </a:cubicBezTo>
                  <a:cubicBezTo>
                    <a:pt x="365" y="569"/>
                    <a:pt x="275" y="564"/>
                    <a:pt x="204" y="521"/>
                  </a:cubicBezTo>
                  <a:cubicBezTo>
                    <a:pt x="133" y="478"/>
                    <a:pt x="94" y="398"/>
                    <a:pt x="97" y="316"/>
                  </a:cubicBezTo>
                  <a:cubicBezTo>
                    <a:pt x="99" y="234"/>
                    <a:pt x="150" y="161"/>
                    <a:pt x="222" y="123"/>
                  </a:cubicBezTo>
                  <a:cubicBezTo>
                    <a:pt x="292" y="85"/>
                    <a:pt x="379" y="92"/>
                    <a:pt x="447" y="133"/>
                  </a:cubicBezTo>
                  <a:cubicBezTo>
                    <a:pt x="514" y="174"/>
                    <a:pt x="553" y="249"/>
                    <a:pt x="554" y="327"/>
                  </a:cubicBezTo>
                  <a:cubicBezTo>
                    <a:pt x="555" y="381"/>
                    <a:pt x="639" y="381"/>
                    <a:pt x="638" y="327"/>
                  </a:cubicBezTo>
                  <a:cubicBezTo>
                    <a:pt x="637" y="232"/>
                    <a:pt x="594" y="141"/>
                    <a:pt x="519" y="82"/>
                  </a:cubicBezTo>
                  <a:cubicBezTo>
                    <a:pt x="441" y="21"/>
                    <a:pt x="340" y="0"/>
                    <a:pt x="244" y="25"/>
                  </a:cubicBezTo>
                  <a:cubicBezTo>
                    <a:pt x="154" y="48"/>
                    <a:pt x="76" y="116"/>
                    <a:pt x="39" y="200"/>
                  </a:cubicBezTo>
                  <a:cubicBezTo>
                    <a:pt x="0" y="292"/>
                    <a:pt x="5" y="395"/>
                    <a:pt x="53" y="482"/>
                  </a:cubicBezTo>
                  <a:cubicBezTo>
                    <a:pt x="122" y="606"/>
                    <a:pt x="271" y="664"/>
                    <a:pt x="407" y="629"/>
                  </a:cubicBezTo>
                  <a:cubicBezTo>
                    <a:pt x="543" y="594"/>
                    <a:pt x="637" y="466"/>
                    <a:pt x="638" y="327"/>
                  </a:cubicBezTo>
                  <a:cubicBezTo>
                    <a:pt x="639" y="273"/>
                    <a:pt x="555" y="273"/>
                    <a:pt x="554" y="32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rgbClr val="002060"/>
                </a:solidFill>
              </a:endParaRPr>
            </a:p>
          </p:txBody>
        </p:sp>
        <p:sp>
          <p:nvSpPr>
            <p:cNvPr id="14" name="Freeform 36">
              <a:extLst>
                <a:ext uri="{FF2B5EF4-FFF2-40B4-BE49-F238E27FC236}">
                  <a16:creationId xmlns:a16="http://schemas.microsoft.com/office/drawing/2014/main" id="{1850F4A0-1234-4422-0550-EFE8045AAA94}"/>
                </a:ext>
              </a:extLst>
            </p:cNvPr>
            <p:cNvSpPr>
              <a:spLocks/>
            </p:cNvSpPr>
            <p:nvPr/>
          </p:nvSpPr>
          <p:spPr bwMode="auto">
            <a:xfrm>
              <a:off x="-23596600" y="-8610601"/>
              <a:ext cx="3186113" cy="2139950"/>
            </a:xfrm>
            <a:custGeom>
              <a:avLst/>
              <a:gdLst>
                <a:gd name="T0" fmla="*/ 846 w 1068"/>
                <a:gd name="T1" fmla="*/ 102 h 718"/>
                <a:gd name="T2" fmla="*/ 981 w 1068"/>
                <a:gd name="T3" fmla="*/ 330 h 718"/>
                <a:gd name="T4" fmla="*/ 981 w 1068"/>
                <a:gd name="T5" fmla="*/ 480 h 718"/>
                <a:gd name="T6" fmla="*/ 981 w 1068"/>
                <a:gd name="T7" fmla="*/ 559 h 718"/>
                <a:gd name="T8" fmla="*/ 961 w 1068"/>
                <a:gd name="T9" fmla="*/ 618 h 718"/>
                <a:gd name="T10" fmla="*/ 882 w 1068"/>
                <a:gd name="T11" fmla="*/ 634 h 718"/>
                <a:gd name="T12" fmla="*/ 214 w 1068"/>
                <a:gd name="T13" fmla="*/ 634 h 718"/>
                <a:gd name="T14" fmla="*/ 152 w 1068"/>
                <a:gd name="T15" fmla="*/ 634 h 718"/>
                <a:gd name="T16" fmla="*/ 90 w 1068"/>
                <a:gd name="T17" fmla="*/ 571 h 718"/>
                <a:gd name="T18" fmla="*/ 90 w 1068"/>
                <a:gd name="T19" fmla="*/ 524 h 718"/>
                <a:gd name="T20" fmla="*/ 90 w 1068"/>
                <a:gd name="T21" fmla="*/ 355 h 718"/>
                <a:gd name="T22" fmla="*/ 173 w 1068"/>
                <a:gd name="T23" fmla="*/ 144 h 718"/>
                <a:gd name="T24" fmla="*/ 222 w 1068"/>
                <a:gd name="T25" fmla="*/ 104 h 718"/>
                <a:gd name="T26" fmla="*/ 180 w 1068"/>
                <a:gd name="T27" fmla="*/ 31 h 718"/>
                <a:gd name="T28" fmla="*/ 13 w 1068"/>
                <a:gd name="T29" fmla="*/ 277 h 718"/>
                <a:gd name="T30" fmla="*/ 6 w 1068"/>
                <a:gd name="T31" fmla="*/ 448 h 718"/>
                <a:gd name="T32" fmla="*/ 9 w 1068"/>
                <a:gd name="T33" fmla="*/ 604 h 718"/>
                <a:gd name="T34" fmla="*/ 161 w 1068"/>
                <a:gd name="T35" fmla="*/ 718 h 718"/>
                <a:gd name="T36" fmla="*/ 805 w 1068"/>
                <a:gd name="T37" fmla="*/ 718 h 718"/>
                <a:gd name="T38" fmla="*/ 908 w 1068"/>
                <a:gd name="T39" fmla="*/ 718 h 718"/>
                <a:gd name="T40" fmla="*/ 1059 w 1068"/>
                <a:gd name="T41" fmla="*/ 615 h 718"/>
                <a:gd name="T42" fmla="*/ 1065 w 1068"/>
                <a:gd name="T43" fmla="*/ 545 h 718"/>
                <a:gd name="T44" fmla="*/ 1065 w 1068"/>
                <a:gd name="T45" fmla="*/ 456 h 718"/>
                <a:gd name="T46" fmla="*/ 1060 w 1068"/>
                <a:gd name="T47" fmla="*/ 288 h 718"/>
                <a:gd name="T48" fmla="*/ 888 w 1068"/>
                <a:gd name="T49" fmla="*/ 30 h 718"/>
                <a:gd name="T50" fmla="*/ 846 w 1068"/>
                <a:gd name="T51" fmla="*/ 102 h 7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1068" h="718">
                  <a:moveTo>
                    <a:pt x="846" y="102"/>
                  </a:moveTo>
                  <a:cubicBezTo>
                    <a:pt x="924" y="152"/>
                    <a:pt x="975" y="237"/>
                    <a:pt x="981" y="330"/>
                  </a:cubicBezTo>
                  <a:cubicBezTo>
                    <a:pt x="984" y="379"/>
                    <a:pt x="981" y="430"/>
                    <a:pt x="981" y="480"/>
                  </a:cubicBezTo>
                  <a:cubicBezTo>
                    <a:pt x="981" y="506"/>
                    <a:pt x="981" y="533"/>
                    <a:pt x="981" y="559"/>
                  </a:cubicBezTo>
                  <a:cubicBezTo>
                    <a:pt x="981" y="583"/>
                    <a:pt x="978" y="601"/>
                    <a:pt x="961" y="618"/>
                  </a:cubicBezTo>
                  <a:cubicBezTo>
                    <a:pt x="941" y="638"/>
                    <a:pt x="910" y="634"/>
                    <a:pt x="882" y="634"/>
                  </a:cubicBezTo>
                  <a:cubicBezTo>
                    <a:pt x="659" y="634"/>
                    <a:pt x="436" y="634"/>
                    <a:pt x="214" y="634"/>
                  </a:cubicBezTo>
                  <a:cubicBezTo>
                    <a:pt x="193" y="634"/>
                    <a:pt x="173" y="634"/>
                    <a:pt x="152" y="634"/>
                  </a:cubicBezTo>
                  <a:cubicBezTo>
                    <a:pt x="117" y="634"/>
                    <a:pt x="90" y="606"/>
                    <a:pt x="90" y="571"/>
                  </a:cubicBezTo>
                  <a:cubicBezTo>
                    <a:pt x="89" y="556"/>
                    <a:pt x="90" y="540"/>
                    <a:pt x="90" y="524"/>
                  </a:cubicBezTo>
                  <a:cubicBezTo>
                    <a:pt x="90" y="468"/>
                    <a:pt x="90" y="412"/>
                    <a:pt x="90" y="355"/>
                  </a:cubicBezTo>
                  <a:cubicBezTo>
                    <a:pt x="90" y="276"/>
                    <a:pt x="117" y="202"/>
                    <a:pt x="173" y="144"/>
                  </a:cubicBezTo>
                  <a:cubicBezTo>
                    <a:pt x="188" y="129"/>
                    <a:pt x="204" y="116"/>
                    <a:pt x="222" y="104"/>
                  </a:cubicBezTo>
                  <a:cubicBezTo>
                    <a:pt x="267" y="74"/>
                    <a:pt x="225" y="2"/>
                    <a:pt x="180" y="31"/>
                  </a:cubicBezTo>
                  <a:cubicBezTo>
                    <a:pt x="94" y="88"/>
                    <a:pt x="32" y="175"/>
                    <a:pt x="13" y="277"/>
                  </a:cubicBezTo>
                  <a:cubicBezTo>
                    <a:pt x="2" y="333"/>
                    <a:pt x="6" y="391"/>
                    <a:pt x="6" y="448"/>
                  </a:cubicBezTo>
                  <a:cubicBezTo>
                    <a:pt x="6" y="499"/>
                    <a:pt x="0" y="554"/>
                    <a:pt x="9" y="604"/>
                  </a:cubicBezTo>
                  <a:cubicBezTo>
                    <a:pt x="23" y="676"/>
                    <a:pt x="92" y="718"/>
                    <a:pt x="161" y="718"/>
                  </a:cubicBezTo>
                  <a:cubicBezTo>
                    <a:pt x="375" y="718"/>
                    <a:pt x="590" y="718"/>
                    <a:pt x="805" y="718"/>
                  </a:cubicBezTo>
                  <a:cubicBezTo>
                    <a:pt x="839" y="718"/>
                    <a:pt x="873" y="718"/>
                    <a:pt x="908" y="718"/>
                  </a:cubicBezTo>
                  <a:cubicBezTo>
                    <a:pt x="977" y="718"/>
                    <a:pt x="1035" y="682"/>
                    <a:pt x="1059" y="615"/>
                  </a:cubicBezTo>
                  <a:cubicBezTo>
                    <a:pt x="1066" y="593"/>
                    <a:pt x="1065" y="568"/>
                    <a:pt x="1065" y="545"/>
                  </a:cubicBezTo>
                  <a:cubicBezTo>
                    <a:pt x="1065" y="515"/>
                    <a:pt x="1065" y="486"/>
                    <a:pt x="1065" y="456"/>
                  </a:cubicBezTo>
                  <a:cubicBezTo>
                    <a:pt x="1065" y="400"/>
                    <a:pt x="1068" y="344"/>
                    <a:pt x="1060" y="288"/>
                  </a:cubicBezTo>
                  <a:cubicBezTo>
                    <a:pt x="1045" y="182"/>
                    <a:pt x="978" y="87"/>
                    <a:pt x="888" y="30"/>
                  </a:cubicBezTo>
                  <a:cubicBezTo>
                    <a:pt x="843" y="0"/>
                    <a:pt x="801" y="73"/>
                    <a:pt x="846" y="10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rgbClr val="002060"/>
                </a:solidFill>
              </a:endParaRPr>
            </a:p>
          </p:txBody>
        </p:sp>
        <p:sp>
          <p:nvSpPr>
            <p:cNvPr id="15" name="Freeform 37">
              <a:extLst>
                <a:ext uri="{FF2B5EF4-FFF2-40B4-BE49-F238E27FC236}">
                  <a16:creationId xmlns:a16="http://schemas.microsoft.com/office/drawing/2014/main" id="{DB71049C-479E-6062-0F42-DA3204B6FC32}"/>
                </a:ext>
              </a:extLst>
            </p:cNvPr>
            <p:cNvSpPr>
              <a:spLocks/>
            </p:cNvSpPr>
            <p:nvPr/>
          </p:nvSpPr>
          <p:spPr bwMode="auto">
            <a:xfrm>
              <a:off x="-26819225" y="-3736976"/>
              <a:ext cx="1903413" cy="1978025"/>
            </a:xfrm>
            <a:custGeom>
              <a:avLst/>
              <a:gdLst>
                <a:gd name="T0" fmla="*/ 554 w 638"/>
                <a:gd name="T1" fmla="*/ 327 h 664"/>
                <a:gd name="T2" fmla="*/ 437 w 638"/>
                <a:gd name="T3" fmla="*/ 527 h 664"/>
                <a:gd name="T4" fmla="*/ 203 w 638"/>
                <a:gd name="T5" fmla="*/ 521 h 664"/>
                <a:gd name="T6" fmla="*/ 96 w 638"/>
                <a:gd name="T7" fmla="*/ 316 h 664"/>
                <a:gd name="T8" fmla="*/ 222 w 638"/>
                <a:gd name="T9" fmla="*/ 123 h 664"/>
                <a:gd name="T10" fmla="*/ 446 w 638"/>
                <a:gd name="T11" fmla="*/ 133 h 664"/>
                <a:gd name="T12" fmla="*/ 554 w 638"/>
                <a:gd name="T13" fmla="*/ 327 h 664"/>
                <a:gd name="T14" fmla="*/ 638 w 638"/>
                <a:gd name="T15" fmla="*/ 327 h 664"/>
                <a:gd name="T16" fmla="*/ 519 w 638"/>
                <a:gd name="T17" fmla="*/ 82 h 664"/>
                <a:gd name="T18" fmla="*/ 244 w 638"/>
                <a:gd name="T19" fmla="*/ 25 h 664"/>
                <a:gd name="T20" fmla="*/ 39 w 638"/>
                <a:gd name="T21" fmla="*/ 201 h 664"/>
                <a:gd name="T22" fmla="*/ 53 w 638"/>
                <a:gd name="T23" fmla="*/ 482 h 664"/>
                <a:gd name="T24" fmla="*/ 406 w 638"/>
                <a:gd name="T25" fmla="*/ 630 h 664"/>
                <a:gd name="T26" fmla="*/ 638 w 638"/>
                <a:gd name="T27" fmla="*/ 327 h 664"/>
                <a:gd name="T28" fmla="*/ 554 w 638"/>
                <a:gd name="T29" fmla="*/ 327 h 66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638" h="664">
                  <a:moveTo>
                    <a:pt x="554" y="327"/>
                  </a:moveTo>
                  <a:cubicBezTo>
                    <a:pt x="553" y="410"/>
                    <a:pt x="509" y="485"/>
                    <a:pt x="437" y="527"/>
                  </a:cubicBezTo>
                  <a:cubicBezTo>
                    <a:pt x="365" y="569"/>
                    <a:pt x="274" y="564"/>
                    <a:pt x="203" y="521"/>
                  </a:cubicBezTo>
                  <a:cubicBezTo>
                    <a:pt x="133" y="478"/>
                    <a:pt x="94" y="398"/>
                    <a:pt x="96" y="316"/>
                  </a:cubicBezTo>
                  <a:cubicBezTo>
                    <a:pt x="99" y="234"/>
                    <a:pt x="150" y="161"/>
                    <a:pt x="222" y="123"/>
                  </a:cubicBezTo>
                  <a:cubicBezTo>
                    <a:pt x="292" y="86"/>
                    <a:pt x="379" y="92"/>
                    <a:pt x="446" y="133"/>
                  </a:cubicBezTo>
                  <a:cubicBezTo>
                    <a:pt x="514" y="174"/>
                    <a:pt x="553" y="250"/>
                    <a:pt x="554" y="327"/>
                  </a:cubicBezTo>
                  <a:cubicBezTo>
                    <a:pt x="554" y="381"/>
                    <a:pt x="638" y="382"/>
                    <a:pt x="638" y="327"/>
                  </a:cubicBezTo>
                  <a:cubicBezTo>
                    <a:pt x="637" y="232"/>
                    <a:pt x="594" y="141"/>
                    <a:pt x="519" y="82"/>
                  </a:cubicBezTo>
                  <a:cubicBezTo>
                    <a:pt x="441" y="21"/>
                    <a:pt x="340" y="0"/>
                    <a:pt x="244" y="25"/>
                  </a:cubicBezTo>
                  <a:cubicBezTo>
                    <a:pt x="154" y="48"/>
                    <a:pt x="76" y="116"/>
                    <a:pt x="39" y="201"/>
                  </a:cubicBezTo>
                  <a:cubicBezTo>
                    <a:pt x="0" y="292"/>
                    <a:pt x="5" y="395"/>
                    <a:pt x="53" y="482"/>
                  </a:cubicBezTo>
                  <a:cubicBezTo>
                    <a:pt x="122" y="606"/>
                    <a:pt x="271" y="664"/>
                    <a:pt x="406" y="630"/>
                  </a:cubicBezTo>
                  <a:cubicBezTo>
                    <a:pt x="542" y="595"/>
                    <a:pt x="636" y="466"/>
                    <a:pt x="638" y="327"/>
                  </a:cubicBezTo>
                  <a:cubicBezTo>
                    <a:pt x="638" y="273"/>
                    <a:pt x="554" y="273"/>
                    <a:pt x="554" y="32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rgbClr val="002060"/>
                </a:solidFill>
              </a:endParaRPr>
            </a:p>
          </p:txBody>
        </p:sp>
        <p:sp>
          <p:nvSpPr>
            <p:cNvPr id="16" name="Freeform 38">
              <a:extLst>
                <a:ext uri="{FF2B5EF4-FFF2-40B4-BE49-F238E27FC236}">
                  <a16:creationId xmlns:a16="http://schemas.microsoft.com/office/drawing/2014/main" id="{8963BCA9-A71F-8612-C145-763ACD199DC2}"/>
                </a:ext>
              </a:extLst>
            </p:cNvPr>
            <p:cNvSpPr>
              <a:spLocks/>
            </p:cNvSpPr>
            <p:nvPr/>
          </p:nvSpPr>
          <p:spPr bwMode="auto">
            <a:xfrm>
              <a:off x="-27444701" y="-2163763"/>
              <a:ext cx="3182938" cy="2136775"/>
            </a:xfrm>
            <a:custGeom>
              <a:avLst/>
              <a:gdLst>
                <a:gd name="T0" fmla="*/ 846 w 1067"/>
                <a:gd name="T1" fmla="*/ 102 h 717"/>
                <a:gd name="T2" fmla="*/ 980 w 1067"/>
                <a:gd name="T3" fmla="*/ 329 h 717"/>
                <a:gd name="T4" fmla="*/ 981 w 1067"/>
                <a:gd name="T5" fmla="*/ 479 h 717"/>
                <a:gd name="T6" fmla="*/ 981 w 1067"/>
                <a:gd name="T7" fmla="*/ 558 h 717"/>
                <a:gd name="T8" fmla="*/ 961 w 1067"/>
                <a:gd name="T9" fmla="*/ 617 h 717"/>
                <a:gd name="T10" fmla="*/ 882 w 1067"/>
                <a:gd name="T11" fmla="*/ 633 h 717"/>
                <a:gd name="T12" fmla="*/ 213 w 1067"/>
                <a:gd name="T13" fmla="*/ 633 h 717"/>
                <a:gd name="T14" fmla="*/ 152 w 1067"/>
                <a:gd name="T15" fmla="*/ 633 h 717"/>
                <a:gd name="T16" fmla="*/ 89 w 1067"/>
                <a:gd name="T17" fmla="*/ 571 h 717"/>
                <a:gd name="T18" fmla="*/ 89 w 1067"/>
                <a:gd name="T19" fmla="*/ 523 h 717"/>
                <a:gd name="T20" fmla="*/ 89 w 1067"/>
                <a:gd name="T21" fmla="*/ 355 h 717"/>
                <a:gd name="T22" fmla="*/ 172 w 1067"/>
                <a:gd name="T23" fmla="*/ 144 h 717"/>
                <a:gd name="T24" fmla="*/ 222 w 1067"/>
                <a:gd name="T25" fmla="*/ 103 h 717"/>
                <a:gd name="T26" fmla="*/ 179 w 1067"/>
                <a:gd name="T27" fmla="*/ 31 h 717"/>
                <a:gd name="T28" fmla="*/ 12 w 1067"/>
                <a:gd name="T29" fmla="*/ 276 h 717"/>
                <a:gd name="T30" fmla="*/ 5 w 1067"/>
                <a:gd name="T31" fmla="*/ 447 h 717"/>
                <a:gd name="T32" fmla="*/ 9 w 1067"/>
                <a:gd name="T33" fmla="*/ 604 h 717"/>
                <a:gd name="T34" fmla="*/ 161 w 1067"/>
                <a:gd name="T35" fmla="*/ 717 h 717"/>
                <a:gd name="T36" fmla="*/ 804 w 1067"/>
                <a:gd name="T37" fmla="*/ 717 h 717"/>
                <a:gd name="T38" fmla="*/ 907 w 1067"/>
                <a:gd name="T39" fmla="*/ 717 h 717"/>
                <a:gd name="T40" fmla="*/ 1058 w 1067"/>
                <a:gd name="T41" fmla="*/ 614 h 717"/>
                <a:gd name="T42" fmla="*/ 1065 w 1067"/>
                <a:gd name="T43" fmla="*/ 544 h 717"/>
                <a:gd name="T44" fmla="*/ 1065 w 1067"/>
                <a:gd name="T45" fmla="*/ 455 h 717"/>
                <a:gd name="T46" fmla="*/ 1060 w 1067"/>
                <a:gd name="T47" fmla="*/ 287 h 717"/>
                <a:gd name="T48" fmla="*/ 888 w 1067"/>
                <a:gd name="T49" fmla="*/ 29 h 717"/>
                <a:gd name="T50" fmla="*/ 846 w 1067"/>
                <a:gd name="T51" fmla="*/ 102 h 7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1067" h="717">
                  <a:moveTo>
                    <a:pt x="846" y="102"/>
                  </a:moveTo>
                  <a:cubicBezTo>
                    <a:pt x="924" y="152"/>
                    <a:pt x="974" y="236"/>
                    <a:pt x="980" y="329"/>
                  </a:cubicBezTo>
                  <a:cubicBezTo>
                    <a:pt x="983" y="379"/>
                    <a:pt x="981" y="429"/>
                    <a:pt x="981" y="479"/>
                  </a:cubicBezTo>
                  <a:cubicBezTo>
                    <a:pt x="981" y="505"/>
                    <a:pt x="981" y="532"/>
                    <a:pt x="981" y="558"/>
                  </a:cubicBezTo>
                  <a:cubicBezTo>
                    <a:pt x="981" y="582"/>
                    <a:pt x="978" y="600"/>
                    <a:pt x="961" y="617"/>
                  </a:cubicBezTo>
                  <a:cubicBezTo>
                    <a:pt x="940" y="637"/>
                    <a:pt x="910" y="633"/>
                    <a:pt x="882" y="633"/>
                  </a:cubicBezTo>
                  <a:cubicBezTo>
                    <a:pt x="659" y="633"/>
                    <a:pt x="436" y="633"/>
                    <a:pt x="213" y="633"/>
                  </a:cubicBezTo>
                  <a:cubicBezTo>
                    <a:pt x="193" y="633"/>
                    <a:pt x="172" y="633"/>
                    <a:pt x="152" y="633"/>
                  </a:cubicBezTo>
                  <a:cubicBezTo>
                    <a:pt x="117" y="633"/>
                    <a:pt x="90" y="605"/>
                    <a:pt x="89" y="571"/>
                  </a:cubicBezTo>
                  <a:cubicBezTo>
                    <a:pt x="89" y="555"/>
                    <a:pt x="89" y="539"/>
                    <a:pt x="89" y="523"/>
                  </a:cubicBezTo>
                  <a:cubicBezTo>
                    <a:pt x="89" y="467"/>
                    <a:pt x="89" y="411"/>
                    <a:pt x="89" y="355"/>
                  </a:cubicBezTo>
                  <a:cubicBezTo>
                    <a:pt x="89" y="275"/>
                    <a:pt x="117" y="201"/>
                    <a:pt x="172" y="144"/>
                  </a:cubicBezTo>
                  <a:cubicBezTo>
                    <a:pt x="187" y="128"/>
                    <a:pt x="204" y="115"/>
                    <a:pt x="222" y="103"/>
                  </a:cubicBezTo>
                  <a:cubicBezTo>
                    <a:pt x="267" y="74"/>
                    <a:pt x="225" y="1"/>
                    <a:pt x="179" y="31"/>
                  </a:cubicBezTo>
                  <a:cubicBezTo>
                    <a:pt x="93" y="87"/>
                    <a:pt x="32" y="174"/>
                    <a:pt x="12" y="276"/>
                  </a:cubicBezTo>
                  <a:cubicBezTo>
                    <a:pt x="1" y="332"/>
                    <a:pt x="5" y="391"/>
                    <a:pt x="5" y="447"/>
                  </a:cubicBezTo>
                  <a:cubicBezTo>
                    <a:pt x="5" y="498"/>
                    <a:pt x="0" y="553"/>
                    <a:pt x="9" y="604"/>
                  </a:cubicBezTo>
                  <a:cubicBezTo>
                    <a:pt x="22" y="675"/>
                    <a:pt x="92" y="717"/>
                    <a:pt x="161" y="717"/>
                  </a:cubicBezTo>
                  <a:cubicBezTo>
                    <a:pt x="375" y="717"/>
                    <a:pt x="590" y="717"/>
                    <a:pt x="804" y="717"/>
                  </a:cubicBezTo>
                  <a:cubicBezTo>
                    <a:pt x="839" y="717"/>
                    <a:pt x="873" y="717"/>
                    <a:pt x="907" y="717"/>
                  </a:cubicBezTo>
                  <a:cubicBezTo>
                    <a:pt x="977" y="717"/>
                    <a:pt x="1035" y="681"/>
                    <a:pt x="1058" y="614"/>
                  </a:cubicBezTo>
                  <a:cubicBezTo>
                    <a:pt x="1066" y="592"/>
                    <a:pt x="1065" y="568"/>
                    <a:pt x="1065" y="544"/>
                  </a:cubicBezTo>
                  <a:cubicBezTo>
                    <a:pt x="1065" y="515"/>
                    <a:pt x="1065" y="485"/>
                    <a:pt x="1065" y="455"/>
                  </a:cubicBezTo>
                  <a:cubicBezTo>
                    <a:pt x="1065" y="399"/>
                    <a:pt x="1067" y="343"/>
                    <a:pt x="1060" y="287"/>
                  </a:cubicBezTo>
                  <a:cubicBezTo>
                    <a:pt x="1045" y="181"/>
                    <a:pt x="977" y="86"/>
                    <a:pt x="888" y="29"/>
                  </a:cubicBezTo>
                  <a:cubicBezTo>
                    <a:pt x="842" y="0"/>
                    <a:pt x="800" y="72"/>
                    <a:pt x="846" y="10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rgbClr val="002060"/>
                </a:solidFill>
              </a:endParaRPr>
            </a:p>
          </p:txBody>
        </p:sp>
        <p:sp>
          <p:nvSpPr>
            <p:cNvPr id="17" name="Freeform 39">
              <a:extLst>
                <a:ext uri="{FF2B5EF4-FFF2-40B4-BE49-F238E27FC236}">
                  <a16:creationId xmlns:a16="http://schemas.microsoft.com/office/drawing/2014/main" id="{2575DCC8-A28D-D3C2-F9C8-0B1B7B246B05}"/>
                </a:ext>
              </a:extLst>
            </p:cNvPr>
            <p:cNvSpPr>
              <a:spLocks/>
            </p:cNvSpPr>
            <p:nvPr/>
          </p:nvSpPr>
          <p:spPr bwMode="auto">
            <a:xfrm>
              <a:off x="-19121438" y="-3736976"/>
              <a:ext cx="1906588" cy="1978025"/>
            </a:xfrm>
            <a:custGeom>
              <a:avLst/>
              <a:gdLst>
                <a:gd name="T0" fmla="*/ 555 w 639"/>
                <a:gd name="T1" fmla="*/ 327 h 664"/>
                <a:gd name="T2" fmla="*/ 438 w 639"/>
                <a:gd name="T3" fmla="*/ 527 h 664"/>
                <a:gd name="T4" fmla="*/ 204 w 639"/>
                <a:gd name="T5" fmla="*/ 521 h 664"/>
                <a:gd name="T6" fmla="*/ 97 w 639"/>
                <a:gd name="T7" fmla="*/ 316 h 664"/>
                <a:gd name="T8" fmla="*/ 222 w 639"/>
                <a:gd name="T9" fmla="*/ 123 h 664"/>
                <a:gd name="T10" fmla="*/ 447 w 639"/>
                <a:gd name="T11" fmla="*/ 133 h 664"/>
                <a:gd name="T12" fmla="*/ 555 w 639"/>
                <a:gd name="T13" fmla="*/ 327 h 664"/>
                <a:gd name="T14" fmla="*/ 639 w 639"/>
                <a:gd name="T15" fmla="*/ 327 h 664"/>
                <a:gd name="T16" fmla="*/ 519 w 639"/>
                <a:gd name="T17" fmla="*/ 82 h 664"/>
                <a:gd name="T18" fmla="*/ 244 w 639"/>
                <a:gd name="T19" fmla="*/ 25 h 664"/>
                <a:gd name="T20" fmla="*/ 40 w 639"/>
                <a:gd name="T21" fmla="*/ 201 h 664"/>
                <a:gd name="T22" fmla="*/ 54 w 639"/>
                <a:gd name="T23" fmla="*/ 482 h 664"/>
                <a:gd name="T24" fmla="*/ 407 w 639"/>
                <a:gd name="T25" fmla="*/ 630 h 664"/>
                <a:gd name="T26" fmla="*/ 639 w 639"/>
                <a:gd name="T27" fmla="*/ 327 h 664"/>
                <a:gd name="T28" fmla="*/ 555 w 639"/>
                <a:gd name="T29" fmla="*/ 327 h 66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639" h="664">
                  <a:moveTo>
                    <a:pt x="555" y="327"/>
                  </a:moveTo>
                  <a:cubicBezTo>
                    <a:pt x="554" y="410"/>
                    <a:pt x="510" y="485"/>
                    <a:pt x="438" y="527"/>
                  </a:cubicBezTo>
                  <a:cubicBezTo>
                    <a:pt x="366" y="569"/>
                    <a:pt x="275" y="564"/>
                    <a:pt x="204" y="521"/>
                  </a:cubicBezTo>
                  <a:cubicBezTo>
                    <a:pt x="133" y="478"/>
                    <a:pt x="95" y="398"/>
                    <a:pt x="97" y="316"/>
                  </a:cubicBezTo>
                  <a:cubicBezTo>
                    <a:pt x="100" y="234"/>
                    <a:pt x="151" y="161"/>
                    <a:pt x="222" y="123"/>
                  </a:cubicBezTo>
                  <a:cubicBezTo>
                    <a:pt x="293" y="86"/>
                    <a:pt x="380" y="92"/>
                    <a:pt x="447" y="133"/>
                  </a:cubicBezTo>
                  <a:cubicBezTo>
                    <a:pt x="514" y="174"/>
                    <a:pt x="554" y="250"/>
                    <a:pt x="555" y="327"/>
                  </a:cubicBezTo>
                  <a:cubicBezTo>
                    <a:pt x="555" y="381"/>
                    <a:pt x="639" y="382"/>
                    <a:pt x="639" y="327"/>
                  </a:cubicBezTo>
                  <a:cubicBezTo>
                    <a:pt x="638" y="232"/>
                    <a:pt x="595" y="141"/>
                    <a:pt x="519" y="82"/>
                  </a:cubicBezTo>
                  <a:cubicBezTo>
                    <a:pt x="441" y="21"/>
                    <a:pt x="340" y="0"/>
                    <a:pt x="244" y="25"/>
                  </a:cubicBezTo>
                  <a:cubicBezTo>
                    <a:pt x="154" y="48"/>
                    <a:pt x="77" y="116"/>
                    <a:pt x="40" y="201"/>
                  </a:cubicBezTo>
                  <a:cubicBezTo>
                    <a:pt x="0" y="292"/>
                    <a:pt x="5" y="395"/>
                    <a:pt x="54" y="482"/>
                  </a:cubicBezTo>
                  <a:cubicBezTo>
                    <a:pt x="123" y="606"/>
                    <a:pt x="272" y="664"/>
                    <a:pt x="407" y="630"/>
                  </a:cubicBezTo>
                  <a:cubicBezTo>
                    <a:pt x="543" y="595"/>
                    <a:pt x="637" y="466"/>
                    <a:pt x="639" y="327"/>
                  </a:cubicBezTo>
                  <a:cubicBezTo>
                    <a:pt x="639" y="273"/>
                    <a:pt x="555" y="273"/>
                    <a:pt x="555" y="32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rgbClr val="002060"/>
                </a:solidFill>
              </a:endParaRPr>
            </a:p>
          </p:txBody>
        </p:sp>
        <p:sp>
          <p:nvSpPr>
            <p:cNvPr id="18" name="Freeform 40">
              <a:extLst>
                <a:ext uri="{FF2B5EF4-FFF2-40B4-BE49-F238E27FC236}">
                  <a16:creationId xmlns:a16="http://schemas.microsoft.com/office/drawing/2014/main" id="{3E1B5251-5EBD-B06E-2D13-3B0F2B19C62B}"/>
                </a:ext>
              </a:extLst>
            </p:cNvPr>
            <p:cNvSpPr>
              <a:spLocks/>
            </p:cNvSpPr>
            <p:nvPr/>
          </p:nvSpPr>
          <p:spPr bwMode="auto">
            <a:xfrm>
              <a:off x="-19746913" y="-2163763"/>
              <a:ext cx="3186113" cy="2136775"/>
            </a:xfrm>
            <a:custGeom>
              <a:avLst/>
              <a:gdLst>
                <a:gd name="T0" fmla="*/ 846 w 1068"/>
                <a:gd name="T1" fmla="*/ 102 h 717"/>
                <a:gd name="T2" fmla="*/ 981 w 1068"/>
                <a:gd name="T3" fmla="*/ 329 h 717"/>
                <a:gd name="T4" fmla="*/ 981 w 1068"/>
                <a:gd name="T5" fmla="*/ 479 h 717"/>
                <a:gd name="T6" fmla="*/ 981 w 1068"/>
                <a:gd name="T7" fmla="*/ 558 h 717"/>
                <a:gd name="T8" fmla="*/ 961 w 1068"/>
                <a:gd name="T9" fmla="*/ 617 h 717"/>
                <a:gd name="T10" fmla="*/ 882 w 1068"/>
                <a:gd name="T11" fmla="*/ 633 h 717"/>
                <a:gd name="T12" fmla="*/ 214 w 1068"/>
                <a:gd name="T13" fmla="*/ 633 h 717"/>
                <a:gd name="T14" fmla="*/ 153 w 1068"/>
                <a:gd name="T15" fmla="*/ 633 h 717"/>
                <a:gd name="T16" fmla="*/ 90 w 1068"/>
                <a:gd name="T17" fmla="*/ 571 h 717"/>
                <a:gd name="T18" fmla="*/ 90 w 1068"/>
                <a:gd name="T19" fmla="*/ 523 h 717"/>
                <a:gd name="T20" fmla="*/ 90 w 1068"/>
                <a:gd name="T21" fmla="*/ 355 h 717"/>
                <a:gd name="T22" fmla="*/ 173 w 1068"/>
                <a:gd name="T23" fmla="*/ 144 h 717"/>
                <a:gd name="T24" fmla="*/ 222 w 1068"/>
                <a:gd name="T25" fmla="*/ 103 h 717"/>
                <a:gd name="T26" fmla="*/ 180 w 1068"/>
                <a:gd name="T27" fmla="*/ 31 h 717"/>
                <a:gd name="T28" fmla="*/ 13 w 1068"/>
                <a:gd name="T29" fmla="*/ 276 h 717"/>
                <a:gd name="T30" fmla="*/ 6 w 1068"/>
                <a:gd name="T31" fmla="*/ 447 h 717"/>
                <a:gd name="T32" fmla="*/ 10 w 1068"/>
                <a:gd name="T33" fmla="*/ 604 h 717"/>
                <a:gd name="T34" fmla="*/ 161 w 1068"/>
                <a:gd name="T35" fmla="*/ 717 h 717"/>
                <a:gd name="T36" fmla="*/ 805 w 1068"/>
                <a:gd name="T37" fmla="*/ 717 h 717"/>
                <a:gd name="T38" fmla="*/ 908 w 1068"/>
                <a:gd name="T39" fmla="*/ 717 h 717"/>
                <a:gd name="T40" fmla="*/ 1059 w 1068"/>
                <a:gd name="T41" fmla="*/ 614 h 717"/>
                <a:gd name="T42" fmla="*/ 1065 w 1068"/>
                <a:gd name="T43" fmla="*/ 544 h 717"/>
                <a:gd name="T44" fmla="*/ 1065 w 1068"/>
                <a:gd name="T45" fmla="*/ 455 h 717"/>
                <a:gd name="T46" fmla="*/ 1060 w 1068"/>
                <a:gd name="T47" fmla="*/ 287 h 717"/>
                <a:gd name="T48" fmla="*/ 889 w 1068"/>
                <a:gd name="T49" fmla="*/ 29 h 717"/>
                <a:gd name="T50" fmla="*/ 846 w 1068"/>
                <a:gd name="T51" fmla="*/ 102 h 7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1068" h="717">
                  <a:moveTo>
                    <a:pt x="846" y="102"/>
                  </a:moveTo>
                  <a:cubicBezTo>
                    <a:pt x="924" y="152"/>
                    <a:pt x="975" y="236"/>
                    <a:pt x="981" y="329"/>
                  </a:cubicBezTo>
                  <a:cubicBezTo>
                    <a:pt x="984" y="379"/>
                    <a:pt x="981" y="429"/>
                    <a:pt x="981" y="479"/>
                  </a:cubicBezTo>
                  <a:cubicBezTo>
                    <a:pt x="981" y="505"/>
                    <a:pt x="981" y="532"/>
                    <a:pt x="981" y="558"/>
                  </a:cubicBezTo>
                  <a:cubicBezTo>
                    <a:pt x="981" y="582"/>
                    <a:pt x="978" y="600"/>
                    <a:pt x="961" y="617"/>
                  </a:cubicBezTo>
                  <a:cubicBezTo>
                    <a:pt x="941" y="637"/>
                    <a:pt x="911" y="633"/>
                    <a:pt x="882" y="633"/>
                  </a:cubicBezTo>
                  <a:cubicBezTo>
                    <a:pt x="659" y="633"/>
                    <a:pt x="437" y="633"/>
                    <a:pt x="214" y="633"/>
                  </a:cubicBezTo>
                  <a:cubicBezTo>
                    <a:pt x="193" y="633"/>
                    <a:pt x="173" y="633"/>
                    <a:pt x="153" y="633"/>
                  </a:cubicBezTo>
                  <a:cubicBezTo>
                    <a:pt x="118" y="633"/>
                    <a:pt x="91" y="605"/>
                    <a:pt x="90" y="571"/>
                  </a:cubicBezTo>
                  <a:cubicBezTo>
                    <a:pt x="89" y="555"/>
                    <a:pt x="90" y="539"/>
                    <a:pt x="90" y="523"/>
                  </a:cubicBezTo>
                  <a:cubicBezTo>
                    <a:pt x="90" y="467"/>
                    <a:pt x="90" y="411"/>
                    <a:pt x="90" y="355"/>
                  </a:cubicBezTo>
                  <a:cubicBezTo>
                    <a:pt x="90" y="275"/>
                    <a:pt x="117" y="201"/>
                    <a:pt x="173" y="144"/>
                  </a:cubicBezTo>
                  <a:cubicBezTo>
                    <a:pt x="188" y="128"/>
                    <a:pt x="204" y="115"/>
                    <a:pt x="222" y="103"/>
                  </a:cubicBezTo>
                  <a:cubicBezTo>
                    <a:pt x="267" y="74"/>
                    <a:pt x="225" y="1"/>
                    <a:pt x="180" y="31"/>
                  </a:cubicBezTo>
                  <a:cubicBezTo>
                    <a:pt x="94" y="87"/>
                    <a:pt x="32" y="174"/>
                    <a:pt x="13" y="276"/>
                  </a:cubicBezTo>
                  <a:cubicBezTo>
                    <a:pt x="2" y="332"/>
                    <a:pt x="6" y="391"/>
                    <a:pt x="6" y="447"/>
                  </a:cubicBezTo>
                  <a:cubicBezTo>
                    <a:pt x="6" y="498"/>
                    <a:pt x="0" y="553"/>
                    <a:pt x="10" y="604"/>
                  </a:cubicBezTo>
                  <a:cubicBezTo>
                    <a:pt x="23" y="675"/>
                    <a:pt x="93" y="717"/>
                    <a:pt x="161" y="717"/>
                  </a:cubicBezTo>
                  <a:cubicBezTo>
                    <a:pt x="376" y="717"/>
                    <a:pt x="590" y="717"/>
                    <a:pt x="805" y="717"/>
                  </a:cubicBezTo>
                  <a:cubicBezTo>
                    <a:pt x="839" y="717"/>
                    <a:pt x="874" y="717"/>
                    <a:pt x="908" y="717"/>
                  </a:cubicBezTo>
                  <a:cubicBezTo>
                    <a:pt x="978" y="717"/>
                    <a:pt x="1036" y="681"/>
                    <a:pt x="1059" y="614"/>
                  </a:cubicBezTo>
                  <a:cubicBezTo>
                    <a:pt x="1067" y="592"/>
                    <a:pt x="1065" y="568"/>
                    <a:pt x="1065" y="544"/>
                  </a:cubicBezTo>
                  <a:cubicBezTo>
                    <a:pt x="1065" y="515"/>
                    <a:pt x="1065" y="485"/>
                    <a:pt x="1065" y="455"/>
                  </a:cubicBezTo>
                  <a:cubicBezTo>
                    <a:pt x="1065" y="399"/>
                    <a:pt x="1068" y="343"/>
                    <a:pt x="1060" y="287"/>
                  </a:cubicBezTo>
                  <a:cubicBezTo>
                    <a:pt x="1046" y="181"/>
                    <a:pt x="978" y="86"/>
                    <a:pt x="889" y="29"/>
                  </a:cubicBezTo>
                  <a:cubicBezTo>
                    <a:pt x="843" y="0"/>
                    <a:pt x="801" y="72"/>
                    <a:pt x="846" y="10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rgbClr val="002060"/>
                </a:solidFill>
              </a:endParaRPr>
            </a:p>
          </p:txBody>
        </p:sp>
        <p:sp>
          <p:nvSpPr>
            <p:cNvPr id="19" name="Freeform 41">
              <a:extLst>
                <a:ext uri="{FF2B5EF4-FFF2-40B4-BE49-F238E27FC236}">
                  <a16:creationId xmlns:a16="http://schemas.microsoft.com/office/drawing/2014/main" id="{9B5DA382-61C9-C210-B72E-ED3B4DA1B11B}"/>
                </a:ext>
              </a:extLst>
            </p:cNvPr>
            <p:cNvSpPr>
              <a:spLocks/>
            </p:cNvSpPr>
            <p:nvPr/>
          </p:nvSpPr>
          <p:spPr bwMode="auto">
            <a:xfrm>
              <a:off x="-22120225" y="-5770563"/>
              <a:ext cx="250825" cy="2101850"/>
            </a:xfrm>
            <a:custGeom>
              <a:avLst/>
              <a:gdLst>
                <a:gd name="T0" fmla="*/ 0 w 84"/>
                <a:gd name="T1" fmla="*/ 54 h 705"/>
                <a:gd name="T2" fmla="*/ 0 w 84"/>
                <a:gd name="T3" fmla="*/ 631 h 705"/>
                <a:gd name="T4" fmla="*/ 0 w 84"/>
                <a:gd name="T5" fmla="*/ 650 h 705"/>
                <a:gd name="T6" fmla="*/ 84 w 84"/>
                <a:gd name="T7" fmla="*/ 650 h 705"/>
                <a:gd name="T8" fmla="*/ 84 w 84"/>
                <a:gd name="T9" fmla="*/ 73 h 705"/>
                <a:gd name="T10" fmla="*/ 84 w 84"/>
                <a:gd name="T11" fmla="*/ 54 h 705"/>
                <a:gd name="T12" fmla="*/ 0 w 84"/>
                <a:gd name="T13" fmla="*/ 54 h 7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4" h="705">
                  <a:moveTo>
                    <a:pt x="0" y="54"/>
                  </a:moveTo>
                  <a:cubicBezTo>
                    <a:pt x="0" y="247"/>
                    <a:pt x="0" y="439"/>
                    <a:pt x="0" y="631"/>
                  </a:cubicBezTo>
                  <a:cubicBezTo>
                    <a:pt x="0" y="638"/>
                    <a:pt x="0" y="644"/>
                    <a:pt x="0" y="650"/>
                  </a:cubicBezTo>
                  <a:cubicBezTo>
                    <a:pt x="0" y="705"/>
                    <a:pt x="84" y="705"/>
                    <a:pt x="84" y="650"/>
                  </a:cubicBezTo>
                  <a:cubicBezTo>
                    <a:pt x="84" y="458"/>
                    <a:pt x="84" y="266"/>
                    <a:pt x="84" y="73"/>
                  </a:cubicBezTo>
                  <a:cubicBezTo>
                    <a:pt x="84" y="67"/>
                    <a:pt x="84" y="61"/>
                    <a:pt x="84" y="54"/>
                  </a:cubicBezTo>
                  <a:cubicBezTo>
                    <a:pt x="84" y="0"/>
                    <a:pt x="0" y="0"/>
                    <a:pt x="0" y="5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rgbClr val="002060"/>
                </a:solidFill>
              </a:endParaRPr>
            </a:p>
          </p:txBody>
        </p:sp>
        <p:sp>
          <p:nvSpPr>
            <p:cNvPr id="20" name="Freeform 42">
              <a:extLst>
                <a:ext uri="{FF2B5EF4-FFF2-40B4-BE49-F238E27FC236}">
                  <a16:creationId xmlns:a16="http://schemas.microsoft.com/office/drawing/2014/main" id="{8A089468-E080-A709-996A-4A2FF7B421BD}"/>
                </a:ext>
              </a:extLst>
            </p:cNvPr>
            <p:cNvSpPr>
              <a:spLocks/>
            </p:cNvSpPr>
            <p:nvPr/>
          </p:nvSpPr>
          <p:spPr bwMode="auto">
            <a:xfrm>
              <a:off x="-23742650" y="-4017963"/>
              <a:ext cx="1944688" cy="1266825"/>
            </a:xfrm>
            <a:custGeom>
              <a:avLst/>
              <a:gdLst>
                <a:gd name="T0" fmla="*/ 89 w 652"/>
                <a:gd name="T1" fmla="*/ 398 h 425"/>
                <a:gd name="T2" fmla="*/ 589 w 652"/>
                <a:gd name="T3" fmla="*/ 109 h 425"/>
                <a:gd name="T4" fmla="*/ 605 w 652"/>
                <a:gd name="T5" fmla="*/ 100 h 425"/>
                <a:gd name="T6" fmla="*/ 563 w 652"/>
                <a:gd name="T7" fmla="*/ 27 h 425"/>
                <a:gd name="T8" fmla="*/ 63 w 652"/>
                <a:gd name="T9" fmla="*/ 316 h 425"/>
                <a:gd name="T10" fmla="*/ 47 w 652"/>
                <a:gd name="T11" fmla="*/ 325 h 425"/>
                <a:gd name="T12" fmla="*/ 89 w 652"/>
                <a:gd name="T13" fmla="*/ 398 h 4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52" h="425">
                  <a:moveTo>
                    <a:pt x="89" y="398"/>
                  </a:moveTo>
                  <a:cubicBezTo>
                    <a:pt x="256" y="302"/>
                    <a:pt x="422" y="205"/>
                    <a:pt x="589" y="109"/>
                  </a:cubicBezTo>
                  <a:cubicBezTo>
                    <a:pt x="594" y="106"/>
                    <a:pt x="600" y="103"/>
                    <a:pt x="605" y="100"/>
                  </a:cubicBezTo>
                  <a:cubicBezTo>
                    <a:pt x="652" y="73"/>
                    <a:pt x="610" y="0"/>
                    <a:pt x="563" y="27"/>
                  </a:cubicBezTo>
                  <a:cubicBezTo>
                    <a:pt x="396" y="123"/>
                    <a:pt x="230" y="219"/>
                    <a:pt x="63" y="316"/>
                  </a:cubicBezTo>
                  <a:cubicBezTo>
                    <a:pt x="58" y="319"/>
                    <a:pt x="52" y="322"/>
                    <a:pt x="47" y="325"/>
                  </a:cubicBezTo>
                  <a:cubicBezTo>
                    <a:pt x="0" y="352"/>
                    <a:pt x="42" y="425"/>
                    <a:pt x="89" y="3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rgbClr val="002060"/>
                </a:solidFill>
              </a:endParaRPr>
            </a:p>
          </p:txBody>
        </p:sp>
        <p:sp>
          <p:nvSpPr>
            <p:cNvPr id="21" name="Freeform 43">
              <a:extLst>
                <a:ext uri="{FF2B5EF4-FFF2-40B4-BE49-F238E27FC236}">
                  <a16:creationId xmlns:a16="http://schemas.microsoft.com/office/drawing/2014/main" id="{080E3067-3AB6-BD6D-1CF8-72138244ED9E}"/>
                </a:ext>
              </a:extLst>
            </p:cNvPr>
            <p:cNvSpPr>
              <a:spLocks/>
            </p:cNvSpPr>
            <p:nvPr/>
          </p:nvSpPr>
          <p:spPr bwMode="auto">
            <a:xfrm>
              <a:off x="-22191663" y="-4017963"/>
              <a:ext cx="1946275" cy="1266825"/>
            </a:xfrm>
            <a:custGeom>
              <a:avLst/>
              <a:gdLst>
                <a:gd name="T0" fmla="*/ 605 w 652"/>
                <a:gd name="T1" fmla="*/ 325 h 425"/>
                <a:gd name="T2" fmla="*/ 106 w 652"/>
                <a:gd name="T3" fmla="*/ 37 h 425"/>
                <a:gd name="T4" fmla="*/ 89 w 652"/>
                <a:gd name="T5" fmla="*/ 27 h 425"/>
                <a:gd name="T6" fmla="*/ 47 w 652"/>
                <a:gd name="T7" fmla="*/ 100 h 425"/>
                <a:gd name="T8" fmla="*/ 546 w 652"/>
                <a:gd name="T9" fmla="*/ 388 h 425"/>
                <a:gd name="T10" fmla="*/ 563 w 652"/>
                <a:gd name="T11" fmla="*/ 398 h 425"/>
                <a:gd name="T12" fmla="*/ 605 w 652"/>
                <a:gd name="T13" fmla="*/ 325 h 4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52" h="425">
                  <a:moveTo>
                    <a:pt x="605" y="325"/>
                  </a:moveTo>
                  <a:cubicBezTo>
                    <a:pt x="439" y="229"/>
                    <a:pt x="272" y="133"/>
                    <a:pt x="106" y="37"/>
                  </a:cubicBezTo>
                  <a:cubicBezTo>
                    <a:pt x="100" y="33"/>
                    <a:pt x="95" y="30"/>
                    <a:pt x="89" y="27"/>
                  </a:cubicBezTo>
                  <a:cubicBezTo>
                    <a:pt x="42" y="0"/>
                    <a:pt x="0" y="73"/>
                    <a:pt x="47" y="100"/>
                  </a:cubicBezTo>
                  <a:cubicBezTo>
                    <a:pt x="213" y="196"/>
                    <a:pt x="380" y="292"/>
                    <a:pt x="546" y="388"/>
                  </a:cubicBezTo>
                  <a:cubicBezTo>
                    <a:pt x="552" y="391"/>
                    <a:pt x="557" y="395"/>
                    <a:pt x="563" y="398"/>
                  </a:cubicBezTo>
                  <a:cubicBezTo>
                    <a:pt x="610" y="425"/>
                    <a:pt x="652" y="352"/>
                    <a:pt x="605" y="32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rgbClr val="002060"/>
                </a:solidFill>
              </a:endParaRPr>
            </a:p>
          </p:txBody>
        </p:sp>
      </p:grpSp>
      <p:sp>
        <p:nvSpPr>
          <p:cNvPr id="3" name="Rectangle 1">
            <a:extLst>
              <a:ext uri="{FF2B5EF4-FFF2-40B4-BE49-F238E27FC236}">
                <a16:creationId xmlns:a16="http://schemas.microsoft.com/office/drawing/2014/main" id="{CA0D2357-D948-4C40-BADA-2AF3D914FC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93E25A2B-FFFF-4D0E-BA33-A7480D2CC148}"/>
              </a:ext>
            </a:extLst>
          </p:cNvPr>
          <p:cNvSpPr txBox="1">
            <a:spLocks/>
          </p:cNvSpPr>
          <p:nvPr/>
        </p:nvSpPr>
        <p:spPr>
          <a:xfrm>
            <a:off x="235422" y="6092278"/>
            <a:ext cx="1738083" cy="27432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altLang="zh-CN" sz="1800" dirty="0">
                <a:solidFill>
                  <a:srgbClr val="002060"/>
                </a:solidFill>
                <a:latin typeface="+mj-lt"/>
                <a:cs typeface="Segoe UI" panose="020B0502040204020203" pitchFamily="34" charset="0"/>
              </a:rPr>
              <a:t>Task 6</a:t>
            </a:r>
          </a:p>
        </p:txBody>
      </p:sp>
    </p:spTree>
    <p:extLst>
      <p:ext uri="{BB962C8B-B14F-4D97-AF65-F5344CB8AC3E}">
        <p14:creationId xmlns:p14="http://schemas.microsoft.com/office/powerpoint/2010/main" val="5983344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965AA4-B80D-9FBD-91C7-19C11C836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D1896BB-0D1B-4623-5847-5818E6A8CE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07259" y="2064036"/>
            <a:ext cx="5148459" cy="935642"/>
          </a:xfrm>
        </p:spPr>
        <p:txBody>
          <a:bodyPr/>
          <a:lstStyle/>
          <a:p>
            <a:r>
              <a:rPr lang="en-US" altLang="zh-CN" sz="6000" dirty="0">
                <a:solidFill>
                  <a:srgbClr val="002060"/>
                </a:solidFill>
              </a:rPr>
              <a:t>Introduction</a:t>
            </a:r>
            <a:endParaRPr lang="zh-CN" altLang="en-US" sz="6000" dirty="0">
              <a:solidFill>
                <a:srgbClr val="002060"/>
              </a:solidFill>
            </a:endParaRPr>
          </a:p>
        </p:txBody>
      </p:sp>
      <p:pic>
        <p:nvPicPr>
          <p:cNvPr id="6" name="Picture 6">
            <a:extLst>
              <a:ext uri="{FF2B5EF4-FFF2-40B4-BE49-F238E27FC236}">
                <a16:creationId xmlns:a16="http://schemas.microsoft.com/office/drawing/2014/main" id="{C3405134-C726-AB7C-C78B-A4C189A49A20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/>
          <a:srcRect l="26901" r="26901"/>
          <a:stretch/>
        </p:blipFill>
        <p:spPr>
          <a:xfrm flipH="1">
            <a:off x="992457" y="1148769"/>
            <a:ext cx="3679903" cy="5126012"/>
          </a:xfrm>
        </p:spPr>
      </p:pic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EDED300-B468-3795-AD08-4C57F4C3495E}"/>
              </a:ext>
            </a:extLst>
          </p:cNvPr>
          <p:cNvSpPr txBox="1">
            <a:spLocks/>
          </p:cNvSpPr>
          <p:nvPr/>
        </p:nvSpPr>
        <p:spPr>
          <a:xfrm>
            <a:off x="5441795" y="3084351"/>
            <a:ext cx="6680703" cy="3044987"/>
          </a:xfrm>
          <a:prstGeom prst="rect">
            <a:avLst/>
          </a:prstGeom>
          <a:noFill/>
        </p:spPr>
        <p:txBody>
          <a:bodyPr vert="horz" lIns="0" tIns="0" rIns="0" bIns="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002060"/>
                </a:solidFill>
              </a:rPr>
              <a:t>This report presents the comprehensive backend system design and implementation for </a:t>
            </a:r>
            <a:r>
              <a:rPr lang="en-US" sz="1600" dirty="0" err="1">
                <a:solidFill>
                  <a:srgbClr val="002060"/>
                </a:solidFill>
              </a:rPr>
              <a:t>WayWatch</a:t>
            </a:r>
            <a:r>
              <a:rPr lang="en-US" sz="1600" dirty="0">
                <a:solidFill>
                  <a:srgbClr val="002060"/>
                </a:solidFill>
              </a:rPr>
              <a:t>, a mobile road management application that provides real-time road condition monitoring, incident reporting, and location-based services</a:t>
            </a:r>
            <a:r>
              <a:rPr lang="en-US" sz="1600" dirty="0">
                <a:solidFill>
                  <a:srgbClr val="002060"/>
                </a:solidFill>
                <a:effectLst/>
                <a:latin typeface="Arial" panose="020B0604020202020204" pitchFamily="34" charset="0"/>
                <a:ea typeface="DengXian" panose="02010600030101010101" pitchFamily="2" charset="-122"/>
                <a:cs typeface="Arial" panose="020B0604020202020204" pitchFamily="34" charset="0"/>
              </a:rPr>
              <a:t>.</a:t>
            </a:r>
            <a:endParaRPr lang="en-US" sz="1400" dirty="0">
              <a:solidFill>
                <a:srgbClr val="00206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19928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055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706A25-0569-0BFE-AB1C-FC206CC58B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solidFill>
            <a:schemeClr val="bg2">
              <a:lumMod val="90000"/>
            </a:schemeClr>
          </a:solidFill>
        </p:spPr>
        <p:txBody>
          <a:bodyPr/>
          <a:lstStyle/>
          <a:p>
            <a:r>
              <a:rPr lang="en-US" sz="6600" dirty="0">
                <a:solidFill>
                  <a:schemeClr val="bg1">
                    <a:lumMod val="95000"/>
                  </a:schemeClr>
                </a:solidFill>
              </a:rPr>
              <a:t>Design</a:t>
            </a:r>
            <a:br>
              <a:rPr lang="en-US" sz="9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n-US" sz="6600" dirty="0" err="1">
                <a:solidFill>
                  <a:schemeClr val="bg1">
                    <a:lumMod val="95000"/>
                  </a:schemeClr>
                </a:solidFill>
              </a:rPr>
              <a:t>Design</a:t>
            </a:r>
            <a:r>
              <a:rPr lang="en-US" sz="9600" dirty="0"/>
              <a:t>​</a:t>
            </a:r>
            <a:br>
              <a:rPr lang="en-US" sz="9600" dirty="0"/>
            </a:br>
            <a:r>
              <a:rPr lang="en-US" sz="6600" dirty="0">
                <a:solidFill>
                  <a:srgbClr val="030553"/>
                </a:solidFill>
              </a:rPr>
              <a:t>&amp;</a:t>
            </a:r>
            <a:br>
              <a:rPr lang="en-US" sz="9600" dirty="0">
                <a:solidFill>
                  <a:schemeClr val="bg1"/>
                </a:solidFill>
              </a:rPr>
            </a:br>
            <a:r>
              <a:rPr lang="en-US" sz="6600" dirty="0">
                <a:solidFill>
                  <a:srgbClr val="030553"/>
                </a:solidFill>
              </a:rPr>
              <a:t>&amp;</a:t>
            </a:r>
            <a:br>
              <a:rPr lang="en-US" sz="9600" dirty="0"/>
            </a:br>
            <a:r>
              <a:rPr lang="en-US" sz="6600" dirty="0">
                <a:solidFill>
                  <a:schemeClr val="bg1">
                    <a:lumMod val="95000"/>
                  </a:schemeClr>
                </a:solidFill>
              </a:rPr>
              <a:t>implementations</a:t>
            </a:r>
            <a:br>
              <a:rPr lang="en-US" sz="9600" dirty="0"/>
            </a:br>
            <a:r>
              <a:rPr lang="en-US" sz="6600" dirty="0">
                <a:solidFill>
                  <a:schemeClr val="bg1">
                    <a:lumMod val="95000"/>
                  </a:schemeClr>
                </a:solidFill>
              </a:rPr>
              <a:t>Implementation</a:t>
            </a:r>
            <a:br>
              <a:rPr lang="en-US" sz="9600" dirty="0"/>
            </a:br>
            <a:r>
              <a:rPr lang="en-US" sz="6600" dirty="0" err="1">
                <a:solidFill>
                  <a:schemeClr val="bg1">
                    <a:lumMod val="95000"/>
                  </a:schemeClr>
                </a:solidFill>
              </a:rPr>
              <a:t>Implementation</a:t>
            </a:r>
            <a:endParaRPr lang="en-US" sz="9600" dirty="0">
              <a:solidFill>
                <a:schemeClr val="bg1">
                  <a:lumMod val="95000"/>
                </a:schemeClr>
              </a:solidFill>
            </a:endParaRPr>
          </a:p>
        </p:txBody>
      </p:sp>
      <p:pic>
        <p:nvPicPr>
          <p:cNvPr id="10" name="Picture Placeholder 8">
            <a:extLst>
              <a:ext uri="{FF2B5EF4-FFF2-40B4-BE49-F238E27FC236}">
                <a16:creationId xmlns:a16="http://schemas.microsoft.com/office/drawing/2014/main" id="{52D595F4-0989-6A49-2DC9-74FD4AACE7F5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2"/>
          <a:srcRect l="26130" r="26130"/>
          <a:stretch/>
        </p:blipFill>
        <p:spPr>
          <a:xfrm>
            <a:off x="7527925" y="604838"/>
            <a:ext cx="4086225" cy="5135562"/>
          </a:xfrm>
        </p:spPr>
      </p:pic>
    </p:spTree>
    <p:extLst>
      <p:ext uri="{BB962C8B-B14F-4D97-AF65-F5344CB8AC3E}">
        <p14:creationId xmlns:p14="http://schemas.microsoft.com/office/powerpoint/2010/main" val="9271220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10C90-6BBE-F64E-8A60-EF9E60B2BA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5400" spc="500" dirty="0">
                <a:solidFill>
                  <a:srgbClr val="030553"/>
                </a:solidFill>
                <a:latin typeface="Arial Black" panose="020B0A04020102020204" pitchFamily="34" charset="0"/>
              </a:rPr>
              <a:t>Design Principles</a:t>
            </a:r>
            <a:endParaRPr lang="en-US" sz="5400" dirty="0">
              <a:solidFill>
                <a:srgbClr val="030553"/>
              </a:solidFill>
              <a:latin typeface="Arial Black" panose="020B0A04020102020204" pitchFamily="34" charset="0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19EEB4B-BEE5-ACC5-4BA2-AA6194616633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50" normalizeH="0" baseline="0" noProof="0" dirty="0">
                <a:ln>
                  <a:noFill/>
                </a:ln>
                <a:solidFill>
                  <a:srgbClr val="030553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t>Requirement Analysis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22385F-CA51-6573-9F21-D1C4A381BDFE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95C7AAE-A677-454A-8BDB-62A0650ACE98}" type="slidenum">
              <a:rPr kumimoji="0" lang="en-US" sz="1200" b="0" i="0" u="none" strike="noStrike" kern="1200" cap="none" spc="50" normalizeH="0" baseline="0" noProof="0" smtClean="0">
                <a:ln>
                  <a:noFill/>
                </a:ln>
                <a:solidFill>
                  <a:srgbClr val="E1C9C1">
                    <a:lumMod val="90000"/>
                  </a:srgbClr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50" normalizeH="0" baseline="0" noProof="0" dirty="0">
              <a:ln>
                <a:noFill/>
              </a:ln>
              <a:solidFill>
                <a:srgbClr val="E1C9C1">
                  <a:lumMod val="90000"/>
                </a:srgbClr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grpSp>
        <p:nvGrpSpPr>
          <p:cNvPr id="6" name="Group 5" descr="Timeline">
            <a:extLst>
              <a:ext uri="{FF2B5EF4-FFF2-40B4-BE49-F238E27FC236}">
                <a16:creationId xmlns:a16="http://schemas.microsoft.com/office/drawing/2014/main" id="{2D1EEEAF-5F3C-A2EF-525E-3E4299ED501F}"/>
              </a:ext>
            </a:extLst>
          </p:cNvPr>
          <p:cNvGrpSpPr/>
          <p:nvPr/>
        </p:nvGrpSpPr>
        <p:grpSpPr>
          <a:xfrm>
            <a:off x="1995064" y="2022036"/>
            <a:ext cx="8827266" cy="3931302"/>
            <a:chOff x="419100" y="2172508"/>
            <a:chExt cx="11353799" cy="393130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784F79C9-63CA-B09F-DB82-34E2BBFC2D8E}"/>
                </a:ext>
              </a:extLst>
            </p:cNvPr>
            <p:cNvSpPr/>
            <p:nvPr/>
          </p:nvSpPr>
          <p:spPr>
            <a:xfrm>
              <a:off x="419100" y="2172508"/>
              <a:ext cx="11353799" cy="3931302"/>
            </a:xfrm>
            <a:prstGeom prst="rect">
              <a:avLst/>
            </a:prstGeom>
            <a:noFill/>
          </p:spPr>
        </p:sp>
        <p:sp>
          <p:nvSpPr>
            <p:cNvPr id="8" name="Notched Right Arrow 7">
              <a:extLst>
                <a:ext uri="{FF2B5EF4-FFF2-40B4-BE49-F238E27FC236}">
                  <a16:creationId xmlns:a16="http://schemas.microsoft.com/office/drawing/2014/main" id="{EA27270A-BF3C-89DA-2EF4-37896691B69A}"/>
                </a:ext>
              </a:extLst>
            </p:cNvPr>
            <p:cNvSpPr/>
            <p:nvPr/>
          </p:nvSpPr>
          <p:spPr>
            <a:xfrm>
              <a:off x="419100" y="4070289"/>
              <a:ext cx="11353799" cy="148791"/>
            </a:xfrm>
            <a:prstGeom prst="notchedRightArrow">
              <a:avLst/>
            </a:prstGeom>
            <a:solidFill>
              <a:schemeClr val="accent4"/>
            </a:solidFill>
          </p:spPr>
          <p:style>
            <a:lnRef idx="0">
              <a:schemeClr val="dk2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dk2">
                <a:tint val="4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AD403014-9A9E-F590-D686-87CC339A03ED}"/>
                </a:ext>
              </a:extLst>
            </p:cNvPr>
            <p:cNvSpPr/>
            <p:nvPr/>
          </p:nvSpPr>
          <p:spPr>
            <a:xfrm>
              <a:off x="598126" y="2449872"/>
              <a:ext cx="2380715" cy="1572520"/>
            </a:xfrm>
            <a:custGeom>
              <a:avLst/>
              <a:gdLst>
                <a:gd name="connsiteX0" fmla="*/ 0 w 1812071"/>
                <a:gd name="connsiteY0" fmla="*/ 0 h 1572520"/>
                <a:gd name="connsiteX1" fmla="*/ 1812071 w 1812071"/>
                <a:gd name="connsiteY1" fmla="*/ 0 h 1572520"/>
                <a:gd name="connsiteX2" fmla="*/ 1812071 w 1812071"/>
                <a:gd name="connsiteY2" fmla="*/ 1572520 h 1572520"/>
                <a:gd name="connsiteX3" fmla="*/ 0 w 1812071"/>
                <a:gd name="connsiteY3" fmla="*/ 1572520 h 1572520"/>
                <a:gd name="connsiteX4" fmla="*/ 0 w 1812071"/>
                <a:gd name="connsiteY4" fmla="*/ 0 h 1572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12071" h="1572520">
                  <a:moveTo>
                    <a:pt x="0" y="0"/>
                  </a:moveTo>
                  <a:lnTo>
                    <a:pt x="1812071" y="0"/>
                  </a:lnTo>
                  <a:lnTo>
                    <a:pt x="1812071" y="1572520"/>
                  </a:lnTo>
                  <a:lnTo>
                    <a:pt x="0" y="1572520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2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2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28016" tIns="128016" rIns="128016" bIns="128016" numCol="1" spcCol="1270" anchor="b" anchorCtr="0">
              <a:noAutofit/>
            </a:bodyPr>
            <a:lstStyle/>
            <a:p>
              <a:pPr marL="0" marR="0" lvl="0" indent="0" algn="ctr" defTabSz="8001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350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1" i="0" u="none" strike="noStrike" kern="1200" cap="none" spc="50" normalizeH="0" baseline="0" noProof="0" dirty="0">
                  <a:ln>
                    <a:noFill/>
                  </a:ln>
                  <a:solidFill>
                    <a:srgbClr val="030553"/>
                  </a:solidFill>
                  <a:effectLst/>
                  <a:uLnTx/>
                  <a:uFillTx/>
                  <a:latin typeface="Avenir Next LT Pro"/>
                  <a:ea typeface="+mn-ea"/>
                  <a:cs typeface="+mn-cs"/>
                </a:rPr>
                <a:t>1</a:t>
              </a:r>
              <a:br>
                <a:rPr kumimoji="0" lang="en-US" sz="2400" b="1" i="0" u="none" strike="noStrike" kern="1200" cap="none" spc="50" normalizeH="0" baseline="0" noProof="0" dirty="0">
                  <a:ln>
                    <a:noFill/>
                  </a:ln>
                  <a:solidFill>
                    <a:srgbClr val="030553"/>
                  </a:solidFill>
                  <a:effectLst/>
                  <a:uLnTx/>
                  <a:uFillTx/>
                  <a:latin typeface="Avenir Next LT Pro"/>
                  <a:ea typeface="+mn-ea"/>
                  <a:cs typeface="+mn-cs"/>
                </a:rPr>
              </a:br>
              <a:r>
                <a:rPr kumimoji="0" lang="en-US" b="0" i="0" u="none" strike="noStrike" kern="1200" cap="none" spc="50" normalizeH="0" baseline="0" noProof="0" dirty="0">
                  <a:ln>
                    <a:noFill/>
                  </a:ln>
                  <a:solidFill>
                    <a:srgbClr val="030553"/>
                  </a:solidFill>
                  <a:effectLst/>
                  <a:uLnTx/>
                  <a:uFillTx/>
                  <a:latin typeface="Avenir Next LT Pro"/>
                  <a:ea typeface="+mn-ea"/>
                  <a:cs typeface="+mn-cs"/>
                </a:rPr>
                <a:t>PostgreSQL with </a:t>
              </a:r>
              <a:r>
                <a:rPr kumimoji="0" lang="en-US" b="0" i="0" u="none" strike="noStrike" kern="1200" cap="none" spc="50" normalizeH="0" baseline="0" noProof="0" dirty="0" err="1">
                  <a:ln>
                    <a:noFill/>
                  </a:ln>
                  <a:solidFill>
                    <a:srgbClr val="030553"/>
                  </a:solidFill>
                  <a:effectLst/>
                  <a:uLnTx/>
                  <a:uFillTx/>
                  <a:latin typeface="Avenir Next LT Pro"/>
                  <a:ea typeface="+mn-ea"/>
                  <a:cs typeface="+mn-cs"/>
                </a:rPr>
                <a:t>PostGIS</a:t>
              </a:r>
              <a:endParaRPr kumimoji="0" lang="en-US" b="0" i="0" u="none" strike="noStrike" kern="1200" cap="none" spc="50" normalizeH="0" baseline="0" noProof="0" dirty="0">
                <a:ln>
                  <a:noFill/>
                </a:ln>
                <a:solidFill>
                  <a:srgbClr val="030553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endParaRP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A5EEF42C-BCC4-2F65-E5AD-F55E1DF828A6}"/>
                </a:ext>
              </a:extLst>
            </p:cNvPr>
            <p:cNvSpPr/>
            <p:nvPr/>
          </p:nvSpPr>
          <p:spPr>
            <a:xfrm>
              <a:off x="1573619" y="4003901"/>
              <a:ext cx="283948" cy="267159"/>
            </a:xfrm>
            <a:prstGeom prst="ellipse">
              <a:avLst/>
            </a:prstGeom>
            <a:solidFill>
              <a:srgbClr val="030553"/>
            </a:solidFill>
          </p:spPr>
          <p:style>
            <a:lnRef idx="2">
              <a:schemeClr val="lt2">
                <a:hueOff val="0"/>
                <a:satOff val="0"/>
                <a:lumOff val="0"/>
                <a:alphaOff val="0"/>
              </a:schemeClr>
            </a:lnRef>
            <a:fillRef idx="1">
              <a:schemeClr val="dk2">
                <a:hueOff val="0"/>
                <a:satOff val="0"/>
                <a:lumOff val="0"/>
                <a:alphaOff val="0"/>
              </a:schemeClr>
            </a:fillRef>
            <a:effectRef idx="0">
              <a:schemeClr val="dk2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43FC9BFA-540C-62E3-110B-DB45E2B1997F}"/>
                </a:ext>
              </a:extLst>
            </p:cNvPr>
            <p:cNvSpPr/>
            <p:nvPr/>
          </p:nvSpPr>
          <p:spPr>
            <a:xfrm>
              <a:off x="1932561" y="4466232"/>
              <a:ext cx="3365439" cy="1572520"/>
            </a:xfrm>
            <a:custGeom>
              <a:avLst/>
              <a:gdLst>
                <a:gd name="connsiteX0" fmla="*/ 0 w 1767544"/>
                <a:gd name="connsiteY0" fmla="*/ 0 h 1572520"/>
                <a:gd name="connsiteX1" fmla="*/ 1767544 w 1767544"/>
                <a:gd name="connsiteY1" fmla="*/ 0 h 1572520"/>
                <a:gd name="connsiteX2" fmla="*/ 1767544 w 1767544"/>
                <a:gd name="connsiteY2" fmla="*/ 1572520 h 1572520"/>
                <a:gd name="connsiteX3" fmla="*/ 0 w 1767544"/>
                <a:gd name="connsiteY3" fmla="*/ 1572520 h 1572520"/>
                <a:gd name="connsiteX4" fmla="*/ 0 w 1767544"/>
                <a:gd name="connsiteY4" fmla="*/ 0 h 1572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67544" h="1572520">
                  <a:moveTo>
                    <a:pt x="0" y="0"/>
                  </a:moveTo>
                  <a:lnTo>
                    <a:pt x="1767544" y="0"/>
                  </a:lnTo>
                  <a:lnTo>
                    <a:pt x="1767544" y="1572520"/>
                  </a:lnTo>
                  <a:lnTo>
                    <a:pt x="0" y="1572520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2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2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28016" tIns="128016" rIns="128016" bIns="128016" numCol="1" spcCol="1270" anchor="t" anchorCtr="0">
              <a:noAutofit/>
            </a:bodyPr>
            <a:lstStyle/>
            <a:p>
              <a:pPr marL="0" marR="0" lvl="0" indent="0" algn="ctr" defTabSz="8001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350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1" i="0" u="none" strike="noStrike" kern="1200" cap="none" spc="50" normalizeH="0" baseline="0" noProof="0" dirty="0">
                  <a:ln>
                    <a:noFill/>
                  </a:ln>
                  <a:solidFill>
                    <a:srgbClr val="030553"/>
                  </a:solidFill>
                  <a:effectLst/>
                  <a:uLnTx/>
                  <a:uFillTx/>
                  <a:latin typeface="Avenir Next LT Pro"/>
                  <a:ea typeface="+mn-ea"/>
                  <a:cs typeface="+mn-cs"/>
                </a:rPr>
                <a:t>2</a:t>
              </a:r>
              <a:br>
                <a:rPr kumimoji="0" lang="en-US" sz="2400" b="1" i="0" u="none" strike="noStrike" kern="1200" cap="none" spc="50" normalizeH="0" baseline="0" noProof="0" dirty="0">
                  <a:ln>
                    <a:noFill/>
                  </a:ln>
                  <a:solidFill>
                    <a:srgbClr val="030553"/>
                  </a:solidFill>
                  <a:effectLst/>
                  <a:uLnTx/>
                  <a:uFillTx/>
                  <a:latin typeface="Avenir Next LT Pro"/>
                  <a:ea typeface="+mn-ea"/>
                  <a:cs typeface="+mn-cs"/>
                </a:rPr>
              </a:br>
              <a:r>
                <a:rPr lang="en-US" spc="50" dirty="0">
                  <a:solidFill>
                    <a:srgbClr val="030553"/>
                  </a:solidFill>
                  <a:latin typeface="Avenir Next LT Pro"/>
                </a:rPr>
                <a:t>UUID Primary Keys</a:t>
              </a:r>
              <a:endParaRPr kumimoji="0" lang="en-US" b="0" i="0" u="none" strike="noStrike" kern="1200" cap="none" spc="50" normalizeH="0" baseline="0" noProof="0" dirty="0">
                <a:ln>
                  <a:noFill/>
                </a:ln>
                <a:solidFill>
                  <a:srgbClr val="030553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endParaRP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5E64EDBF-2E4C-F9F1-9707-2384BF78C378}"/>
                </a:ext>
              </a:extLst>
            </p:cNvPr>
            <p:cNvSpPr/>
            <p:nvPr/>
          </p:nvSpPr>
          <p:spPr>
            <a:xfrm>
              <a:off x="3311411" y="4003901"/>
              <a:ext cx="369636" cy="267159"/>
            </a:xfrm>
            <a:prstGeom prst="ellipse">
              <a:avLst/>
            </a:prstGeom>
            <a:solidFill>
              <a:srgbClr val="030553"/>
            </a:solidFill>
          </p:spPr>
          <p:style>
            <a:lnRef idx="2">
              <a:schemeClr val="lt2">
                <a:hueOff val="0"/>
                <a:satOff val="0"/>
                <a:lumOff val="0"/>
                <a:alphaOff val="0"/>
              </a:schemeClr>
            </a:lnRef>
            <a:fillRef idx="1">
              <a:schemeClr val="dk2">
                <a:hueOff val="0"/>
                <a:satOff val="0"/>
                <a:lumOff val="0"/>
                <a:alphaOff val="0"/>
              </a:schemeClr>
            </a:fillRef>
            <a:effectRef idx="0">
              <a:schemeClr val="dk2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C6561523-6EE6-2AAF-AC2A-03E4526FF936}"/>
                </a:ext>
              </a:extLst>
            </p:cNvPr>
            <p:cNvSpPr/>
            <p:nvPr/>
          </p:nvSpPr>
          <p:spPr>
            <a:xfrm>
              <a:off x="3698697" y="2490700"/>
              <a:ext cx="3198605" cy="1572520"/>
            </a:xfrm>
            <a:custGeom>
              <a:avLst/>
              <a:gdLst>
                <a:gd name="connsiteX0" fmla="*/ 0 w 1715648"/>
                <a:gd name="connsiteY0" fmla="*/ 0 h 1572520"/>
                <a:gd name="connsiteX1" fmla="*/ 1715648 w 1715648"/>
                <a:gd name="connsiteY1" fmla="*/ 0 h 1572520"/>
                <a:gd name="connsiteX2" fmla="*/ 1715648 w 1715648"/>
                <a:gd name="connsiteY2" fmla="*/ 1572520 h 1572520"/>
                <a:gd name="connsiteX3" fmla="*/ 0 w 1715648"/>
                <a:gd name="connsiteY3" fmla="*/ 1572520 h 1572520"/>
                <a:gd name="connsiteX4" fmla="*/ 0 w 1715648"/>
                <a:gd name="connsiteY4" fmla="*/ 0 h 1572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15648" h="1572520">
                  <a:moveTo>
                    <a:pt x="0" y="0"/>
                  </a:moveTo>
                  <a:lnTo>
                    <a:pt x="1715648" y="0"/>
                  </a:lnTo>
                  <a:lnTo>
                    <a:pt x="1715648" y="1572520"/>
                  </a:lnTo>
                  <a:lnTo>
                    <a:pt x="0" y="1572520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2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2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28016" tIns="128016" rIns="128016" bIns="128016" numCol="1" spcCol="1270" anchor="b" anchorCtr="0">
              <a:noAutofit/>
            </a:bodyPr>
            <a:lstStyle/>
            <a:p>
              <a:pPr marL="0" marR="0" lvl="0" indent="0" algn="ctr" defTabSz="8001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350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1" i="1" u="none" strike="noStrike" kern="1200" cap="none" spc="50" normalizeH="0" baseline="0" noProof="0" dirty="0">
                  <a:ln>
                    <a:noFill/>
                  </a:ln>
                  <a:solidFill>
                    <a:srgbClr val="030553"/>
                  </a:solidFill>
                  <a:effectLst/>
                  <a:uLnTx/>
                  <a:uFillTx/>
                  <a:latin typeface="Avenir Next LT Pro"/>
                  <a:ea typeface="+mn-ea"/>
                  <a:cs typeface="+mn-cs"/>
                </a:rPr>
                <a:t>3</a:t>
              </a:r>
            </a:p>
            <a:p>
              <a:pPr marL="0" marR="0" lvl="0" indent="0" algn="ctr" defTabSz="8001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3500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pc="50" dirty="0">
                  <a:solidFill>
                    <a:srgbClr val="030553"/>
                  </a:solidFill>
                  <a:latin typeface="Avenir Next LT Pro"/>
                </a:rPr>
                <a:t>Geometry(Point, 43260)</a:t>
              </a:r>
              <a:endParaRPr kumimoji="0" lang="en-US" b="0" i="0" u="none" strike="noStrike" kern="1200" cap="none" spc="50" normalizeH="0" baseline="0" noProof="0" dirty="0">
                <a:ln>
                  <a:noFill/>
                </a:ln>
                <a:solidFill>
                  <a:srgbClr val="030553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endParaRP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224421DD-214B-4390-073C-8A09479EEAE5}"/>
                </a:ext>
              </a:extLst>
            </p:cNvPr>
            <p:cNvSpPr/>
            <p:nvPr/>
          </p:nvSpPr>
          <p:spPr>
            <a:xfrm>
              <a:off x="5033769" y="4003901"/>
              <a:ext cx="340411" cy="267159"/>
            </a:xfrm>
            <a:prstGeom prst="ellipse">
              <a:avLst/>
            </a:prstGeom>
            <a:solidFill>
              <a:srgbClr val="030553"/>
            </a:solidFill>
          </p:spPr>
          <p:style>
            <a:lnRef idx="2">
              <a:schemeClr val="lt2">
                <a:hueOff val="0"/>
                <a:satOff val="0"/>
                <a:lumOff val="0"/>
                <a:alphaOff val="0"/>
              </a:schemeClr>
            </a:lnRef>
            <a:fillRef idx="1">
              <a:schemeClr val="dk2">
                <a:hueOff val="0"/>
                <a:satOff val="0"/>
                <a:lumOff val="0"/>
                <a:alphaOff val="0"/>
              </a:schemeClr>
            </a:fillRef>
            <a:effectRef idx="0">
              <a:schemeClr val="dk2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5132750B-025F-97C1-C842-FCFF6F7D9138}"/>
                </a:ext>
              </a:extLst>
            </p:cNvPr>
            <p:cNvSpPr/>
            <p:nvPr/>
          </p:nvSpPr>
          <p:spPr>
            <a:xfrm>
              <a:off x="5374180" y="4427165"/>
              <a:ext cx="3116651" cy="1572520"/>
            </a:xfrm>
            <a:custGeom>
              <a:avLst/>
              <a:gdLst>
                <a:gd name="connsiteX0" fmla="*/ 0 w 1574120"/>
                <a:gd name="connsiteY0" fmla="*/ 0 h 1572520"/>
                <a:gd name="connsiteX1" fmla="*/ 1574120 w 1574120"/>
                <a:gd name="connsiteY1" fmla="*/ 0 h 1572520"/>
                <a:gd name="connsiteX2" fmla="*/ 1574120 w 1574120"/>
                <a:gd name="connsiteY2" fmla="*/ 1572520 h 1572520"/>
                <a:gd name="connsiteX3" fmla="*/ 0 w 1574120"/>
                <a:gd name="connsiteY3" fmla="*/ 1572520 h 1572520"/>
                <a:gd name="connsiteX4" fmla="*/ 0 w 1574120"/>
                <a:gd name="connsiteY4" fmla="*/ 0 h 1572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74120" h="1572520">
                  <a:moveTo>
                    <a:pt x="0" y="0"/>
                  </a:moveTo>
                  <a:lnTo>
                    <a:pt x="1574120" y="0"/>
                  </a:lnTo>
                  <a:lnTo>
                    <a:pt x="1574120" y="1572520"/>
                  </a:lnTo>
                  <a:lnTo>
                    <a:pt x="0" y="1572520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2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2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28016" tIns="128016" rIns="128016" bIns="128016" numCol="1" spcCol="1270" anchor="t" anchorCtr="0">
              <a:noAutofit/>
            </a:bodyPr>
            <a:lstStyle/>
            <a:p>
              <a:pPr marL="0" marR="0" lvl="0" indent="0" algn="ctr" defTabSz="8001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350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1" i="0" u="none" strike="noStrike" kern="1200" cap="none" spc="50" normalizeH="0" baseline="0" noProof="0" dirty="0">
                  <a:ln>
                    <a:noFill/>
                  </a:ln>
                  <a:solidFill>
                    <a:srgbClr val="030553"/>
                  </a:solidFill>
                  <a:effectLst/>
                  <a:uLnTx/>
                  <a:uFillTx/>
                  <a:latin typeface="Avenir Next LT Pro"/>
                  <a:ea typeface="+mn-ea"/>
                  <a:cs typeface="+mn-cs"/>
                </a:rPr>
                <a:t>4</a:t>
              </a:r>
            </a:p>
            <a:p>
              <a:pPr marL="0" marR="0" lvl="0" indent="0" algn="ctr" defTabSz="8001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3500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pc="50" dirty="0">
                  <a:solidFill>
                    <a:srgbClr val="030553"/>
                  </a:solidFill>
                  <a:latin typeface="Avenir Next LT Pro"/>
                </a:rPr>
                <a:t>JSONB Data Types</a:t>
              </a:r>
              <a:endParaRPr kumimoji="0" lang="en-US" b="0" i="0" u="none" strike="noStrike" kern="1200" cap="none" spc="50" normalizeH="0" baseline="0" noProof="0" dirty="0">
                <a:ln>
                  <a:noFill/>
                </a:ln>
                <a:solidFill>
                  <a:srgbClr val="030553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endParaRPr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AFEA52D8-6EF3-E96B-AC17-D7D812BB2F09}"/>
                </a:ext>
              </a:extLst>
            </p:cNvPr>
            <p:cNvSpPr/>
            <p:nvPr/>
          </p:nvSpPr>
          <p:spPr>
            <a:xfrm>
              <a:off x="6753901" y="4011477"/>
              <a:ext cx="353211" cy="259584"/>
            </a:xfrm>
            <a:prstGeom prst="ellipse">
              <a:avLst/>
            </a:prstGeom>
            <a:solidFill>
              <a:srgbClr val="030553"/>
            </a:solidFill>
          </p:spPr>
          <p:style>
            <a:lnRef idx="2">
              <a:schemeClr val="lt2">
                <a:hueOff val="0"/>
                <a:satOff val="0"/>
                <a:lumOff val="0"/>
                <a:alphaOff val="0"/>
              </a:schemeClr>
            </a:lnRef>
            <a:fillRef idx="1">
              <a:schemeClr val="dk2">
                <a:hueOff val="0"/>
                <a:satOff val="0"/>
                <a:lumOff val="0"/>
                <a:alphaOff val="0"/>
              </a:schemeClr>
            </a:fillRef>
            <a:effectRef idx="0">
              <a:schemeClr val="dk2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565AD21D-AA9C-9F26-96E1-8CF61AFE5F1B}"/>
                </a:ext>
              </a:extLst>
            </p:cNvPr>
            <p:cNvSpPr/>
            <p:nvPr/>
          </p:nvSpPr>
          <p:spPr>
            <a:xfrm>
              <a:off x="6726902" y="2461474"/>
              <a:ext cx="3763389" cy="1572520"/>
            </a:xfrm>
            <a:custGeom>
              <a:avLst/>
              <a:gdLst>
                <a:gd name="connsiteX0" fmla="*/ 0 w 1637527"/>
                <a:gd name="connsiteY0" fmla="*/ 0 h 1572520"/>
                <a:gd name="connsiteX1" fmla="*/ 1637527 w 1637527"/>
                <a:gd name="connsiteY1" fmla="*/ 0 h 1572520"/>
                <a:gd name="connsiteX2" fmla="*/ 1637527 w 1637527"/>
                <a:gd name="connsiteY2" fmla="*/ 1572520 h 1572520"/>
                <a:gd name="connsiteX3" fmla="*/ 0 w 1637527"/>
                <a:gd name="connsiteY3" fmla="*/ 1572520 h 1572520"/>
                <a:gd name="connsiteX4" fmla="*/ 0 w 1637527"/>
                <a:gd name="connsiteY4" fmla="*/ 0 h 1572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37527" h="1572520">
                  <a:moveTo>
                    <a:pt x="0" y="0"/>
                  </a:moveTo>
                  <a:lnTo>
                    <a:pt x="1637527" y="0"/>
                  </a:lnTo>
                  <a:lnTo>
                    <a:pt x="1637527" y="1572520"/>
                  </a:lnTo>
                  <a:lnTo>
                    <a:pt x="0" y="1572520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2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2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28016" tIns="128016" rIns="128016" bIns="128016" numCol="1" spcCol="1270" anchor="b" anchorCtr="0">
              <a:noAutofit/>
            </a:bodyPr>
            <a:lstStyle/>
            <a:p>
              <a:pPr marL="0" marR="0" lvl="0" indent="0" algn="ctr" defTabSz="8001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350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1" i="0" u="none" strike="noStrike" kern="1200" cap="none" spc="50" normalizeH="0" baseline="0" noProof="0" dirty="0">
                  <a:ln>
                    <a:noFill/>
                  </a:ln>
                  <a:solidFill>
                    <a:srgbClr val="030553"/>
                  </a:solidFill>
                  <a:effectLst/>
                  <a:uLnTx/>
                  <a:uFillTx/>
                  <a:latin typeface="Avenir Next LT Pro"/>
                  <a:ea typeface="+mn-ea"/>
                  <a:cs typeface="+mn-cs"/>
                </a:rPr>
                <a:t>5</a:t>
              </a:r>
            </a:p>
            <a:p>
              <a:pPr marL="0" marR="0" lvl="0" indent="0" algn="ctr" defTabSz="8001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3500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pc="50" dirty="0">
                  <a:solidFill>
                    <a:srgbClr val="030553"/>
                  </a:solidFill>
                  <a:latin typeface="Avenir Next LT Pro"/>
                </a:rPr>
                <a:t>Spatial Indexing</a:t>
              </a:r>
              <a:endParaRPr kumimoji="0" lang="en-US" b="0" i="0" u="none" strike="noStrike" kern="1200" cap="none" spc="50" normalizeH="0" baseline="0" noProof="0" dirty="0">
                <a:ln>
                  <a:noFill/>
                </a:ln>
                <a:solidFill>
                  <a:srgbClr val="030553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endParaRP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AA9EFEED-3A11-AFAC-A7F7-5F1FD77728F5}"/>
                </a:ext>
              </a:extLst>
            </p:cNvPr>
            <p:cNvSpPr/>
            <p:nvPr/>
          </p:nvSpPr>
          <p:spPr>
            <a:xfrm>
              <a:off x="8486833" y="4003902"/>
              <a:ext cx="353211" cy="267158"/>
            </a:xfrm>
            <a:prstGeom prst="ellipse">
              <a:avLst/>
            </a:prstGeom>
            <a:solidFill>
              <a:srgbClr val="030553"/>
            </a:solidFill>
          </p:spPr>
          <p:style>
            <a:lnRef idx="2">
              <a:schemeClr val="lt2">
                <a:hueOff val="0"/>
                <a:satOff val="0"/>
                <a:lumOff val="0"/>
                <a:alphaOff val="0"/>
              </a:schemeClr>
            </a:lnRef>
            <a:fillRef idx="1">
              <a:schemeClr val="dk2">
                <a:hueOff val="0"/>
                <a:satOff val="0"/>
                <a:lumOff val="0"/>
                <a:alphaOff val="0"/>
              </a:schemeClr>
            </a:fillRef>
            <a:effectRef idx="0">
              <a:schemeClr val="dk2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148078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F81C58-6D1E-3ED3-84E1-4F042B4EA3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6902" y="495266"/>
            <a:ext cx="6421734" cy="468613"/>
          </a:xfrm>
        </p:spPr>
        <p:txBody>
          <a:bodyPr/>
          <a:lstStyle/>
          <a:p>
            <a:r>
              <a:rPr lang="en-US" sz="3200" dirty="0">
                <a:solidFill>
                  <a:srgbClr val="030553"/>
                </a:solidFill>
              </a:rPr>
              <a:t>Entity – Relationship Diagram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EDDF95A-70E2-328C-306E-CFFBB58091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5272" y="1233236"/>
            <a:ext cx="6712549" cy="5129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86561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965AA4-B80D-9FBD-91C7-19C11C836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D1896BB-0D1B-4623-5847-5818E6A8CE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41496" y="1028700"/>
            <a:ext cx="7755369" cy="927961"/>
          </a:xfrm>
        </p:spPr>
        <p:txBody>
          <a:bodyPr/>
          <a:lstStyle/>
          <a:p>
            <a:pPr algn="l"/>
            <a:r>
              <a:rPr lang="en-US" altLang="zh-CN" sz="4000" dirty="0">
                <a:solidFill>
                  <a:srgbClr val="002060"/>
                </a:solidFill>
              </a:rPr>
              <a:t>Schema Design &amp; Relationship</a:t>
            </a:r>
            <a:endParaRPr lang="zh-CN" altLang="en-US" sz="4000" dirty="0">
              <a:solidFill>
                <a:srgbClr val="002060"/>
              </a:solidFill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EDED300-B468-3795-AD08-4C57F4C3495E}"/>
              </a:ext>
            </a:extLst>
          </p:cNvPr>
          <p:cNvSpPr txBox="1">
            <a:spLocks/>
          </p:cNvSpPr>
          <p:nvPr/>
        </p:nvSpPr>
        <p:spPr>
          <a:xfrm>
            <a:off x="5420985" y="1956661"/>
            <a:ext cx="5128591" cy="3044987"/>
          </a:xfrm>
          <a:prstGeom prst="rect">
            <a:avLst/>
          </a:prstGeom>
          <a:noFill/>
        </p:spPr>
        <p:txBody>
          <a:bodyPr vert="horz" lIns="0" tIns="0" rIns="0" bIns="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CA" sz="1600" dirty="0">
                <a:solidFill>
                  <a:srgbClr val="002060"/>
                </a:solidFill>
              </a:rPr>
              <a:t>The database schema comprises of 12 core tables:</a:t>
            </a:r>
          </a:p>
          <a:p>
            <a:pPr>
              <a:lnSpc>
                <a:spcPct val="150000"/>
              </a:lnSpc>
            </a:pPr>
            <a:r>
              <a:rPr lang="en-CA" sz="1600" dirty="0">
                <a:solidFill>
                  <a:srgbClr val="002060"/>
                </a:solidFill>
              </a:rPr>
              <a:t>Users</a:t>
            </a:r>
          </a:p>
          <a:p>
            <a:pPr>
              <a:lnSpc>
                <a:spcPct val="150000"/>
              </a:lnSpc>
            </a:pPr>
            <a:r>
              <a:rPr lang="en-CA" sz="1600" dirty="0">
                <a:solidFill>
                  <a:srgbClr val="002060"/>
                </a:solidFill>
              </a:rPr>
              <a:t>Users preferences</a:t>
            </a:r>
          </a:p>
          <a:p>
            <a:pPr>
              <a:lnSpc>
                <a:spcPct val="150000"/>
              </a:lnSpc>
            </a:pPr>
            <a:r>
              <a:rPr lang="en-CA" sz="1600" dirty="0">
                <a:solidFill>
                  <a:srgbClr val="002060"/>
                </a:solidFill>
              </a:rPr>
              <a:t>Locations</a:t>
            </a:r>
          </a:p>
          <a:p>
            <a:pPr>
              <a:lnSpc>
                <a:spcPct val="150000"/>
              </a:lnSpc>
            </a:pPr>
            <a:r>
              <a:rPr lang="en-CA" sz="1600" dirty="0" err="1">
                <a:solidFill>
                  <a:srgbClr val="002060"/>
                </a:solidFill>
              </a:rPr>
              <a:t>Road_signs</a:t>
            </a:r>
            <a:endParaRPr lang="en-CA" sz="1600" dirty="0">
              <a:solidFill>
                <a:srgbClr val="002060"/>
              </a:solidFill>
            </a:endParaRPr>
          </a:p>
          <a:p>
            <a:pPr>
              <a:lnSpc>
                <a:spcPct val="150000"/>
              </a:lnSpc>
            </a:pPr>
            <a:r>
              <a:rPr lang="en-CA" sz="1600" dirty="0">
                <a:solidFill>
                  <a:srgbClr val="002060"/>
                </a:solidFill>
              </a:rPr>
              <a:t>alerts</a:t>
            </a:r>
            <a:endParaRPr lang="en-CA" sz="1600" dirty="0"/>
          </a:p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endParaRPr lang="en-US" sz="1600" dirty="0">
              <a:solidFill>
                <a:srgbClr val="030553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BC79146-98CC-7D72-751B-386E84A6B0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6799" y="723822"/>
            <a:ext cx="4738295" cy="4620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14700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6D67BE-B026-1F48-8512-45DC759CD8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462" y="374262"/>
            <a:ext cx="10679112" cy="825762"/>
          </a:xfrm>
        </p:spPr>
        <p:txBody>
          <a:bodyPr/>
          <a:lstStyle/>
          <a:p>
            <a:r>
              <a:rPr lang="en-US" sz="4000" dirty="0">
                <a:solidFill>
                  <a:srgbClr val="030553"/>
                </a:solidFill>
                <a:latin typeface="Arial Black" panose="020B0A04020102020204" pitchFamily="34" charset="0"/>
              </a:rPr>
              <a:t>Security Measures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D32DDF84-DF3E-9DBB-67F6-123251884EE5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791179" y="1526338"/>
            <a:ext cx="802487" cy="1376974"/>
          </a:xfrm>
        </p:spPr>
        <p:txBody>
          <a:bodyPr/>
          <a:lstStyle/>
          <a:p>
            <a:r>
              <a:rPr lang="en-US" sz="10000" dirty="0">
                <a:solidFill>
                  <a:srgbClr val="030553">
                    <a:alpha val="10000"/>
                  </a:srgbClr>
                </a:solidFill>
              </a:rPr>
              <a:t>1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A5C3CFB-D853-978B-6688-1A361A5D690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531183" y="1707265"/>
            <a:ext cx="2009776" cy="633626"/>
          </a:xfrm>
        </p:spPr>
        <p:txBody>
          <a:bodyPr/>
          <a:lstStyle/>
          <a:p>
            <a:r>
              <a:rPr lang="en-US" sz="2000" b="1" dirty="0">
                <a:solidFill>
                  <a:srgbClr val="030553"/>
                </a:solidFill>
                <a:latin typeface="Calibri" panose="020F0502020204030204" pitchFamily="34" charset="0"/>
              </a:rPr>
              <a:t>Access Control</a:t>
            </a:r>
            <a:endParaRPr lang="pt-BR" sz="1400" dirty="0">
              <a:solidFill>
                <a:srgbClr val="030553"/>
              </a:solidFill>
            </a:endParaRPr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610B3F0F-637F-BBEC-B050-71F3B5F8072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4720744" y="1369766"/>
            <a:ext cx="1130178" cy="1376974"/>
          </a:xfrm>
        </p:spPr>
        <p:txBody>
          <a:bodyPr/>
          <a:lstStyle/>
          <a:p>
            <a:r>
              <a:rPr lang="en-US" sz="10000" dirty="0">
                <a:solidFill>
                  <a:srgbClr val="030553">
                    <a:alpha val="10000"/>
                  </a:srgbClr>
                </a:solidFill>
              </a:rPr>
              <a:t>2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559DD27-4FCB-2F22-0412-F235D0699C31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850922" y="1707265"/>
            <a:ext cx="2133360" cy="592105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pPr marR="0" lv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tabLst>
                <a:tab pos="457200" algn="l"/>
              </a:tabLst>
            </a:pPr>
            <a:r>
              <a:rPr lang="en-US" sz="2000" b="1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Data Protection</a:t>
            </a:r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6F769E73-A82C-1A16-49AC-EDA4F69F34F6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8777978" y="1281413"/>
            <a:ext cx="1706523" cy="1553680"/>
          </a:xfrm>
        </p:spPr>
        <p:txBody>
          <a:bodyPr/>
          <a:lstStyle/>
          <a:p>
            <a:r>
              <a:rPr lang="en-US" sz="10000" dirty="0">
                <a:solidFill>
                  <a:srgbClr val="030553">
                    <a:alpha val="10000"/>
                  </a:srgbClr>
                </a:solidFill>
              </a:rPr>
              <a:t>3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621E2C0-775D-81A7-EA2E-E3DAC45405B2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9789279" y="1580202"/>
            <a:ext cx="1743075" cy="695480"/>
          </a:xfrm>
        </p:spPr>
        <p:txBody>
          <a:bodyPr/>
          <a:lstStyle/>
          <a:p>
            <a:r>
              <a:rPr lang="en-US" sz="2000" b="1" dirty="0">
                <a:solidFill>
                  <a:srgbClr val="030553"/>
                </a:solidFill>
                <a:latin typeface="Calibri" panose="020F0502020204030204" pitchFamily="34" charset="0"/>
              </a:rPr>
              <a:t>Data Validation </a:t>
            </a:r>
            <a:endParaRPr lang="en-US" sz="1400" dirty="0">
              <a:solidFill>
                <a:srgbClr val="030553"/>
              </a:solidFill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F7FA47D-FD90-943F-AB0C-D1A2CC3586DB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50" normalizeH="0" baseline="0" noProof="0" dirty="0">
                <a:ln>
                  <a:noFill/>
                </a:ln>
                <a:solidFill>
                  <a:srgbClr val="030553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t>Requirement Analysis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C3AF59-9CE7-4CE6-C397-FFB5DBD78F4E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95C7AAE-A677-454A-8BDB-62A0650ACE98}" type="slidenum">
              <a:rPr kumimoji="0" lang="en-US" sz="1200" b="0" i="0" u="none" strike="noStrike" kern="1200" cap="none" spc="50" normalizeH="0" baseline="0" noProof="0" smtClean="0">
                <a:ln>
                  <a:noFill/>
                </a:ln>
                <a:solidFill>
                  <a:srgbClr val="E1C9C1">
                    <a:lumMod val="90000"/>
                  </a:srgbClr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50" normalizeH="0" baseline="0" noProof="0" dirty="0">
              <a:ln>
                <a:noFill/>
              </a:ln>
              <a:solidFill>
                <a:srgbClr val="E1C9C1">
                  <a:lumMod val="90000"/>
                </a:srgbClr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A203DDDB-E96E-577D-376B-B3C1E7A81478}"/>
              </a:ext>
            </a:extLst>
          </p:cNvPr>
          <p:cNvSpPr txBox="1">
            <a:spLocks/>
          </p:cNvSpPr>
          <p:nvPr/>
        </p:nvSpPr>
        <p:spPr>
          <a:xfrm>
            <a:off x="750888" y="3564748"/>
            <a:ext cx="10679112" cy="82576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500" kern="1200" spc="500" baseline="0">
                <a:solidFill>
                  <a:schemeClr val="accent4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030553"/>
                </a:solidFill>
                <a:latin typeface="Arial Black" panose="020B0A04020102020204" pitchFamily="34" charset="0"/>
              </a:rPr>
              <a:t>Reliability Measures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97CF32AC-DE79-9E28-9227-B0FC5CA74A73}"/>
              </a:ext>
            </a:extLst>
          </p:cNvPr>
          <p:cNvSpPr txBox="1">
            <a:spLocks/>
          </p:cNvSpPr>
          <p:nvPr/>
        </p:nvSpPr>
        <p:spPr>
          <a:xfrm>
            <a:off x="1604632" y="4851650"/>
            <a:ext cx="2009776" cy="63362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i="0" kern="1200" spc="50" baseline="0">
                <a:solidFill>
                  <a:srgbClr val="C16548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venir Book" panose="02000503020000020003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b="1" dirty="0">
                <a:solidFill>
                  <a:srgbClr val="030553"/>
                </a:solidFill>
                <a:latin typeface="Calibri" panose="020F0502020204030204" pitchFamily="34" charset="0"/>
              </a:rPr>
              <a:t>Data Integrity</a:t>
            </a:r>
            <a:endParaRPr lang="pt-BR" sz="1400" dirty="0">
              <a:solidFill>
                <a:srgbClr val="030553"/>
              </a:solidFill>
            </a:endParaRPr>
          </a:p>
        </p:txBody>
      </p:sp>
      <p:sp>
        <p:nvSpPr>
          <p:cNvPr id="12" name="Text Placeholder 5">
            <a:extLst>
              <a:ext uri="{FF2B5EF4-FFF2-40B4-BE49-F238E27FC236}">
                <a16:creationId xmlns:a16="http://schemas.microsoft.com/office/drawing/2014/main" id="{919EC07C-F85F-DA84-67DA-859320012807}"/>
              </a:ext>
            </a:extLst>
          </p:cNvPr>
          <p:cNvSpPr txBox="1">
            <a:spLocks/>
          </p:cNvSpPr>
          <p:nvPr/>
        </p:nvSpPr>
        <p:spPr>
          <a:xfrm>
            <a:off x="5924371" y="4851650"/>
            <a:ext cx="2133360" cy="59210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i="0" kern="1200" spc="50" baseline="0">
                <a:solidFill>
                  <a:srgbClr val="C16548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venir Book" panose="02000503020000020003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spcBef>
                <a:spcPts val="0"/>
              </a:spcBef>
              <a:tabLst>
                <a:tab pos="457200" algn="l"/>
              </a:tabLst>
            </a:pPr>
            <a:r>
              <a:rPr lang="en-US" sz="2000" b="1" dirty="0">
                <a:solidFill>
                  <a:srgbClr val="002060"/>
                </a:solidFill>
                <a:latin typeface="Calibri" panose="020F050202020403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Backup Recovery</a:t>
            </a:r>
          </a:p>
        </p:txBody>
      </p:sp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8BDEAC2B-90F0-8D1A-42B7-D44D4B0E2D79}"/>
              </a:ext>
            </a:extLst>
          </p:cNvPr>
          <p:cNvSpPr txBox="1">
            <a:spLocks/>
          </p:cNvSpPr>
          <p:nvPr/>
        </p:nvSpPr>
        <p:spPr>
          <a:xfrm>
            <a:off x="9310622" y="4689299"/>
            <a:ext cx="2743200" cy="69548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i="0" kern="1200" spc="50" baseline="0">
                <a:solidFill>
                  <a:srgbClr val="C16548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venir Book" panose="02000503020000020003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b="1" dirty="0">
                <a:solidFill>
                  <a:srgbClr val="030553"/>
                </a:solidFill>
                <a:latin typeface="Calibri" panose="020F0502020204030204" pitchFamily="34" charset="0"/>
              </a:rPr>
              <a:t>Performance Monitoring</a:t>
            </a:r>
            <a:endParaRPr lang="en-US" sz="1400" dirty="0">
              <a:solidFill>
                <a:srgbClr val="030553"/>
              </a:solidFill>
            </a:endParaRPr>
          </a:p>
        </p:txBody>
      </p:sp>
      <p:sp>
        <p:nvSpPr>
          <p:cNvPr id="14" name="Text Placeholder 19">
            <a:extLst>
              <a:ext uri="{FF2B5EF4-FFF2-40B4-BE49-F238E27FC236}">
                <a16:creationId xmlns:a16="http://schemas.microsoft.com/office/drawing/2014/main" id="{6F49DAD1-5004-F4E9-0904-F1B23B596D03}"/>
              </a:ext>
            </a:extLst>
          </p:cNvPr>
          <p:cNvSpPr txBox="1">
            <a:spLocks/>
          </p:cNvSpPr>
          <p:nvPr/>
        </p:nvSpPr>
        <p:spPr>
          <a:xfrm>
            <a:off x="864628" y="4459215"/>
            <a:ext cx="802487" cy="1376974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30000" b="0" i="0" kern="1200" spc="500" baseline="0" dirty="0">
                <a:ln>
                  <a:noFill/>
                </a:ln>
                <a:solidFill>
                  <a:srgbClr val="C16548">
                    <a:alpha val="10000"/>
                  </a:srgbClr>
                </a:solidFill>
                <a:latin typeface="+mj-lt"/>
                <a:ea typeface="+mj-ea"/>
                <a:cs typeface="+mj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venir Book" panose="02000503020000020003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0000" dirty="0">
                <a:solidFill>
                  <a:srgbClr val="030553">
                    <a:alpha val="10000"/>
                  </a:srgbClr>
                </a:solidFill>
              </a:rPr>
              <a:t>1</a:t>
            </a:r>
          </a:p>
        </p:txBody>
      </p:sp>
      <p:sp>
        <p:nvSpPr>
          <p:cNvPr id="15" name="Text Placeholder 20">
            <a:extLst>
              <a:ext uri="{FF2B5EF4-FFF2-40B4-BE49-F238E27FC236}">
                <a16:creationId xmlns:a16="http://schemas.microsoft.com/office/drawing/2014/main" id="{53FAB9A1-70EF-2B08-EB63-41E4DF3E1B6B}"/>
              </a:ext>
            </a:extLst>
          </p:cNvPr>
          <p:cNvSpPr txBox="1">
            <a:spLocks/>
          </p:cNvSpPr>
          <p:nvPr/>
        </p:nvSpPr>
        <p:spPr>
          <a:xfrm>
            <a:off x="4794193" y="4479546"/>
            <a:ext cx="1130178" cy="1376974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30000" b="0" i="0" kern="1200" spc="500" baseline="0" dirty="0">
                <a:ln>
                  <a:noFill/>
                </a:ln>
                <a:solidFill>
                  <a:srgbClr val="C16548">
                    <a:alpha val="10000"/>
                  </a:srgbClr>
                </a:solidFill>
                <a:latin typeface="+mj-lt"/>
                <a:ea typeface="+mj-ea"/>
                <a:cs typeface="+mj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venir Book" panose="02000503020000020003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0000">
                <a:solidFill>
                  <a:srgbClr val="030553">
                    <a:alpha val="10000"/>
                  </a:srgbClr>
                </a:solidFill>
              </a:rPr>
              <a:t>2</a:t>
            </a:r>
          </a:p>
        </p:txBody>
      </p:sp>
      <p:sp>
        <p:nvSpPr>
          <p:cNvPr id="17" name="Text Placeholder 21">
            <a:extLst>
              <a:ext uri="{FF2B5EF4-FFF2-40B4-BE49-F238E27FC236}">
                <a16:creationId xmlns:a16="http://schemas.microsoft.com/office/drawing/2014/main" id="{D2C34B66-DC4D-B731-BBEF-3AACA768757E}"/>
              </a:ext>
            </a:extLst>
          </p:cNvPr>
          <p:cNvSpPr txBox="1">
            <a:spLocks/>
          </p:cNvSpPr>
          <p:nvPr/>
        </p:nvSpPr>
        <p:spPr>
          <a:xfrm>
            <a:off x="8548862" y="4390510"/>
            <a:ext cx="1706523" cy="1553680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30000" b="0" i="0" kern="1200" spc="500" baseline="0" dirty="0">
                <a:ln>
                  <a:noFill/>
                </a:ln>
                <a:solidFill>
                  <a:srgbClr val="C16548">
                    <a:alpha val="10000"/>
                  </a:srgbClr>
                </a:solidFill>
                <a:latin typeface="+mj-lt"/>
                <a:ea typeface="+mj-ea"/>
                <a:cs typeface="+mj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venir Book" panose="02000503020000020003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0000">
                <a:solidFill>
                  <a:srgbClr val="030553">
                    <a:alpha val="10000"/>
                  </a:srgbClr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3767067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Placeholder 3">
            <a:extLst>
              <a:ext uri="{FF2B5EF4-FFF2-40B4-BE49-F238E27FC236}">
                <a16:creationId xmlns:a16="http://schemas.microsoft.com/office/drawing/2014/main" id="{7A3A8791-CF87-0AA1-D741-6F654EEE120D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2"/>
          <a:srcRect/>
          <a:stretch/>
        </p:blipFill>
        <p:spPr>
          <a:xfrm>
            <a:off x="279400" y="838200"/>
            <a:ext cx="4085468" cy="4724400"/>
          </a:xfr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DA060666-64CF-CEC4-9B8C-56A22899F3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02750" y="0"/>
            <a:ext cx="8455949" cy="6858000"/>
          </a:xfrm>
        </p:spPr>
        <p:txBody>
          <a:bodyPr/>
          <a:lstStyle/>
          <a:p>
            <a:r>
              <a:rPr lang="en-US" sz="6600" dirty="0"/>
              <a:t>back-end </a:t>
            </a:r>
            <a:r>
              <a:rPr lang="en-US" sz="6600" dirty="0" err="1"/>
              <a:t>api</a:t>
            </a:r>
            <a:br>
              <a:rPr lang="en-US" dirty="0"/>
            </a:br>
            <a:r>
              <a:rPr lang="en-US" sz="6600" dirty="0"/>
              <a:t>back-end </a:t>
            </a:r>
            <a:r>
              <a:rPr lang="en-US" sz="6600" dirty="0" err="1"/>
              <a:t>api</a:t>
            </a:r>
            <a:br>
              <a:rPr lang="en-US" dirty="0"/>
            </a:br>
            <a:r>
              <a:rPr lang="en-US" sz="6600" dirty="0">
                <a:solidFill>
                  <a:srgbClr val="030553"/>
                </a:solidFill>
              </a:rPr>
              <a:t>back-end </a:t>
            </a:r>
            <a:r>
              <a:rPr lang="en-US" sz="6600" dirty="0" err="1">
                <a:solidFill>
                  <a:srgbClr val="030553"/>
                </a:solidFill>
              </a:rPr>
              <a:t>api</a:t>
            </a:r>
            <a:br>
              <a:rPr lang="en-US" dirty="0">
                <a:solidFill>
                  <a:srgbClr val="030553"/>
                </a:solidFill>
              </a:rPr>
            </a:br>
            <a:r>
              <a:rPr lang="en-US" sz="6600" dirty="0">
                <a:solidFill>
                  <a:srgbClr val="030553"/>
                </a:solidFill>
              </a:rPr>
              <a:t>implementation</a:t>
            </a:r>
            <a:br>
              <a:rPr lang="en-US" dirty="0"/>
            </a:br>
            <a:r>
              <a:rPr lang="en-US" sz="6600" dirty="0"/>
              <a:t>implementation</a:t>
            </a:r>
            <a:br>
              <a:rPr lang="en-US" dirty="0"/>
            </a:br>
            <a:r>
              <a:rPr lang="en-US" sz="6600" dirty="0"/>
              <a:t>implementation</a:t>
            </a:r>
            <a:br>
              <a:rPr lang="en-US" dirty="0"/>
            </a:br>
            <a:r>
              <a:rPr lang="en-US" sz="6600" dirty="0"/>
              <a:t>implementation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2258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88CB7F-ABC6-32D9-B51A-89474B4E64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7DEC38C-ADE4-D313-85D0-7025931472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56552" y="215483"/>
            <a:ext cx="7755369" cy="927961"/>
          </a:xfrm>
        </p:spPr>
        <p:txBody>
          <a:bodyPr/>
          <a:lstStyle/>
          <a:p>
            <a:pPr algn="l"/>
            <a:r>
              <a:rPr lang="en-US" altLang="zh-CN" sz="4000" dirty="0">
                <a:solidFill>
                  <a:srgbClr val="002060"/>
                </a:solidFill>
              </a:rPr>
              <a:t>User Authentication System &amp; OTP Verification</a:t>
            </a:r>
            <a:endParaRPr lang="zh-CN" altLang="en-US" sz="4000" dirty="0">
              <a:solidFill>
                <a:srgbClr val="002060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DABF23-A8BF-0EDC-C901-D580B32705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7432" y="1654761"/>
            <a:ext cx="6113432" cy="331987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65DA1AB-5D60-59E9-C54E-A1FDA772D9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1699" y="3178175"/>
            <a:ext cx="6189237" cy="3235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56296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D26C8B-0BD1-CF56-B68E-4125F351B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CDD0294-B391-DDFD-E25D-41145ABFD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0252" y="191907"/>
            <a:ext cx="9918010" cy="1093500"/>
          </a:xfrm>
        </p:spPr>
        <p:txBody>
          <a:bodyPr bIns="0"/>
          <a:lstStyle/>
          <a:p>
            <a:r>
              <a:rPr lang="en-US" altLang="zh-CN" sz="4800" dirty="0">
                <a:solidFill>
                  <a:srgbClr val="002060"/>
                </a:solidFill>
              </a:rPr>
              <a:t>Location Service &amp; Road Sign Management</a:t>
            </a:r>
            <a:endParaRPr lang="zh-CN" altLang="en-US" sz="4000" dirty="0">
              <a:solidFill>
                <a:srgbClr val="002060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291B909-B72D-4B6D-2EE0-2FACE097774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4775" y="1875616"/>
            <a:ext cx="5876925" cy="336227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6B3DD8A-821B-84B1-50B6-41E4458C47A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926076" y="3314700"/>
            <a:ext cx="5751764" cy="3362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08287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4F2B88B-B88A-0641-9550-171A7F5558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D432235-BE98-8C3B-96E6-8FF6135B36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5242" y="191907"/>
            <a:ext cx="9918010" cy="1093500"/>
          </a:xfrm>
        </p:spPr>
        <p:txBody>
          <a:bodyPr bIns="0"/>
          <a:lstStyle/>
          <a:p>
            <a:r>
              <a:rPr lang="en-US" altLang="zh-CN" sz="4800" dirty="0">
                <a:solidFill>
                  <a:srgbClr val="002060"/>
                </a:solidFill>
              </a:rPr>
              <a:t>Crowd Reporting &amp; Alert Notification</a:t>
            </a:r>
            <a:endParaRPr lang="zh-CN" altLang="en-US" sz="4000" dirty="0">
              <a:solidFill>
                <a:srgbClr val="002060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4AC6A9B-87CC-016B-F438-39CAE20E2E1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378873" y="1875616"/>
            <a:ext cx="5328729" cy="336227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E3DFBA5-CD81-66D6-F0E6-7B058AFA2F6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5707602" y="3146668"/>
            <a:ext cx="5758721" cy="3530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63339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C44DB3C7-D7AA-4F13-9E43-146D328D64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194251" cy="397007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FF364C5-BC43-4278-98AE-7689640ABA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4251" y="2590800"/>
            <a:ext cx="5997749" cy="3844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21783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201E20D-E220-4A8D-B42E-3A28CEC1FBA1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219" y="300941"/>
            <a:ext cx="11713578" cy="645867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651842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C53A30A-4B1D-5E9A-F615-38DD081DC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5104" y="2335500"/>
            <a:ext cx="6735597" cy="3793838"/>
          </a:xfrm>
        </p:spPr>
        <p:txBody>
          <a:bodyPr bIns="0"/>
          <a:lstStyle/>
          <a:p>
            <a:r>
              <a:rPr lang="en-US" altLang="zh-CN" sz="6600" dirty="0">
                <a:solidFill>
                  <a:srgbClr val="002060"/>
                </a:solidFill>
              </a:rPr>
              <a:t>Thank You</a:t>
            </a:r>
            <a:r>
              <a:rPr lang="en-US" altLang="zh-CN" dirty="0">
                <a:solidFill>
                  <a:srgbClr val="002060"/>
                </a:solidFill>
              </a:rPr>
              <a:t> </a:t>
            </a:r>
            <a:br>
              <a:rPr lang="en-US" altLang="zh-CN" dirty="0">
                <a:solidFill>
                  <a:srgbClr val="002060"/>
                </a:solidFill>
              </a:rPr>
            </a:br>
            <a:endParaRPr lang="zh-CN" altLang="en-US" dirty="0">
              <a:solidFill>
                <a:srgbClr val="002060"/>
              </a:solidFill>
            </a:endParaRPr>
          </a:p>
        </p:txBody>
      </p:sp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89C32DD0-BD2F-6524-4667-DB5E224F949E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/>
          <a:srcRect l="3676" t="-1313" r="45954" b="1313"/>
          <a:stretch/>
        </p:blipFill>
        <p:spPr>
          <a:xfrm>
            <a:off x="6316788" y="1256403"/>
            <a:ext cx="3433914" cy="4541837"/>
          </a:xfrm>
        </p:spPr>
      </p:pic>
    </p:spTree>
    <p:extLst>
      <p:ext uri="{BB962C8B-B14F-4D97-AF65-F5344CB8AC3E}">
        <p14:creationId xmlns:p14="http://schemas.microsoft.com/office/powerpoint/2010/main" val="129312256"/>
      </p:ext>
    </p:extLst>
  </p:cSld>
  <p:clrMapOvr>
    <a:masterClrMapping/>
  </p:clrMapOvr>
</p:sld>
</file>

<file path=ppt/theme/_rels/them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33668227_win32_fixed" id="{17DD1A52-D3DE-4BC7-AB4E-5ED952CBB3F4}" vid="{D8C85220-06A0-4E3D-954C-BC12E2647BFB}"/>
    </a:ext>
  </a:extLst>
</a:theme>
</file>

<file path=ppt/theme/theme2.xml><?xml version="1.0" encoding="utf-8"?>
<a:theme xmlns:a="http://schemas.openxmlformats.org/drawingml/2006/main" name="Custom Design">
  <a:themeElements>
    <a:clrScheme name="Product-Summary">
      <a:dk1>
        <a:srgbClr val="000000"/>
      </a:dk1>
      <a:lt1>
        <a:srgbClr val="FFFFFF"/>
      </a:lt1>
      <a:dk2>
        <a:srgbClr val="C16548"/>
      </a:dk2>
      <a:lt2>
        <a:srgbClr val="E7E6E6"/>
      </a:lt2>
      <a:accent1>
        <a:srgbClr val="C16548"/>
      </a:accent1>
      <a:accent2>
        <a:srgbClr val="E1C9C1"/>
      </a:accent2>
      <a:accent3>
        <a:srgbClr val="EFE9E7"/>
      </a:accent3>
      <a:accent4>
        <a:srgbClr val="7C8C5F"/>
      </a:accent4>
      <a:accent5>
        <a:srgbClr val="DAE7C3"/>
      </a:accent5>
      <a:accent6>
        <a:srgbClr val="ECF1E3"/>
      </a:accent6>
      <a:hlink>
        <a:srgbClr val="0563C1"/>
      </a:hlink>
      <a:folHlink>
        <a:srgbClr val="954F72"/>
      </a:folHlink>
    </a:clrScheme>
    <a:fontScheme name="Custom 11">
      <a:majorFont>
        <a:latin typeface="Felix Titling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vert="horz" lIns="0" tIns="0" rIns="0" bIns="0" rtlCol="0" anchor="t">
        <a:noAutofit/>
      </a:bodyPr>
      <a:lstStyle>
        <a:defPPr algn="l">
          <a:defRPr sz="75000" spc="500" dirty="0">
            <a:solidFill>
              <a:srgbClr val="C16548">
                <a:alpha val="5000"/>
              </a:srgbClr>
            </a:solidFill>
            <a:latin typeface="Felix Titling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Custom">
  <a:themeElements>
    <a:clrScheme name="2.27方案3">
      <a:dk1>
        <a:sysClr val="windowText" lastClr="000000"/>
      </a:dk1>
      <a:lt1>
        <a:sysClr val="window" lastClr="FFFFFF"/>
      </a:lt1>
      <a:dk2>
        <a:srgbClr val="1453D4"/>
      </a:dk2>
      <a:lt2>
        <a:srgbClr val="DBEFF9"/>
      </a:lt2>
      <a:accent1>
        <a:srgbClr val="9BEAFF"/>
      </a:accent1>
      <a:accent2>
        <a:srgbClr val="70A7F3"/>
      </a:accent2>
      <a:accent3>
        <a:srgbClr val="32B7F3"/>
      </a:accent3>
      <a:accent4>
        <a:srgbClr val="071D28"/>
      </a:accent4>
      <a:accent5>
        <a:srgbClr val="598196"/>
      </a:accent5>
      <a:accent6>
        <a:srgbClr val="50BBC1"/>
      </a:accent6>
      <a:hlink>
        <a:srgbClr val="2995AD"/>
      </a:hlink>
      <a:folHlink>
        <a:srgbClr val="85DFD0"/>
      </a:folHlink>
    </a:clrScheme>
    <a:fontScheme name="Custom 2">
      <a:majorFont>
        <a:latin typeface="Arial"/>
        <a:ea typeface=""/>
        <a:cs typeface=""/>
      </a:majorFont>
      <a:minorFont>
        <a:latin typeface="Aptos"/>
        <a:ea typeface=""/>
        <a:cs typeface=""/>
      </a:minorFont>
    </a:fontScheme>
    <a:fmtScheme name="OfficePLUS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blipFill>
          <a:blip xmlns:r="http://schemas.openxmlformats.org/officeDocument/2006/relationships" r:embed="rId1"/>
          <a:srcRect/>
          <a:stretch>
            <a:fillRect t="-18412" b="-39640"/>
          </a:stretch>
        </a:blipFill>
        <a:ln>
          <a:noFill/>
        </a:ln>
      </a:spPr>
      <a:bodyPr rtlCol="0" anchor="ctr"/>
      <a:lstStyle>
        <a:defPPr algn="ctr">
          <a:defRPr dirty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PLUS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1_Custom">
  <a:themeElements>
    <a:clrScheme name="OP_001_Biz Presentation_Personal Budgeting_250210_">
      <a:dk1>
        <a:srgbClr val="2F2F2F"/>
      </a:dk1>
      <a:lt1>
        <a:srgbClr val="FFFFFF"/>
      </a:lt1>
      <a:dk2>
        <a:srgbClr val="778495"/>
      </a:dk2>
      <a:lt2>
        <a:srgbClr val="F0F0F0"/>
      </a:lt2>
      <a:accent1>
        <a:srgbClr val="1871CA"/>
      </a:accent1>
      <a:accent2>
        <a:srgbClr val="F6C94C"/>
      </a:accent2>
      <a:accent3>
        <a:srgbClr val="02C9CE"/>
      </a:accent3>
      <a:accent4>
        <a:srgbClr val="92D050"/>
      </a:accent4>
      <a:accent5>
        <a:srgbClr val="8E7EF0"/>
      </a:accent5>
      <a:accent6>
        <a:srgbClr val="D90909"/>
      </a:accent6>
      <a:hlink>
        <a:srgbClr val="ED861F"/>
      </a:hlink>
      <a:folHlink>
        <a:srgbClr val="979797"/>
      </a:folHlink>
    </a:clrScheme>
    <a:fontScheme name="Custom">
      <a:majorFont>
        <a:latin typeface="Segoe UI Black"/>
        <a:ea typeface=""/>
        <a:cs typeface=""/>
      </a:majorFont>
      <a:minorFont>
        <a:latin typeface="Arial"/>
        <a:ea typeface=""/>
        <a:cs typeface=""/>
      </a:minorFont>
    </a:fontScheme>
    <a:fmtScheme name="OfficePLUS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PLUS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4" ma:contentTypeDescription="Create a new document." ma:contentTypeScope="" ma:versionID="2d714a3296df14eba7a100bb665443ca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49549bf45bfbbfb6cffed527380e77e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271421E6-0B73-4301-8D1C-0131DB42FA7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10CA4BDF-ECBC-4F8E-8F31-E58428FA4B7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9900F64-9193-44F8-BD63-E681103777C8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1115</TotalTime>
  <Words>180</Words>
  <Application>Microsoft Office PowerPoint</Application>
  <PresentationFormat>Widescreen</PresentationFormat>
  <Paragraphs>48</Paragraphs>
  <Slides>14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14</vt:i4>
      </vt:variant>
    </vt:vector>
  </HeadingPairs>
  <TitlesOfParts>
    <vt:vector size="28" baseType="lpstr">
      <vt:lpstr>Aptos</vt:lpstr>
      <vt:lpstr>Arial</vt:lpstr>
      <vt:lpstr>Arial Black</vt:lpstr>
      <vt:lpstr>Avenir Book</vt:lpstr>
      <vt:lpstr>Avenir Next LT Pro</vt:lpstr>
      <vt:lpstr>Calibri</vt:lpstr>
      <vt:lpstr>Calibri Light</vt:lpstr>
      <vt:lpstr>Felix Titling</vt:lpstr>
      <vt:lpstr>Segoe UI</vt:lpstr>
      <vt:lpstr>Segoe UI Black</vt:lpstr>
      <vt:lpstr>Office Theme</vt:lpstr>
      <vt:lpstr>Custom Design</vt:lpstr>
      <vt:lpstr>Custom</vt:lpstr>
      <vt:lpstr>1_Custom</vt:lpstr>
      <vt:lpstr>DATABASE DESIGN  &amp; IMPLEMENTATION </vt:lpstr>
      <vt:lpstr>Introduction</vt:lpstr>
      <vt:lpstr>Design Design​ &amp; &amp; implementations Implementation Implementation</vt:lpstr>
      <vt:lpstr>Design Principles</vt:lpstr>
      <vt:lpstr>Entity – Relationship Diagram</vt:lpstr>
      <vt:lpstr>Schema Design &amp; Relationship</vt:lpstr>
      <vt:lpstr>Security Measures</vt:lpstr>
      <vt:lpstr>back-end api back-end api back-end api implementation implementation implementation implementation</vt:lpstr>
      <vt:lpstr>User Authentication System &amp; OTP Verification</vt:lpstr>
      <vt:lpstr>Location Service &amp; Road Sign Management</vt:lpstr>
      <vt:lpstr>Crowd Reporting &amp; Alert Notification</vt:lpstr>
      <vt:lpstr>PowerPoint Presentation</vt:lpstr>
      <vt:lpstr>PowerPoint Presentation</vt:lpstr>
      <vt:lpstr>Thank You 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System Modelling &amp; Design</dc:title>
  <dc:creator>User</dc:creator>
  <cp:lastModifiedBy>Tifuh Percilia</cp:lastModifiedBy>
  <cp:revision>142</cp:revision>
  <dcterms:created xsi:type="dcterms:W3CDTF">2022-01-19T22:30:16Z</dcterms:created>
  <dcterms:modified xsi:type="dcterms:W3CDTF">2025-06-09T22:07:31Z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