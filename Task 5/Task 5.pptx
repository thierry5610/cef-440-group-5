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3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4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5" r:id="rId5"/>
    <p:sldMasterId id="2147483680" r:id="rId6"/>
    <p:sldMasterId id="2147483743" r:id="rId7"/>
    <p:sldMasterId id="2147483805" r:id="rId8"/>
  </p:sldMasterIdLst>
  <p:notesMasterIdLst>
    <p:notesMasterId r:id="rId26"/>
  </p:notesMasterIdLst>
  <p:handoutMasterIdLst>
    <p:handoutMasterId r:id="rId27"/>
  </p:handoutMasterIdLst>
  <p:sldIdLst>
    <p:sldId id="362" r:id="rId9"/>
    <p:sldId id="405" r:id="rId10"/>
    <p:sldId id="382" r:id="rId11"/>
    <p:sldId id="385" r:id="rId12"/>
    <p:sldId id="377" r:id="rId13"/>
    <p:sldId id="417" r:id="rId14"/>
    <p:sldId id="400" r:id="rId15"/>
    <p:sldId id="407" r:id="rId16"/>
    <p:sldId id="418" r:id="rId17"/>
    <p:sldId id="395" r:id="rId18"/>
    <p:sldId id="404" r:id="rId19"/>
    <p:sldId id="408" r:id="rId20"/>
    <p:sldId id="419" r:id="rId21"/>
    <p:sldId id="402" r:id="rId22"/>
    <p:sldId id="420" r:id="rId23"/>
    <p:sldId id="421" r:id="rId24"/>
    <p:sldId id="31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768" userDrawn="1">
          <p15:clr>
            <a:srgbClr val="000000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7BEBD8"/>
    <a:srgbClr val="6C92E1"/>
    <a:srgbClr val="8335E5"/>
    <a:srgbClr val="6B8DE1"/>
    <a:srgbClr val="6313DC"/>
    <a:srgbClr val="1E3ADA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54" autoAdjust="0"/>
    <p:restoredTop sz="94652" autoAdjust="0"/>
  </p:normalViewPr>
  <p:slideViewPr>
    <p:cSldViewPr snapToGrid="0" showGuides="1">
      <p:cViewPr varScale="1">
        <p:scale>
          <a:sx n="55" d="100"/>
          <a:sy n="55" d="100"/>
        </p:scale>
        <p:origin x="208" y="40"/>
      </p:cViewPr>
      <p:guideLst>
        <p:guide orient="horz" pos="2064"/>
        <p:guide pos="3768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829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6222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59547C-AB38-C793-550F-7C7D6CEE22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224" y="-1"/>
            <a:ext cx="11035552" cy="6858001"/>
          </a:xfrm>
          <a:noFill/>
        </p:spPr>
        <p:txBody>
          <a:bodyPr lIns="0" tIns="0" rIns="0" bIns="0" anchor="ctr">
            <a:noAutofit/>
          </a:bodyPr>
          <a:lstStyle>
            <a:lvl1pPr algn="l">
              <a:defRPr sz="8000" kern="1200" spc="1000" baseline="0">
                <a:ln>
                  <a:noFill/>
                </a:ln>
                <a:solidFill>
                  <a:srgbClr val="CB6E50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sp>
        <p:nvSpPr>
          <p:cNvPr id="8" name="Picture Placeholder 26">
            <a:extLst>
              <a:ext uri="{FF2B5EF4-FFF2-40B4-BE49-F238E27FC236}">
                <a16:creationId xmlns:a16="http://schemas.microsoft.com/office/drawing/2014/main" id="{C0B4C216-E27C-7A50-CF5C-D340913FF5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8308" y="604554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venir Book" panose="020005030200000200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4CF15-8EEB-3E61-A35B-A44FACDCD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8308" y="5901989"/>
            <a:ext cx="4085468" cy="46808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972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986A58D-6106-E01B-0BDC-2F992AD2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1399032"/>
            <a:ext cx="5486400" cy="676656"/>
          </a:xfrm>
        </p:spPr>
        <p:txBody>
          <a:bodyPr lIns="0" tIns="0" rIns="0" bIns="0" anchor="ctr"/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8232" y="1481328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25014DBD-FC37-6FBB-AEBA-C826652821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28232" y="3941064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62835A7-C3E7-285E-CDF2-A44B022CFA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26880" y="1481328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EB251253-703B-546E-AB34-52E0AE4AA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26880" y="3941064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AD5CDF0-03F4-067C-A930-F9EEE3F0E3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28232" y="215798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1EA0E8C0-9652-ED9C-4CD9-6B72392D6DF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428232" y="462686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50155057-5F64-A44D-EBB6-913EC89187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26880" y="215798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95532FA-0A0C-CF19-D640-F92609A782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6880" y="462686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926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6A67D644-32E7-08DE-4A04-59BC59DA67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23536" y="697867"/>
            <a:ext cx="4344928" cy="5462266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736204"/>
          </a:xfrm>
        </p:spPr>
        <p:txBody>
          <a:bodyPr anchor="ctr">
            <a:noAutofit/>
          </a:bodyPr>
          <a:lstStyle>
            <a:lvl1pPr algn="ctr">
              <a:defRPr sz="80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1A91CD-FAA1-12A5-36FC-FB6877A5CF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7235" y="5501848"/>
            <a:ext cx="10515600" cy="1356152"/>
          </a:xfrm>
        </p:spPr>
        <p:txBody>
          <a:bodyPr anchor="ctr">
            <a:noAutofit/>
          </a:bodyPr>
          <a:lstStyle>
            <a:lvl1pPr marL="0" indent="0" algn="ctr">
              <a:buNone/>
              <a:defRPr sz="8000" b="0" spc="5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70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10349A9-96E5-48EF-811D-326560B8C1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572" y="1188358"/>
            <a:ext cx="5962964" cy="1335273"/>
          </a:xfrm>
        </p:spPr>
        <p:txBody>
          <a:bodyPr lIns="0" tIns="0" rIns="0" bIns="0" anchor="t">
            <a:noAutofit/>
          </a:bodyPr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E0689DF6-C6F5-534C-0D45-ED59D0031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60958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EB251253-703B-546E-AB34-52E0AE4AA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90571" y="3000733"/>
            <a:ext cx="5763227" cy="2996309"/>
          </a:xfrm>
        </p:spPr>
        <p:txBody>
          <a:bodyPr lIns="0" tIns="0" rIns="0" bIns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250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192137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8E835A2-9A63-E732-F9E2-A4F4914B17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6455" y="1834688"/>
            <a:ext cx="5310927" cy="723085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0" i="0" spc="5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7CA4D69F-DA63-104E-3FB3-1F2D82C3B59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44466" y="1834688"/>
            <a:ext cx="5310927" cy="723085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0" i="0" spc="5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455" y="2557773"/>
            <a:ext cx="1769072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AC50623-C141-FF48-2679-AD0F48D51D1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05526" y="2557773"/>
            <a:ext cx="1772935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FAAA39D6-45B2-A7D3-5DC3-C2459FFFC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78310" y="2557773"/>
            <a:ext cx="1769072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08456420-6A32-6316-DB13-BD852A1B7E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44466" y="2557773"/>
            <a:ext cx="1769072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4006011E-82D1-0E59-8663-132BB94A82A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3537" y="2557773"/>
            <a:ext cx="1772935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979E2337-5EFF-E5EE-D81F-00E835015F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786321" y="2557773"/>
            <a:ext cx="1769072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BAB66CF5-0D1B-FF68-BB2E-8A5D28F0BC5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6455" y="2983478"/>
            <a:ext cx="1769071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2E7EFCE-36D7-CF86-2FEF-E3734FE9950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405295" y="2983478"/>
            <a:ext cx="1772935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6E1DCC08-6799-A1AC-28C2-A872BAF1E55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178463" y="2983478"/>
            <a:ext cx="1768919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CE1BF705-AAB1-D537-2C0D-A795D1D4D17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44466" y="2983478"/>
            <a:ext cx="1769071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5F504EFC-46D9-97D5-DA53-4D8EB52D134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013306" y="2983478"/>
            <a:ext cx="1772935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C1231552-C2DF-2460-9DCB-33B1379D750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786474" y="2983478"/>
            <a:ext cx="1768919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966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7B17915-F2EE-16C0-9704-09115209610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2064" y="1655064"/>
            <a:ext cx="11164824" cy="4599432"/>
          </a:xfrm>
        </p:spPr>
        <p:txBody>
          <a:bodyPr>
            <a:noAutofit/>
          </a:bodyPr>
          <a:lstStyle>
            <a:lvl1pPr>
              <a:defRPr sz="3200"/>
            </a:lvl1pPr>
            <a:lvl2pPr marL="457200" indent="0" algn="l">
              <a:buNone/>
              <a:defRPr sz="1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Smart Graphic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262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A29FDC8-4969-6E0E-767C-B89B08D3D2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336" y="2195513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894B01F3-B2C5-4835-6EF9-A40EB06012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55389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9CE4F9C-B2A8-323E-0B57-0B8FD348FA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20511" y="2196231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9B260B4-D1BC-635B-D388-0E1A9CF2C1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30848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470C7D3-57C4-0583-E642-C6AB3565F6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32902" y="2196231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6978037E-3163-1C71-E997-16A7D05981D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810474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575FF4D9-84C9-19DB-9830-B3FFCD6F52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-621792"/>
            <a:ext cx="12192000" cy="7825231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85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Master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78CB881-B4B6-F9E5-06B7-B87D6D5300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31067" y="-2"/>
            <a:ext cx="5329866" cy="6858002"/>
          </a:xfrm>
          <a:custGeom>
            <a:avLst/>
            <a:gdLst>
              <a:gd name="connsiteX0" fmla="*/ 1468671 w 5329866"/>
              <a:gd name="connsiteY0" fmla="*/ 0 h 6858002"/>
              <a:gd name="connsiteX1" fmla="*/ 3861196 w 5329866"/>
              <a:gd name="connsiteY1" fmla="*/ 0 h 6858002"/>
              <a:gd name="connsiteX2" fmla="*/ 3935199 w 5329866"/>
              <a:gd name="connsiteY2" fmla="*/ 35649 h 6858002"/>
              <a:gd name="connsiteX3" fmla="*/ 5329866 w 5329866"/>
              <a:gd name="connsiteY3" fmla="*/ 2378940 h 6858002"/>
              <a:gd name="connsiteX4" fmla="*/ 5326197 w 5329866"/>
              <a:gd name="connsiteY4" fmla="*/ 2451598 h 6858002"/>
              <a:gd name="connsiteX5" fmla="*/ 5329866 w 5329866"/>
              <a:gd name="connsiteY5" fmla="*/ 2451598 h 6858002"/>
              <a:gd name="connsiteX6" fmla="*/ 5329866 w 5329866"/>
              <a:gd name="connsiteY6" fmla="*/ 4479063 h 6858002"/>
              <a:gd name="connsiteX7" fmla="*/ 5329866 w 5329866"/>
              <a:gd name="connsiteY7" fmla="*/ 4613615 h 6858002"/>
              <a:gd name="connsiteX8" fmla="*/ 5323072 w 5329866"/>
              <a:gd name="connsiteY8" fmla="*/ 4613615 h 6858002"/>
              <a:gd name="connsiteX9" fmla="*/ 5316108 w 5329866"/>
              <a:gd name="connsiteY9" fmla="*/ 4751537 h 6858002"/>
              <a:gd name="connsiteX10" fmla="*/ 4074162 w 5329866"/>
              <a:gd name="connsiteY10" fmla="*/ 6741332 h 6858002"/>
              <a:gd name="connsiteX11" fmla="*/ 3866899 w 5329866"/>
              <a:gd name="connsiteY11" fmla="*/ 6858002 h 6858002"/>
              <a:gd name="connsiteX12" fmla="*/ 1462968 w 5329866"/>
              <a:gd name="connsiteY12" fmla="*/ 6858002 h 6858002"/>
              <a:gd name="connsiteX13" fmla="*/ 1255705 w 5329866"/>
              <a:gd name="connsiteY13" fmla="*/ 6741332 h 6858002"/>
              <a:gd name="connsiteX14" fmla="*/ 13759 w 5329866"/>
              <a:gd name="connsiteY14" fmla="*/ 4751537 h 6858002"/>
              <a:gd name="connsiteX15" fmla="*/ 6794 w 5329866"/>
              <a:gd name="connsiteY15" fmla="*/ 4613615 h 6858002"/>
              <a:gd name="connsiteX16" fmla="*/ 2 w 5329866"/>
              <a:gd name="connsiteY16" fmla="*/ 4613615 h 6858002"/>
              <a:gd name="connsiteX17" fmla="*/ 2 w 5329866"/>
              <a:gd name="connsiteY17" fmla="*/ 4479105 h 6858002"/>
              <a:gd name="connsiteX18" fmla="*/ 0 w 5329866"/>
              <a:gd name="connsiteY18" fmla="*/ 4479063 h 6858002"/>
              <a:gd name="connsiteX19" fmla="*/ 2 w 5329866"/>
              <a:gd name="connsiteY19" fmla="*/ 4479021 h 6858002"/>
              <a:gd name="connsiteX20" fmla="*/ 2 w 5329866"/>
              <a:gd name="connsiteY20" fmla="*/ 2451598 h 6858002"/>
              <a:gd name="connsiteX21" fmla="*/ 3670 w 5329866"/>
              <a:gd name="connsiteY21" fmla="*/ 2451598 h 6858002"/>
              <a:gd name="connsiteX22" fmla="*/ 0 w 5329866"/>
              <a:gd name="connsiteY22" fmla="*/ 2378940 h 6858002"/>
              <a:gd name="connsiteX23" fmla="*/ 1394668 w 5329866"/>
              <a:gd name="connsiteY23" fmla="*/ 35649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29866" h="6858002">
                <a:moveTo>
                  <a:pt x="1468671" y="0"/>
                </a:moveTo>
                <a:lnTo>
                  <a:pt x="3861196" y="0"/>
                </a:lnTo>
                <a:lnTo>
                  <a:pt x="3935199" y="35649"/>
                </a:lnTo>
                <a:cubicBezTo>
                  <a:pt x="4765925" y="486927"/>
                  <a:pt x="5329866" y="1367076"/>
                  <a:pt x="5329866" y="2378940"/>
                </a:cubicBezTo>
                <a:lnTo>
                  <a:pt x="5326197" y="2451598"/>
                </a:lnTo>
                <a:lnTo>
                  <a:pt x="5329866" y="2451598"/>
                </a:lnTo>
                <a:lnTo>
                  <a:pt x="5329866" y="4479063"/>
                </a:lnTo>
                <a:lnTo>
                  <a:pt x="5329866" y="4613615"/>
                </a:lnTo>
                <a:lnTo>
                  <a:pt x="5323072" y="4613615"/>
                </a:lnTo>
                <a:lnTo>
                  <a:pt x="5316108" y="4751537"/>
                </a:lnTo>
                <a:cubicBezTo>
                  <a:pt x="5230813" y="5591419"/>
                  <a:pt x="4755512" y="6316003"/>
                  <a:pt x="4074162" y="6741332"/>
                </a:cubicBezTo>
                <a:lnTo>
                  <a:pt x="3866899" y="6858002"/>
                </a:lnTo>
                <a:lnTo>
                  <a:pt x="1462968" y="6858002"/>
                </a:lnTo>
                <a:lnTo>
                  <a:pt x="1255705" y="6741332"/>
                </a:lnTo>
                <a:cubicBezTo>
                  <a:pt x="574355" y="6316003"/>
                  <a:pt x="99054" y="5591419"/>
                  <a:pt x="13759" y="4751537"/>
                </a:cubicBezTo>
                <a:lnTo>
                  <a:pt x="6794" y="4613615"/>
                </a:lnTo>
                <a:lnTo>
                  <a:pt x="2" y="4613615"/>
                </a:lnTo>
                <a:lnTo>
                  <a:pt x="2" y="4479105"/>
                </a:lnTo>
                <a:lnTo>
                  <a:pt x="0" y="4479063"/>
                </a:lnTo>
                <a:lnTo>
                  <a:pt x="2" y="4479021"/>
                </a:lnTo>
                <a:lnTo>
                  <a:pt x="2" y="2451598"/>
                </a:lnTo>
                <a:lnTo>
                  <a:pt x="3670" y="2451598"/>
                </a:lnTo>
                <a:lnTo>
                  <a:pt x="0" y="2378940"/>
                </a:lnTo>
                <a:cubicBezTo>
                  <a:pt x="0" y="1367076"/>
                  <a:pt x="563941" y="486927"/>
                  <a:pt x="1394668" y="3564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731088F-47E0-33BA-856D-6E68D4A69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4054639"/>
            <a:ext cx="12192000" cy="996696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en-US" sz="8500" b="0" i="0" spc="10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10907474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572" y="1188358"/>
            <a:ext cx="6099858" cy="1335273"/>
          </a:xfrm>
        </p:spPr>
        <p:txBody>
          <a:bodyPr lIns="0" tIns="0" rIns="0" bIns="0" anchor="t">
            <a:noAutofit/>
          </a:bodyPr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7897E40-8096-E77D-E61A-A0AAC64EA41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38481" y="581371"/>
            <a:ext cx="3884344" cy="5415673"/>
          </a:xfrm>
          <a:custGeom>
            <a:avLst/>
            <a:gdLst>
              <a:gd name="connsiteX0" fmla="*/ 1942453 w 3884344"/>
              <a:gd name="connsiteY0" fmla="*/ 0 h 5415673"/>
              <a:gd name="connsiteX1" fmla="*/ 3874878 w 3884344"/>
              <a:gd name="connsiteY1" fmla="*/ 1743849 h 5415673"/>
              <a:gd name="connsiteX2" fmla="*/ 3884344 w 3884344"/>
              <a:gd name="connsiteY2" fmla="*/ 1931324 h 5415673"/>
              <a:gd name="connsiteX3" fmla="*/ 3884344 w 3884344"/>
              <a:gd name="connsiteY3" fmla="*/ 1953581 h 5415673"/>
              <a:gd name="connsiteX4" fmla="*/ 3882232 w 3884344"/>
              <a:gd name="connsiteY4" fmla="*/ 1995413 h 5415673"/>
              <a:gd name="connsiteX5" fmla="*/ 3884344 w 3884344"/>
              <a:gd name="connsiteY5" fmla="*/ 1995413 h 5415673"/>
              <a:gd name="connsiteX6" fmla="*/ 3884344 w 3884344"/>
              <a:gd name="connsiteY6" fmla="*/ 3571294 h 5415673"/>
              <a:gd name="connsiteX7" fmla="*/ 3879954 w 3884344"/>
              <a:gd name="connsiteY7" fmla="*/ 3571294 h 5415673"/>
              <a:gd name="connsiteX8" fmla="*/ 3874878 w 3884344"/>
              <a:gd name="connsiteY8" fmla="*/ 3671825 h 5415673"/>
              <a:gd name="connsiteX9" fmla="*/ 1942453 w 3884344"/>
              <a:gd name="connsiteY9" fmla="*/ 5415673 h 5415673"/>
              <a:gd name="connsiteX10" fmla="*/ 10029 w 3884344"/>
              <a:gd name="connsiteY10" fmla="*/ 3671825 h 5415673"/>
              <a:gd name="connsiteX11" fmla="*/ 4952 w 3884344"/>
              <a:gd name="connsiteY11" fmla="*/ 3571294 h 5415673"/>
              <a:gd name="connsiteX12" fmla="*/ 2 w 3884344"/>
              <a:gd name="connsiteY12" fmla="*/ 3571294 h 5415673"/>
              <a:gd name="connsiteX13" fmla="*/ 2 w 3884344"/>
              <a:gd name="connsiteY13" fmla="*/ 3473251 h 5415673"/>
              <a:gd name="connsiteX14" fmla="*/ 0 w 3884344"/>
              <a:gd name="connsiteY14" fmla="*/ 3473220 h 5415673"/>
              <a:gd name="connsiteX15" fmla="*/ 2 w 3884344"/>
              <a:gd name="connsiteY15" fmla="*/ 3473189 h 5415673"/>
              <a:gd name="connsiteX16" fmla="*/ 2 w 3884344"/>
              <a:gd name="connsiteY16" fmla="*/ 1995413 h 5415673"/>
              <a:gd name="connsiteX17" fmla="*/ 2675 w 3884344"/>
              <a:gd name="connsiteY17" fmla="*/ 1995413 h 5415673"/>
              <a:gd name="connsiteX18" fmla="*/ 0 w 3884344"/>
              <a:gd name="connsiteY18" fmla="*/ 1942453 h 5415673"/>
              <a:gd name="connsiteX19" fmla="*/ 1942453 w 3884344"/>
              <a:gd name="connsiteY19" fmla="*/ 0 h 5415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884344" h="5415673">
                <a:moveTo>
                  <a:pt x="1942453" y="0"/>
                </a:moveTo>
                <a:cubicBezTo>
                  <a:pt x="2948191" y="0"/>
                  <a:pt x="3775405" y="764355"/>
                  <a:pt x="3874878" y="1743849"/>
                </a:cubicBezTo>
                <a:lnTo>
                  <a:pt x="3884344" y="1931324"/>
                </a:lnTo>
                <a:lnTo>
                  <a:pt x="3884344" y="1953581"/>
                </a:lnTo>
                <a:lnTo>
                  <a:pt x="3882232" y="1995413"/>
                </a:lnTo>
                <a:lnTo>
                  <a:pt x="3884344" y="1995413"/>
                </a:lnTo>
                <a:lnTo>
                  <a:pt x="3884344" y="3571294"/>
                </a:lnTo>
                <a:lnTo>
                  <a:pt x="3879954" y="3571294"/>
                </a:lnTo>
                <a:lnTo>
                  <a:pt x="3874878" y="3671825"/>
                </a:lnTo>
                <a:cubicBezTo>
                  <a:pt x="3775404" y="4651319"/>
                  <a:pt x="2948192" y="5415673"/>
                  <a:pt x="1942453" y="5415673"/>
                </a:cubicBezTo>
                <a:cubicBezTo>
                  <a:pt x="936714" y="5415673"/>
                  <a:pt x="109502" y="4651319"/>
                  <a:pt x="10029" y="3671825"/>
                </a:cubicBezTo>
                <a:lnTo>
                  <a:pt x="4952" y="3571294"/>
                </a:lnTo>
                <a:lnTo>
                  <a:pt x="2" y="3571294"/>
                </a:lnTo>
                <a:lnTo>
                  <a:pt x="2" y="3473251"/>
                </a:lnTo>
                <a:lnTo>
                  <a:pt x="0" y="3473220"/>
                </a:lnTo>
                <a:lnTo>
                  <a:pt x="2" y="3473189"/>
                </a:lnTo>
                <a:lnTo>
                  <a:pt x="2" y="1995413"/>
                </a:lnTo>
                <a:lnTo>
                  <a:pt x="2675" y="1995413"/>
                </a:lnTo>
                <a:lnTo>
                  <a:pt x="0" y="1942453"/>
                </a:lnTo>
                <a:cubicBezTo>
                  <a:pt x="0" y="869666"/>
                  <a:pt x="869666" y="0"/>
                  <a:pt x="1942453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/>
            </a:lvl1pPr>
          </a:lstStyle>
          <a:p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6414DEE6-A86D-4699-E6EF-CE6745F5D4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90571" y="3000733"/>
            <a:ext cx="2916821" cy="42826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68EE5CA-4729-4FEA-F1BC-F976BEEBC48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73609" y="3000733"/>
            <a:ext cx="2916821" cy="42826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CA3BC7A6-D12C-160A-CB5C-E556052508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590571" y="3530279"/>
            <a:ext cx="2916821" cy="2466764"/>
          </a:xfrm>
        </p:spPr>
        <p:txBody>
          <a:bodyPr lIns="0" tIns="0" rIns="0" bIns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2DF7BAB-7F6A-3D7B-F8A9-D7C4BD1D3B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773609" y="3530279"/>
            <a:ext cx="2916821" cy="2466764"/>
          </a:xfrm>
        </p:spPr>
        <p:txBody>
          <a:bodyPr lIns="0" tIns="0" rIns="0" bIns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245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16A793-0543-8519-4E06-4D8E6A4E8C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837944"/>
            <a:ext cx="11353800" cy="3019086"/>
          </a:xfrm>
        </p:spPr>
        <p:txBody>
          <a:bodyPr>
            <a:noAutofit/>
          </a:bodyPr>
          <a:lstStyle>
            <a:lvl1pPr>
              <a:defRPr sz="3200"/>
            </a:lvl1pPr>
            <a:lvl2pPr marL="457200" indent="0" algn="l">
              <a:buNone/>
              <a:defRPr sz="1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Smart Graphic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FA2A82A-5FFB-EAB7-624A-E00F9EA6DE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459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1DD59288-2C4C-BA2F-F3C9-CEEC7BBAE5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47242" y="5232509"/>
            <a:ext cx="2188728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221A6B3-B644-8124-2E99-CBB5C1C0B2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6023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82FC433-EED8-C305-2AE2-E3BC9D42E5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64806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0824A580-B433-CC76-2FDC-C607FC5ECF8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8459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79803CA-9514-7183-8AC8-13CC5B84064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547241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861F1384-35C1-15D1-9228-D96AC95355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456023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38B1D216-8DC7-A8D4-4857-4C7529D982E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64806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01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E0689DF6-C6F5-534C-0D45-ED59D0031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60958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venir Book" panose="020005030200000200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8A60E5-D102-7326-D77E-C6DF8BDDA7D6}"/>
              </a:ext>
            </a:extLst>
          </p:cNvPr>
          <p:cNvSpPr txBox="1"/>
          <p:nvPr userDrawn="1"/>
        </p:nvSpPr>
        <p:spPr>
          <a:xfrm>
            <a:off x="6598508" y="60795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D67076B-6CF0-B20E-9689-27FA1127A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8851" y="0"/>
            <a:ext cx="8160152" cy="6858000"/>
          </a:xfrm>
        </p:spPr>
        <p:txBody>
          <a:bodyPr anchor="ctr">
            <a:noAutofit/>
          </a:bodyPr>
          <a:lstStyle>
            <a:lvl1pPr algn="l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29235182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986A58D-6106-E01B-0BDC-2F992AD2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3F266306-412A-D7DE-40EF-45BBA13E556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8460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28BF9A91-4021-72CF-EEBD-43B8B2F764A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534372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5D88CB52-BC08-9751-260B-B531030DCAB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430282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06E6C850-58C9-7074-08C7-7D24B9A951F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26190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6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0A395A78-D15C-3B71-AC48-52F422FF299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3437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26292D0-5ED9-B06E-0FEC-5ECF9B61DA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3028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025E22B-8EFC-3B41-7DF2-F2F0FBBFC2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2619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59D7743-7A8F-C73A-B9D5-49190ED512A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846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D4BD1280-EFE5-3F5B-2E53-29FC62D2218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53437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D7323A54-CEF7-D9AE-B43D-CCF5F95273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028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C50A54A3-4CD3-53F4-3FFE-F664FBFCB16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6191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3062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5B86244-CE85-A100-2FAE-57F9E99595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681" y="4554640"/>
            <a:ext cx="7156551" cy="99289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1BADE24-E02E-B86B-4973-FF07C9C25E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3681" y="1296361"/>
            <a:ext cx="7156551" cy="99289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Master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96E5F1B-46ED-3EC5-71CF-9A8DF9B5AA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78452" y="1"/>
            <a:ext cx="5329866" cy="6857999"/>
          </a:xfrm>
          <a:custGeom>
            <a:avLst/>
            <a:gdLst>
              <a:gd name="connsiteX0" fmla="*/ 1468669 w 5329866"/>
              <a:gd name="connsiteY0" fmla="*/ 0 h 6857999"/>
              <a:gd name="connsiteX1" fmla="*/ 3861198 w 5329866"/>
              <a:gd name="connsiteY1" fmla="*/ 0 h 6857999"/>
              <a:gd name="connsiteX2" fmla="*/ 3935198 w 5329866"/>
              <a:gd name="connsiteY2" fmla="*/ 35648 h 6857999"/>
              <a:gd name="connsiteX3" fmla="*/ 5329866 w 5329866"/>
              <a:gd name="connsiteY3" fmla="*/ 2378939 h 6857999"/>
              <a:gd name="connsiteX4" fmla="*/ 5326197 w 5329866"/>
              <a:gd name="connsiteY4" fmla="*/ 2451597 h 6857999"/>
              <a:gd name="connsiteX5" fmla="*/ 5329866 w 5329866"/>
              <a:gd name="connsiteY5" fmla="*/ 2451597 h 6857999"/>
              <a:gd name="connsiteX6" fmla="*/ 5329866 w 5329866"/>
              <a:gd name="connsiteY6" fmla="*/ 4479062 h 6857999"/>
              <a:gd name="connsiteX7" fmla="*/ 5329866 w 5329866"/>
              <a:gd name="connsiteY7" fmla="*/ 4613614 h 6857999"/>
              <a:gd name="connsiteX8" fmla="*/ 5323072 w 5329866"/>
              <a:gd name="connsiteY8" fmla="*/ 4613614 h 6857999"/>
              <a:gd name="connsiteX9" fmla="*/ 5316108 w 5329866"/>
              <a:gd name="connsiteY9" fmla="*/ 4751536 h 6857999"/>
              <a:gd name="connsiteX10" fmla="*/ 4074162 w 5329866"/>
              <a:gd name="connsiteY10" fmla="*/ 6741331 h 6857999"/>
              <a:gd name="connsiteX11" fmla="*/ 3866902 w 5329866"/>
              <a:gd name="connsiteY11" fmla="*/ 6857999 h 6857999"/>
              <a:gd name="connsiteX12" fmla="*/ 1462965 w 5329866"/>
              <a:gd name="connsiteY12" fmla="*/ 6857999 h 6857999"/>
              <a:gd name="connsiteX13" fmla="*/ 1255705 w 5329866"/>
              <a:gd name="connsiteY13" fmla="*/ 6741331 h 6857999"/>
              <a:gd name="connsiteX14" fmla="*/ 13759 w 5329866"/>
              <a:gd name="connsiteY14" fmla="*/ 4751536 h 6857999"/>
              <a:gd name="connsiteX15" fmla="*/ 6794 w 5329866"/>
              <a:gd name="connsiteY15" fmla="*/ 4613614 h 6857999"/>
              <a:gd name="connsiteX16" fmla="*/ 2 w 5329866"/>
              <a:gd name="connsiteY16" fmla="*/ 4613614 h 6857999"/>
              <a:gd name="connsiteX17" fmla="*/ 2 w 5329866"/>
              <a:gd name="connsiteY17" fmla="*/ 4479104 h 6857999"/>
              <a:gd name="connsiteX18" fmla="*/ 0 w 5329866"/>
              <a:gd name="connsiteY18" fmla="*/ 4479062 h 6857999"/>
              <a:gd name="connsiteX19" fmla="*/ 2 w 5329866"/>
              <a:gd name="connsiteY19" fmla="*/ 4479020 h 6857999"/>
              <a:gd name="connsiteX20" fmla="*/ 2 w 5329866"/>
              <a:gd name="connsiteY20" fmla="*/ 2451597 h 6857999"/>
              <a:gd name="connsiteX21" fmla="*/ 3670 w 5329866"/>
              <a:gd name="connsiteY21" fmla="*/ 2451597 h 6857999"/>
              <a:gd name="connsiteX22" fmla="*/ 0 w 5329866"/>
              <a:gd name="connsiteY22" fmla="*/ 2378939 h 6857999"/>
              <a:gd name="connsiteX23" fmla="*/ 1394668 w 5329866"/>
              <a:gd name="connsiteY23" fmla="*/ 3564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29866" h="6857999">
                <a:moveTo>
                  <a:pt x="1468669" y="0"/>
                </a:moveTo>
                <a:lnTo>
                  <a:pt x="3861198" y="0"/>
                </a:lnTo>
                <a:lnTo>
                  <a:pt x="3935198" y="35648"/>
                </a:lnTo>
                <a:cubicBezTo>
                  <a:pt x="4765925" y="486926"/>
                  <a:pt x="5329866" y="1367075"/>
                  <a:pt x="5329866" y="2378939"/>
                </a:cubicBezTo>
                <a:lnTo>
                  <a:pt x="5326197" y="2451597"/>
                </a:lnTo>
                <a:lnTo>
                  <a:pt x="5329866" y="2451597"/>
                </a:lnTo>
                <a:lnTo>
                  <a:pt x="5329866" y="4479062"/>
                </a:lnTo>
                <a:lnTo>
                  <a:pt x="5329866" y="4613614"/>
                </a:lnTo>
                <a:lnTo>
                  <a:pt x="5323072" y="4613614"/>
                </a:lnTo>
                <a:lnTo>
                  <a:pt x="5316108" y="4751536"/>
                </a:lnTo>
                <a:cubicBezTo>
                  <a:pt x="5230813" y="5591417"/>
                  <a:pt x="4755512" y="6316001"/>
                  <a:pt x="4074162" y="6741331"/>
                </a:cubicBezTo>
                <a:lnTo>
                  <a:pt x="3866902" y="6857999"/>
                </a:lnTo>
                <a:lnTo>
                  <a:pt x="1462965" y="6857999"/>
                </a:lnTo>
                <a:lnTo>
                  <a:pt x="1255705" y="6741331"/>
                </a:lnTo>
                <a:cubicBezTo>
                  <a:pt x="574355" y="6316001"/>
                  <a:pt x="99054" y="5591417"/>
                  <a:pt x="13759" y="4751536"/>
                </a:cubicBezTo>
                <a:lnTo>
                  <a:pt x="6794" y="4613614"/>
                </a:lnTo>
                <a:lnTo>
                  <a:pt x="2" y="4613614"/>
                </a:lnTo>
                <a:lnTo>
                  <a:pt x="2" y="4479104"/>
                </a:lnTo>
                <a:lnTo>
                  <a:pt x="0" y="4479062"/>
                </a:lnTo>
                <a:lnTo>
                  <a:pt x="2" y="4479020"/>
                </a:lnTo>
                <a:lnTo>
                  <a:pt x="2" y="2451597"/>
                </a:lnTo>
                <a:lnTo>
                  <a:pt x="3670" y="2451597"/>
                </a:lnTo>
                <a:lnTo>
                  <a:pt x="0" y="2378939"/>
                </a:lnTo>
                <a:cubicBezTo>
                  <a:pt x="0" y="1367075"/>
                  <a:pt x="563941" y="486926"/>
                  <a:pt x="1394668" y="35648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88BC5D-D10D-D2EE-8AE9-4CDCE46A2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681" y="2404268"/>
            <a:ext cx="7217511" cy="2049462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8000" b="0" i="0" spc="10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31517799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45CA8F2-58D1-3DCE-8413-CE65DE3496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0962" y="-801666"/>
            <a:ext cx="4667994" cy="782523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8500" b="0" spc="650" baseline="0">
                <a:solidFill>
                  <a:schemeClr val="tx2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Thank</a:t>
            </a:r>
          </a:p>
          <a:p>
            <a:pPr lvl="0"/>
            <a:r>
              <a:rPr lang="en-US" dirty="0"/>
              <a:t>Thank</a:t>
            </a:r>
          </a:p>
          <a:p>
            <a:pPr lvl="0"/>
            <a:r>
              <a:rPr lang="en-US" dirty="0"/>
              <a:t>Thank you</a:t>
            </a:r>
          </a:p>
          <a:p>
            <a:pPr lvl="0"/>
            <a:r>
              <a:rPr lang="en-US" dirty="0"/>
              <a:t>You</a:t>
            </a:r>
          </a:p>
          <a:p>
            <a:pPr lvl="0"/>
            <a:r>
              <a:rPr lang="en-US" dirty="0"/>
              <a:t>You</a:t>
            </a:r>
          </a:p>
          <a:p>
            <a:pPr lvl="0"/>
            <a:r>
              <a:rPr lang="en-US" dirty="0"/>
              <a:t>you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AB6B870-F337-8AB9-902B-76B31B88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039033"/>
            <a:ext cx="3478306" cy="3186954"/>
          </a:xfr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50000"/>
              </a:lnSpc>
              <a:defRPr lang="en-US" sz="1600" b="1" i="0" spc="5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413E8F7-437B-CCB5-23CA-F7ABF62FD0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0962" y="1467062"/>
            <a:ext cx="4667994" cy="2420772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8500" b="0" spc="65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208256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128F4A2-EE01-4CBA-242B-892F9376B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83" y="383156"/>
            <a:ext cx="10865317" cy="3768220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6F3E6C8-C3BA-6487-EC36-6942C4DAA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583" y="4253117"/>
            <a:ext cx="10865317" cy="1174224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2B64614-3490-74B5-758E-8582A71C0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3583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1" name="Date Placeholder 3">
            <a:extLst>
              <a:ext uri="{FF2B5EF4-FFF2-40B4-BE49-F238E27FC236}">
                <a16:creationId xmlns:a16="http://schemas.microsoft.com/office/drawing/2014/main" id="{1B0611EC-60B3-4B52-5BE8-A3E876EC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13590703-55FF-F73B-5303-1591B4AE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7A28125E-23C5-98AD-F07E-1C566FF1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6667500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854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370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62B6FC0-CD1A-BD65-FEB7-E284C451FD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40624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7A418C-2617-BA69-B155-E2F7C513B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225" y="4253117"/>
            <a:ext cx="10912199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CB64D-D719-084C-2B74-BFFBB84F6A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383156"/>
            <a:ext cx="10912199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A6442EC-060A-D246-CC1B-D250262DD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C3DCF65-6641-B724-7326-DD1DD9AC9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E701096-2A85-8EA8-A5EC-D38F540D6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586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506746-8C45-7F37-9AFA-B89A7E4B4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58991"/>
            <a:ext cx="8667749" cy="3869961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1F45EC4-F660-165A-7E92-5E4D61FF2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600" y="4253117"/>
            <a:ext cx="8667749" cy="1174224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DC9E52-28EA-4972-BBAC-559097CE3A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52600" y="5501906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5735AC1-FB26-8EA1-D027-17E089CC7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48419612-CEB2-94CD-7A31-DCA2B214A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2EF214D-7620-1A42-7B18-3AB9F24AB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5405B0AF-EA77-026D-D39C-F2BDC1C0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2">
            <a:extLst>
              <a:ext uri="{FF2B5EF4-FFF2-40B4-BE49-F238E27FC236}">
                <a16:creationId xmlns:a16="http://schemas.microsoft.com/office/drawing/2014/main" id="{1A7CF60F-B95D-2C6B-49CD-826DAEBA8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348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3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AFF9E1B-D277-3CD7-0505-70A3DF503C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571" y="3939701"/>
            <a:ext cx="11517086" cy="1424780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C34CE9-1C8A-039B-8096-4B97AF95A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571" y="5387064"/>
            <a:ext cx="11517086" cy="43849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BAD26A8-E2F7-88F3-1B9C-84798D9CA7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" y="0"/>
            <a:ext cx="12192001" cy="3771900"/>
          </a:xfrm>
          <a:custGeom>
            <a:avLst/>
            <a:gdLst>
              <a:gd name="connsiteX0" fmla="*/ 2060179 w 12192001"/>
              <a:gd name="connsiteY0" fmla="*/ 2536316 h 3771900"/>
              <a:gd name="connsiteX1" fmla="*/ 12192001 w 12192001"/>
              <a:gd name="connsiteY1" fmla="*/ 2536316 h 3771900"/>
              <a:gd name="connsiteX2" fmla="*/ 12192001 w 12192001"/>
              <a:gd name="connsiteY2" fmla="*/ 3771900 h 3771900"/>
              <a:gd name="connsiteX3" fmla="*/ 2060179 w 12192001"/>
              <a:gd name="connsiteY3" fmla="*/ 3771900 h 3771900"/>
              <a:gd name="connsiteX4" fmla="*/ 6112791 w 12192001"/>
              <a:gd name="connsiteY4" fmla="*/ 1262587 h 3771900"/>
              <a:gd name="connsiteX5" fmla="*/ 12192000 w 12192001"/>
              <a:gd name="connsiteY5" fmla="*/ 1262587 h 3771900"/>
              <a:gd name="connsiteX6" fmla="*/ 12192000 w 12192001"/>
              <a:gd name="connsiteY6" fmla="*/ 2498171 h 3771900"/>
              <a:gd name="connsiteX7" fmla="*/ 6112791 w 12192001"/>
              <a:gd name="connsiteY7" fmla="*/ 2498171 h 3771900"/>
              <a:gd name="connsiteX8" fmla="*/ 0 w 12192001"/>
              <a:gd name="connsiteY8" fmla="*/ 1262587 h 3771900"/>
              <a:gd name="connsiteX9" fmla="*/ 6079209 w 12192001"/>
              <a:gd name="connsiteY9" fmla="*/ 1262587 h 3771900"/>
              <a:gd name="connsiteX10" fmla="*/ 6079209 w 12192001"/>
              <a:gd name="connsiteY10" fmla="*/ 2498171 h 3771900"/>
              <a:gd name="connsiteX11" fmla="*/ 0 w 12192001"/>
              <a:gd name="connsiteY11" fmla="*/ 2498171 h 3771900"/>
              <a:gd name="connsiteX12" fmla="*/ 0 w 12192001"/>
              <a:gd name="connsiteY12" fmla="*/ 0 h 3771900"/>
              <a:gd name="connsiteX13" fmla="*/ 10131822 w 12192001"/>
              <a:gd name="connsiteY13" fmla="*/ 0 h 3771900"/>
              <a:gd name="connsiteX14" fmla="*/ 10131822 w 12192001"/>
              <a:gd name="connsiteY14" fmla="*/ 1235584 h 3771900"/>
              <a:gd name="connsiteX15" fmla="*/ 0 w 12192001"/>
              <a:gd name="connsiteY15" fmla="*/ 1235584 h 377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3771900">
                <a:moveTo>
                  <a:pt x="2060179" y="2536316"/>
                </a:moveTo>
                <a:lnTo>
                  <a:pt x="12192001" y="2536316"/>
                </a:lnTo>
                <a:lnTo>
                  <a:pt x="12192001" y="3771900"/>
                </a:lnTo>
                <a:lnTo>
                  <a:pt x="2060179" y="3771900"/>
                </a:lnTo>
                <a:close/>
                <a:moveTo>
                  <a:pt x="6112791" y="1262587"/>
                </a:moveTo>
                <a:lnTo>
                  <a:pt x="12192000" y="1262587"/>
                </a:lnTo>
                <a:lnTo>
                  <a:pt x="12192000" y="2498171"/>
                </a:lnTo>
                <a:lnTo>
                  <a:pt x="6112791" y="2498171"/>
                </a:lnTo>
                <a:close/>
                <a:moveTo>
                  <a:pt x="0" y="1262587"/>
                </a:moveTo>
                <a:lnTo>
                  <a:pt x="6079209" y="1262587"/>
                </a:lnTo>
                <a:lnTo>
                  <a:pt x="6079209" y="2498171"/>
                </a:lnTo>
                <a:lnTo>
                  <a:pt x="0" y="2498171"/>
                </a:lnTo>
                <a:close/>
                <a:moveTo>
                  <a:pt x="0" y="0"/>
                </a:moveTo>
                <a:lnTo>
                  <a:pt x="10131822" y="0"/>
                </a:lnTo>
                <a:lnTo>
                  <a:pt x="10131822" y="1235584"/>
                </a:lnTo>
                <a:lnTo>
                  <a:pt x="0" y="12355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6AA2219-FD98-03D2-BB5C-E2321D2249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571" y="6030083"/>
            <a:ext cx="1733607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D31E19E-99D1-8CD0-E566-4E2F20A4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698B7D1-C36E-DFB0-A661-A5E474A68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35F19D-FD15-4BE1-660D-0643E54DA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32705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DB78E43-591B-FC77-A959-A64AB0D49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7870" y="383156"/>
            <a:ext cx="6022764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5093B11-F806-67DA-C9D7-48A738FD9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7870" y="4253117"/>
            <a:ext cx="6022764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70C32A11-D80D-8895-B299-F84B774E25E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700" y="-1270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274702A-06E8-AD73-62B2-B3A4A32E5D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30785" y="5739518"/>
            <a:ext cx="1909848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0A1C19A-4E5E-C742-32A1-2115149FC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9A9E029-23F0-CEC4-BA46-3EEC97738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900CB6-F919-93D0-C1AC-3EFB92BA7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0141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4548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346275D-4318-15D0-8F4A-3820A657D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90624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6E3E36D-049D-0336-4B5E-9DB64D9DE6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91175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400" y="452387"/>
            <a:ext cx="54203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6355481-CCC4-3C4D-A9BD-DF34116B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400" y="4521200"/>
            <a:ext cx="54203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56671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65BDE1-4C58-E0CC-97CA-4695152C2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6601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17E50D-F7E2-253D-428F-1DA3EFBC28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16600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84480"/>
            <a:ext cx="5384800" cy="4100194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E97C1-0EB0-B109-7BE3-9012BD59B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4521200"/>
            <a:ext cx="538480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50181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4FD6E8-9410-CD68-AD6A-4F21B02B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9250" y="1"/>
            <a:ext cx="1333500" cy="1046131"/>
          </a:xfrm>
          <a:custGeom>
            <a:avLst/>
            <a:gdLst>
              <a:gd name="connsiteX0" fmla="*/ 0 w 1333500"/>
              <a:gd name="connsiteY0" fmla="*/ 0 h 1046131"/>
              <a:gd name="connsiteX1" fmla="*/ 1333500 w 1333500"/>
              <a:gd name="connsiteY1" fmla="*/ 0 h 1046131"/>
              <a:gd name="connsiteX2" fmla="*/ 1333500 w 1333500"/>
              <a:gd name="connsiteY2" fmla="*/ 828110 h 1046131"/>
              <a:gd name="connsiteX3" fmla="*/ 1115479 w 1333500"/>
              <a:gd name="connsiteY3" fmla="*/ 1046131 h 1046131"/>
              <a:gd name="connsiteX4" fmla="*/ 218021 w 1333500"/>
              <a:gd name="connsiteY4" fmla="*/ 1046131 h 1046131"/>
              <a:gd name="connsiteX5" fmla="*/ 0 w 1333500"/>
              <a:gd name="connsiteY5" fmla="*/ 828110 h 104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3500" h="1046131">
                <a:moveTo>
                  <a:pt x="0" y="0"/>
                </a:moveTo>
                <a:lnTo>
                  <a:pt x="1333500" y="0"/>
                </a:lnTo>
                <a:lnTo>
                  <a:pt x="1333500" y="828110"/>
                </a:lnTo>
                <a:cubicBezTo>
                  <a:pt x="1333500" y="948520"/>
                  <a:pt x="1235889" y="1046131"/>
                  <a:pt x="1115479" y="1046131"/>
                </a:cubicBezTo>
                <a:lnTo>
                  <a:pt x="218021" y="1046131"/>
                </a:lnTo>
                <a:cubicBezTo>
                  <a:pt x="97611" y="1046131"/>
                  <a:pt x="0" y="948520"/>
                  <a:pt x="0" y="82811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0C08F07-3AD6-984D-4638-073B6C0B8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6587" y="165378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5260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452387"/>
            <a:ext cx="56997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32671BA-90EF-59B5-C249-F7C365215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521200"/>
            <a:ext cx="56997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69117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13868"/>
            <a:ext cx="5943600" cy="3977640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F53C620-9E4A-9463-32D9-EAB787FF61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883" y="4405376"/>
            <a:ext cx="5952189" cy="1487424"/>
          </a:xfrm>
        </p:spPr>
        <p:txBody>
          <a:bodyPr anchor="t">
            <a:noAutofit/>
          </a:bodyPr>
          <a:lstStyle>
            <a:lvl1pPr marL="0" indent="0" algn="l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52918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63207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5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D3B1BB6E-B06C-A17C-8C3E-79EABCBE4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0731A7D4-E0B1-9EFC-60E9-55B28D5F0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F379DD77-5A9A-AFFB-A8F9-07D52E77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489057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0" name="Rectangle 89">
            <a:extLst>
              <a:ext uri="{FF2B5EF4-FFF2-40B4-BE49-F238E27FC236}">
                <a16:creationId xmlns:a16="http://schemas.microsoft.com/office/drawing/2014/main" id="{8D81854D-7A68-8152-BE67-C5FD9CA58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1">
            <a:extLst>
              <a:ext uri="{FF2B5EF4-FFF2-40B4-BE49-F238E27FC236}">
                <a16:creationId xmlns:a16="http://schemas.microsoft.com/office/drawing/2014/main" id="{EA9BC805-8AC0-6973-6307-402D4873D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2A121-F74E-1DBB-F90E-9ECA5D2738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4941" y="2587692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A28972-BB4A-9DE5-EC1C-17EC2CEC1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2438" y="225583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>
              <a:lnSpc>
                <a:spcPct val="100000"/>
              </a:lnSpc>
              <a:defRPr sz="1800" b="1"/>
            </a:lvl2pPr>
            <a:lvl3pPr>
              <a:lnSpc>
                <a:spcPct val="100000"/>
              </a:lnSpc>
              <a:defRPr sz="1800" b="1"/>
            </a:lvl3pPr>
            <a:lvl4pPr>
              <a:lnSpc>
                <a:spcPct val="100000"/>
              </a:lnSpc>
              <a:defRPr sz="1800" b="1"/>
            </a:lvl4pPr>
            <a:lvl5pPr>
              <a:lnSpc>
                <a:spcPct val="100000"/>
              </a:lnSpc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1934284-00BE-576C-F2BA-050CD34490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4941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D4614F8-0641-9496-CFCF-28C7981225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2438" y="340955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04425C6-1E3A-2D07-F971-EA5DD926CB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4941" y="4888713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10C586E-C370-0572-962A-51D7AD99CB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22438" y="456327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76BF66F-CB64-BBEF-FBC9-3B4A250FF5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5543" y="2590187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15F872C-5958-E6E3-B049-C7D76BD602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47318" y="224428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9563155-4732-CF95-38F9-9E62545CF2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85543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8632D52-9F72-E6F7-9843-8646F95B5F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47318" y="339800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2087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915AA-7D4E-CEF2-0E27-CA6FB479DB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1914" y="2032000"/>
            <a:ext cx="10371883" cy="39830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00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4788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8C40-517B-C014-D81B-823BAE2FD5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8" y="1542474"/>
            <a:ext cx="10504000" cy="44725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526D3A9-25EF-273F-0E13-352453468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36B9F0-0AA4-2C68-C74E-D1921EFEE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A9B5B83-6D7B-707F-F948-6BD712772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29DE8E-07F5-D1B2-C0AF-4DDB3060C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AFC956-0159-EEB8-6BC1-9C3F1B1AE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4598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4095B0E-61E1-13CE-6F7F-EE3F7FD0FD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8" y="314036"/>
            <a:ext cx="10515600" cy="57010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A793-2C0E-8F06-4362-96A1983B5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9044-6596-30C3-95FD-F186F8096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5F415-CF39-9236-9576-0DF9F95C1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843250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4FB75-D5E0-9511-4FD2-C68C1C091E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9" y="1847276"/>
            <a:ext cx="10498202" cy="41677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1F12379-188A-C977-1150-3E5925DBE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BBEF7DA-BA6D-A07F-F03E-2BC9F8B31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C858912-AA2F-5EAF-FCD4-B77FA992F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D429890D-AAF9-8BC9-BD12-23ABDAA04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4611981F-BBC7-0DC8-FC22-8FF2B06CB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9854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4D1E701-C09D-5C9D-D6F0-B24CF24DE8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24949" y="2385975"/>
            <a:ext cx="5728848" cy="245479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FB65093-A00A-3EDD-C0C5-4CDFFD32B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D35FF5-CE2E-247E-ACA9-67EA0D258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35B66F-F94E-7191-89B2-9BC080EC5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9" name="Straight Connector 31">
            <a:extLst>
              <a:ext uri="{FF2B5EF4-FFF2-40B4-BE49-F238E27FC236}">
                <a16:creationId xmlns:a16="http://schemas.microsoft.com/office/drawing/2014/main" id="{318DEC2A-2948-AEF3-C9E8-2ED520DE0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6F8E1B26-93AA-F87D-FBC9-B4B64DEAF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2561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7179A23-77F8-DF71-F294-EBB8C50418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26188" y="2258569"/>
            <a:ext cx="6227609" cy="35570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5B8C-BD87-04ED-9CEF-4AFD2D0C8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1EFC9-7505-F7FF-CF6B-86AB99437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F0AB1-6FFC-E765-BFAA-96D029963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036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BE3F9A9-6F1E-9A87-9F34-719BDBBB1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034BEAC-979B-C481-66E0-57CBE849F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33B9A1-B856-0C6C-BE29-3F7047578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574AC177-8C09-79F3-8CC6-DA60495C4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B15B36F5-13CB-A1A3-0ECD-756964BC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8D56DEF8-59B1-77EC-4BF9-9B1E066C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EAC0D963-F67D-C0B7-83D7-353132816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8E2A2FC-47FE-82C3-DDCE-775263AF6B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27784" y="1109588"/>
            <a:ext cx="6126013" cy="46388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842261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4B042FA-40F9-5B1B-253A-F9E4CE1EF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217913B-B30A-FA59-DEB0-EE00CE0E2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0BC0D2D-F6C3-AAB2-BE9B-976038A36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233E3486-94FE-93B7-B905-AD9FCF0CB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11974C7-CCAB-1907-BE37-42979777A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06A3D12A-2FB9-F068-52F8-5ECB59CF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F5C18F72-C84F-D063-4732-84EC0978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D273858-FBFD-DEAE-AD96-5C657A6EFD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8548" y="877457"/>
            <a:ext cx="6135249" cy="49406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47377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DE26A1A-0C2E-AA4F-2BFD-2FC457BEE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E13558B-C550-D97A-0993-90E482774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B01AD3E-A936-38B4-4A48-03DBD2461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F7CAE20-16AA-488D-A148-9F47CEF0D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11F815CC-EECB-FB5B-68C1-C48FC508C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EF9D6568-E832-17EE-6E8D-6D4F80BEF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2EC9985A-8A31-E099-A519-A003E3B94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81B36D-31CE-2315-D28B-4F83E6A869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5829" y="831919"/>
            <a:ext cx="6822170" cy="5194159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177537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03" y="740002"/>
            <a:ext cx="10664992" cy="1108799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BB123-E35D-F0AD-599A-36331CA67F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3503" y="1930401"/>
            <a:ext cx="10664981" cy="110879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AD5CE30-2042-C9F0-1D52-67FF1CCCF5B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 flipH="1">
            <a:off x="763503" y="3125456"/>
            <a:ext cx="10664990" cy="3003882"/>
          </a:xfrm>
          <a:custGeom>
            <a:avLst/>
            <a:gdLst>
              <a:gd name="connsiteX0" fmla="*/ 717565 w 10664990"/>
              <a:gd name="connsiteY0" fmla="*/ 0 h 3003882"/>
              <a:gd name="connsiteX1" fmla="*/ 10664990 w 10664990"/>
              <a:gd name="connsiteY1" fmla="*/ 0 h 3003882"/>
              <a:gd name="connsiteX2" fmla="*/ 10664990 w 10664990"/>
              <a:gd name="connsiteY2" fmla="*/ 2040791 h 3003882"/>
              <a:gd name="connsiteX3" fmla="*/ 9701899 w 10664990"/>
              <a:gd name="connsiteY3" fmla="*/ 3003882 h 3003882"/>
              <a:gd name="connsiteX4" fmla="*/ 0 w 10664990"/>
              <a:gd name="connsiteY4" fmla="*/ 3003882 h 3003882"/>
              <a:gd name="connsiteX5" fmla="*/ 0 w 10664990"/>
              <a:gd name="connsiteY5" fmla="*/ 807576 h 3003882"/>
              <a:gd name="connsiteX6" fmla="*/ 6866 w 10664990"/>
              <a:gd name="connsiteY6" fmla="*/ 739470 h 3003882"/>
              <a:gd name="connsiteX7" fmla="*/ 663997 w 10664990"/>
              <a:gd name="connsiteY7" fmla="*/ 13774 h 300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664990" h="3003882">
                <a:moveTo>
                  <a:pt x="717565" y="0"/>
                </a:moveTo>
                <a:lnTo>
                  <a:pt x="10664990" y="0"/>
                </a:lnTo>
                <a:lnTo>
                  <a:pt x="10664990" y="2040791"/>
                </a:lnTo>
                <a:cubicBezTo>
                  <a:pt x="10664990" y="2572691"/>
                  <a:pt x="10233799" y="3003882"/>
                  <a:pt x="9701899" y="3003882"/>
                </a:cubicBezTo>
                <a:lnTo>
                  <a:pt x="0" y="3003882"/>
                </a:lnTo>
                <a:lnTo>
                  <a:pt x="0" y="807576"/>
                </a:lnTo>
                <a:lnTo>
                  <a:pt x="6866" y="739470"/>
                </a:lnTo>
                <a:cubicBezTo>
                  <a:pt x="77427" y="394648"/>
                  <a:pt x="332267" y="116953"/>
                  <a:pt x="663997" y="137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CA2A0CC-FD1D-090E-B032-2727A33C2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14E31B0-796E-475E-1937-AD368956E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F8FA102-64A1-8ADA-C519-B41858DD3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EBE4D70A-6370-D227-8C8A-E57CB8CE7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270487BC-62D0-8122-EE28-32BF73CE6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9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F25448-0DAF-84AF-957A-8B7DD3CAE2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440" y="3666843"/>
            <a:ext cx="5950361" cy="17814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619FEFE-FA24-AF33-24CC-8CF8C2EA53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ABCDF30-736E-DDCD-8995-04081136D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CB8639-0E62-F8EE-441C-1B7A70F4D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1946413-27AA-1378-FE96-418D83493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46" name="Straight Connector 31">
            <a:extLst>
              <a:ext uri="{FF2B5EF4-FFF2-40B4-BE49-F238E27FC236}">
                <a16:creationId xmlns:a16="http://schemas.microsoft.com/office/drawing/2014/main" id="{6E886974-A437-755C-8DD2-D1FAF1F4C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70087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32">
            <a:extLst>
              <a:ext uri="{FF2B5EF4-FFF2-40B4-BE49-F238E27FC236}">
                <a16:creationId xmlns:a16="http://schemas.microsoft.com/office/drawing/2014/main" id="{A9ECFDDC-497E-4477-382E-22B08D2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16934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009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000" y="825622"/>
            <a:ext cx="6858000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173E1F8-C04C-8FCF-9E14-B4E1DB2FFA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90001" y="1876088"/>
            <a:ext cx="6858000" cy="41389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C540298-18F9-BB50-4F7D-8DBF53B1A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470C8BC-9567-FE0B-27FF-87FC864EA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7C8A89B-AF92-C4D9-9581-EF8D76660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sp>
        <p:nvSpPr>
          <p:cNvPr id="20" name="Freeform: Shape 8">
            <a:extLst>
              <a:ext uri="{FF2B5EF4-FFF2-40B4-BE49-F238E27FC236}">
                <a16:creationId xmlns:a16="http://schemas.microsoft.com/office/drawing/2014/main" id="{6D6A59D5-A266-1465-E5EF-E8F22D2CF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88000" y="1215042"/>
            <a:ext cx="504000" cy="661046"/>
          </a:xfrm>
          <a:custGeom>
            <a:avLst/>
            <a:gdLst>
              <a:gd name="connsiteX0" fmla="*/ 0 w 3383176"/>
              <a:gd name="connsiteY0" fmla="*/ 0 h 661046"/>
              <a:gd name="connsiteX1" fmla="*/ 3383176 w 3383176"/>
              <a:gd name="connsiteY1" fmla="*/ 0 h 661046"/>
              <a:gd name="connsiteX2" fmla="*/ 3383176 w 3383176"/>
              <a:gd name="connsiteY2" fmla="*/ 661046 h 661046"/>
              <a:gd name="connsiteX3" fmla="*/ 0 w 3383176"/>
              <a:gd name="connsiteY3" fmla="*/ 661046 h 66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3176" h="661046">
                <a:moveTo>
                  <a:pt x="0" y="0"/>
                </a:moveTo>
                <a:lnTo>
                  <a:pt x="3383176" y="0"/>
                </a:lnTo>
                <a:lnTo>
                  <a:pt x="3383176" y="661046"/>
                </a:lnTo>
                <a:lnTo>
                  <a:pt x="0" y="66104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AC124138-469D-E937-2DC9-483425874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DCD94ED-A7C3-B922-5276-E0CFC541E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7427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F416DC19-3EE2-3837-631A-80C6DAE26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FD5174A-D175-9F7D-91D2-BF215C7FAC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0401" y="3629901"/>
            <a:ext cx="5970402" cy="18183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25" name="Freeform: Shape 23">
            <a:extLst>
              <a:ext uri="{FF2B5EF4-FFF2-40B4-BE49-F238E27FC236}">
                <a16:creationId xmlns:a16="http://schemas.microsoft.com/office/drawing/2014/main" id="{89FDD3A7-399A-2E72-FF25-BF24500FF6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CF167BF-3D71-20AF-2E69-EA5752A6E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C953D09-438D-5340-80C3-D1668C25A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737F91-61A6-9573-FAEE-32AB394D0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43CB0A4-DCC7-ECD1-D1DC-7A3771797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1">
            <a:extLst>
              <a:ext uri="{FF2B5EF4-FFF2-40B4-BE49-F238E27FC236}">
                <a16:creationId xmlns:a16="http://schemas.microsoft.com/office/drawing/2014/main" id="{A52A0D3B-29E2-5893-0F38-FC610A31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1216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61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902598-98B0-111E-C570-D294DFF63A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85613" y="2530765"/>
            <a:ext cx="4361688" cy="348427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530FC37-80EF-0A07-0887-E72EE2F2E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B5D7C95-B96F-1B15-0186-8CF2D27B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8935CD5-5B1B-FE89-B83F-E43E648AD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CFFC6615-4187-7A83-63EE-BF6CF6B2B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A13F58F-07D6-B33D-BD64-C72F39E3D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1340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65082D8-BAB5-0BFE-8BA8-E50FFE04E2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21529"/>
            <a:ext cx="4361688" cy="34935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3135D21-9D7B-C592-F9B1-C45527BFF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6E13FC-6FF0-0B11-2B96-ECCD78FC3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F63308A-4914-FAA4-AF71-EA8AB8B74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1BFCDEF0-A571-1775-D666-DD70D4326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B6AF83C9-36E2-6852-74FB-AB9B9B48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6883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1EB3780-5266-3444-3317-22ACFFCE49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25065" y="1902698"/>
            <a:ext cx="4522936" cy="41123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7B9E5B2-7325-82CA-6062-3169FE7D5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C01CB96-C098-D789-185D-0A6FED880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270D577-1A93-F8B5-EC60-749030FF6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F95D4149-5D4A-C071-F2F9-529F92199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F2CF751-80F5-AC12-9235-FEBCA21CF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2199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882F52C-7359-FD40-71A5-15E3C8B2A1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3491" y="1921164"/>
            <a:ext cx="4572000" cy="40938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FE30C-67A7-0896-8382-BABCD7034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6BC6-9D59-8976-032A-6B639BC50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30EEB-A8D0-4D9B-FDE5-0FCE3DC7D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FA6FBC27-AA27-A480-F758-AA0A0E34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3181070F-26E0-0C0D-6747-547B88616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1225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5AB92A-BAA8-BA88-5315-6CDEB9B717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46433" y="2512293"/>
            <a:ext cx="3401568" cy="35027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858A2-3AA3-29EC-34E4-F6890BAEE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321516-7241-6346-DEBE-42DAA310A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A23FE0-8FD5-337D-C29C-60458812C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0" name="Straight Connector 31">
            <a:extLst>
              <a:ext uri="{FF2B5EF4-FFF2-40B4-BE49-F238E27FC236}">
                <a16:creationId xmlns:a16="http://schemas.microsoft.com/office/drawing/2014/main" id="{01CF247D-9042-90FD-312C-A1D50781E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B84D435-085C-D7FE-B28F-B6977BBE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2085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69C6F0A-B174-5013-4DDB-AB20BA8268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49236"/>
            <a:ext cx="3401568" cy="34658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3E85C36-1ED6-1795-08DB-23696B530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2E76A4-FFBE-61B8-F59B-EC1CE3BFD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82745D-51FE-069C-245E-4F44EB779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E4F783A1-78AA-BF8E-8A22-FCBFCE05B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32">
            <a:extLst>
              <a:ext uri="{FF2B5EF4-FFF2-40B4-BE49-F238E27FC236}">
                <a16:creationId xmlns:a16="http://schemas.microsoft.com/office/drawing/2014/main" id="{F749601C-05D8-E636-3210-CF2A8713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6073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A6011F-285F-BCE2-F758-C63F33675A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80245" y="2983345"/>
            <a:ext cx="3273552" cy="30316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FF9B-D63D-5137-0473-E4C0988E7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104BA7A-7438-73D7-F9C7-AB3C9A7E0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6204760-0885-A02F-0067-BD4AC55CC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385EA8A6-8678-1948-5F2D-5CF4833E0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3B9F398C-FAF1-1B27-836C-F97B88F78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9594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F99E67D-47D5-3842-1385-6C2F08D20E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69531" y="4509558"/>
            <a:ext cx="5778466" cy="15165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78DFD8-B1C6-7604-1671-4CDAC3912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921C03-3153-09AF-0D57-A0D96EBE1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6E0734-2C6E-8C3B-65F2-133B94CFC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33068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2A94BD-34CC-6470-1478-1D549D046B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62400" y="3785795"/>
            <a:ext cx="7391397" cy="22402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82F43E7-55DC-C610-6DA1-025123735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E1085B-0F8A-711E-D721-A4D350D79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38CBE5-2DAC-95AD-3EE9-B0A0F5340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F8884F71-7DBC-7C26-DB2C-731FCBC2E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7712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813CFB62-5831-FDE1-34F0-38FCD7614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962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65857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3CBF087-ADB9-D746-ED3D-8EAC47AF3E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1639" y="824390"/>
            <a:ext cx="7376359" cy="22478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9BA7EC8-1425-F948-FB17-5F51DEC98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94AE2EC-59C3-D91C-8CD6-658F68BC5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BBD3BD-F630-46F9-25B2-85A0E608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76BDEB52-5B02-AD88-F4C8-F7406429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3778D6D3-2293-3FE4-3124-63EF2E3A5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80589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023DEB-EBD2-ECA5-19D2-F448BDC760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38998" y="2081048"/>
            <a:ext cx="4114800" cy="39450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24FB994-9B85-2B55-198D-4925FB1F2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CC0375-2AE8-A777-C3E0-7D2E3B0F6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637823D-6C6E-38BE-B6BE-096424E8D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33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7947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8845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D55DF58-60BC-15D0-99C3-6E7F78EBD7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08073" y="852884"/>
            <a:ext cx="5645724" cy="51621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12407CB-320D-5895-BDF5-2C4178E05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FCA35D-4F04-2227-AD9D-98F1BD01B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8A1129D-5B96-F258-CFFC-CF58226A7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73347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9B8D2C3-5A67-946F-8429-CD7583E6B2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73600" y="873726"/>
            <a:ext cx="6680197" cy="51413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E0A59B4-299A-C00C-5665-5D12C9EBB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9C32A1D-8E68-C458-3E60-D6054C920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D864DC-4F3D-BA46-DED4-8D088584F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E5C9C418-CC1A-8074-2930-D5627551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87758AAB-3FDA-3A2F-37ED-381B84536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0617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607FA20-5F9E-5F1A-2995-42DE292E2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E53118E-49A5-7AAB-EB8C-E3E57CD9F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755146-626F-5951-A77D-DC3012AB5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2F96DE7D-2B90-57E1-B338-BE484C519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2">
            <a:extLst>
              <a:ext uri="{FF2B5EF4-FFF2-40B4-BE49-F238E27FC236}">
                <a16:creationId xmlns:a16="http://schemas.microsoft.com/office/drawing/2014/main" id="{92356EB0-27E3-E63B-5A46-EF32523AD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231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4679631-7C3B-D21E-7FA5-358FCF45E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EAF229-1E32-0FE6-E4A3-E02C9FAAA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676071C-D183-B427-F1DA-639AE2B34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47BC41E4-A5C6-BE0D-6E66-832679642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2">
            <a:extLst>
              <a:ext uri="{FF2B5EF4-FFF2-40B4-BE49-F238E27FC236}">
                <a16:creationId xmlns:a16="http://schemas.microsoft.com/office/drawing/2014/main" id="{8E0779B7-1774-CFF8-ED50-658BA7EEB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71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81D3DD9-10C8-C207-1E50-5F75DFD05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A3F5E3-D7B9-CD19-945F-38980AEB9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C4A806-42ED-564D-542E-AAAA4EAF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36CD38AE-A66F-08B7-774A-86EA48DC6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2">
            <a:extLst>
              <a:ext uri="{FF2B5EF4-FFF2-40B4-BE49-F238E27FC236}">
                <a16:creationId xmlns:a16="http://schemas.microsoft.com/office/drawing/2014/main" id="{96229C75-1749-7A15-57EA-3F40239C0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42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103858D-9532-D59F-FE73-A52EB24F3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A34F1EA-1A45-A729-FE88-FBF390F44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7189E61-2D87-C5BC-948B-835B50188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B99A632E-EAA8-D126-AC93-60A78F8F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28CDBC42-8DE5-DE9A-947A-15C0C6B2D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7933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2BA1728-455B-BDAB-6419-C04536C19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DDBA5A5-E947-E342-A677-E3AFE378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DC2686-2DAB-B424-F10D-506D01DF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6D22A03E-28FE-53DA-5B6A-383215ED1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81A987AB-C78C-597A-CC63-6E545EDEC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2690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4E269EE-28E5-BB8D-160A-2C905B350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D3A4CC-2170-D513-478A-C60C50FE1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F018A10-98B1-2374-E4F2-709B641CB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3" name="Straight Connector 31">
            <a:extLst>
              <a:ext uri="{FF2B5EF4-FFF2-40B4-BE49-F238E27FC236}">
                <a16:creationId xmlns:a16="http://schemas.microsoft.com/office/drawing/2014/main" id="{173B7D00-3E0F-D372-F868-E62DE8E2C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D187FA62-E4DF-283A-B2BB-2DADBA4EE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6720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9EFA2AD-E749-9F60-705D-DE0941E26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8138B0B-E7B2-93DE-E6AD-66530C4A9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08BC1B4-A19E-EF55-F8A5-8DB265F1C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B3027282-55C0-23E2-F9D0-56E407957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DC379414-CF7D-9895-A99E-1AA396B9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309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C19029B-E3E6-1F4D-FA22-F5BD87417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40A4B2-F740-621D-1480-FB55668AE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1A48FF9-74DF-1DDE-C86D-58BAE32E8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43E09413-BF03-4EDB-7DA9-C0CBF04FE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873150D4-24A2-988A-C893-A637A2FA9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77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24B5ABA-190E-BEB5-573F-F64D2D575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FB98919-5529-CCFE-1092-A9D62454C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631FAD-95BD-D50C-3496-63D8FB39D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8B23DD3-BCFF-9795-0CA9-AE9401F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535FCD9B-34CE-58F0-8CB6-B7CB1EEF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952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961250B-543A-6F37-305B-5397B2D57B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115128"/>
            <a:ext cx="51577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101C122A-4474-6AF3-590D-B93E5FF99B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115128"/>
            <a:ext cx="51831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7404D35-FA36-303B-9506-3CD0CAF6E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BACB02-8504-5F46-9D13-168C82E2B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408501-24D6-36DD-2B2F-A53D1749A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6295426D-7EC9-29C7-0CAD-C64EF8184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692CB063-86B6-5775-3AD2-DF4E29DD1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46127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15B9C-3B12-7D73-101A-B7FF5D456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5282CE-2FB9-AAD9-5683-E23E63D443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07876E-CDDA-8EC2-D2D8-B041DA0D0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54FAAA69-6617-A985-B5BC-8A450B7E4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F7CDD230-E1EB-AB97-AA97-B6811E8B3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10653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9006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8208A5D7-2403-1350-DEF6-007D02B9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25990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A25D2A-079E-516D-CCAD-920165503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29139" y="259873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BC32326B-44AF-69A5-8950-3E83EB14E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790" y="2076889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CCC11960-F75C-F63F-D4E4-8C19C5B899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2792" y="2851360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9" name="Rectangle 40">
            <a:extLst>
              <a:ext uri="{FF2B5EF4-FFF2-40B4-BE49-F238E27FC236}">
                <a16:creationId xmlns:a16="http://schemas.microsoft.com/office/drawing/2014/main" id="{FF347C45-9CAA-BA8B-3731-BEB81073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392420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CDFDE77-EF7F-9B62-D5CB-295BB8C3EB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29139" y="3922159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290AD35-CF09-6504-D01E-4C05D706F1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2162" y="3407356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05368349-BD70-533F-1B19-8FD3F67FB7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2164" y="4181827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0" name="Rectangle 48">
            <a:extLst>
              <a:ext uri="{FF2B5EF4-FFF2-40B4-BE49-F238E27FC236}">
                <a16:creationId xmlns:a16="http://schemas.microsoft.com/office/drawing/2014/main" id="{CAC0BE5A-3FD4-01C0-EFCD-14242177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5249415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67C06B3-86F3-BA14-C074-170923D252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29139" y="524558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C7E3638A-E47B-2C16-051A-8CB00B9F895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2162" y="4732585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4CC468-3A85-49F0-099C-BC1F0F566D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2164" y="5507056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Rectangle 89">
            <a:extLst>
              <a:ext uri="{FF2B5EF4-FFF2-40B4-BE49-F238E27FC236}">
                <a16:creationId xmlns:a16="http://schemas.microsoft.com/office/drawing/2014/main" id="{B592A1D3-2017-F169-B0A7-3173FF77C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5249415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E5F3B0A-2795-1AB7-EDA7-048B8FFC18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81203" y="524558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0F680350-5C6D-05CD-2861-1CBCFF6E39D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17532" y="4732585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6541D57-A12D-E924-D596-DE278CD7F4D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17534" y="5507056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E8A6C772-C164-3CEA-A046-D9723CBD9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392420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3C2B03-4A5F-AABA-EC88-7F080083184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81203" y="3922160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BEE5F4-6259-F130-927E-7FFB60A40F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17532" y="3407356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66237AC4-EBD4-DD9E-69D9-8D385F6C75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17534" y="4181827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1" name="Rectangle 56">
            <a:extLst>
              <a:ext uri="{FF2B5EF4-FFF2-40B4-BE49-F238E27FC236}">
                <a16:creationId xmlns:a16="http://schemas.microsoft.com/office/drawing/2014/main" id="{3C5137EE-3743-D56F-8A63-2370A4C0D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25990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DB5C80C-26F8-0C95-154F-6DEEEDB323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81203" y="259873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06</a:t>
            </a:r>
            <a:endParaRPr lang="zh-CN" alt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1580A2FB-D18E-CCE5-D7D5-AB29B0225C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18160" y="2076889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8B832846-EB9F-5EFA-F397-ED05D7CD5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18162" y="2851360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B4CA34A-70A6-28B9-6E95-DFAAFE588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3CF4D40-3350-82F9-020E-252774AD8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4E27F63-E2E4-6C68-FD7F-46614FECB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sp>
        <p:nvSpPr>
          <p:cNvPr id="24" name="Oval 14">
            <a:extLst>
              <a:ext uri="{FF2B5EF4-FFF2-40B4-BE49-F238E27FC236}">
                <a16:creationId xmlns:a16="http://schemas.microsoft.com/office/drawing/2014/main" id="{6F924045-417C-C278-4D5D-0671DFFEA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6307" y="2769072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5" name="Oval 42">
            <a:extLst>
              <a:ext uri="{FF2B5EF4-FFF2-40B4-BE49-F238E27FC236}">
                <a16:creationId xmlns:a16="http://schemas.microsoft.com/office/drawing/2014/main" id="{5BC3F4C5-4FB3-F517-627A-E393C3CE2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6307" y="4094196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6" name="Oval 50">
            <a:extLst>
              <a:ext uri="{FF2B5EF4-FFF2-40B4-BE49-F238E27FC236}">
                <a16:creationId xmlns:a16="http://schemas.microsoft.com/office/drawing/2014/main" id="{1B466D3D-3E71-2F97-7F18-51F8A46E4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2873" y="5419411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Oval 58">
            <a:extLst>
              <a:ext uri="{FF2B5EF4-FFF2-40B4-BE49-F238E27FC236}">
                <a16:creationId xmlns:a16="http://schemas.microsoft.com/office/drawing/2014/main" id="{00CD6578-9EEA-5E52-3E03-6000B3C4C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926073" y="2769072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Oval 83">
            <a:extLst>
              <a:ext uri="{FF2B5EF4-FFF2-40B4-BE49-F238E27FC236}">
                <a16:creationId xmlns:a16="http://schemas.microsoft.com/office/drawing/2014/main" id="{CD7CB540-1BF1-F1AC-AE10-C8B626E0A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926073" y="4094196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9" name="Oval 91">
            <a:extLst>
              <a:ext uri="{FF2B5EF4-FFF2-40B4-BE49-F238E27FC236}">
                <a16:creationId xmlns:a16="http://schemas.microsoft.com/office/drawing/2014/main" id="{B18690F7-0CC3-4A81-2333-82F551900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879507" y="5419411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0" name="Freeform: Shape 8">
            <a:extLst>
              <a:ext uri="{FF2B5EF4-FFF2-40B4-BE49-F238E27FC236}">
                <a16:creationId xmlns:a16="http://schemas.microsoft.com/office/drawing/2014/main" id="{2AD7E1B5-43F5-AA4B-C9F4-7A7B6668F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5160311" y="2094269"/>
            <a:ext cx="1831860" cy="3988301"/>
          </a:xfrm>
          <a:custGeom>
            <a:avLst/>
            <a:gdLst>
              <a:gd name="connsiteX0" fmla="*/ 1134319 w 2268638"/>
              <a:gd name="connsiteY0" fmla="*/ 0 h 5034987"/>
              <a:gd name="connsiteX1" fmla="*/ 2268638 w 2268638"/>
              <a:gd name="connsiteY1" fmla="*/ 1134319 h 5034987"/>
              <a:gd name="connsiteX2" fmla="*/ 2268637 w 2268638"/>
              <a:gd name="connsiteY2" fmla="*/ 5034987 h 5034987"/>
              <a:gd name="connsiteX3" fmla="*/ 0 w 2268638"/>
              <a:gd name="connsiteY3" fmla="*/ 5034987 h 5034987"/>
              <a:gd name="connsiteX4" fmla="*/ 0 w 2268638"/>
              <a:gd name="connsiteY4" fmla="*/ 1134319 h 5034987"/>
              <a:gd name="connsiteX5" fmla="*/ 1134319 w 2268638"/>
              <a:gd name="connsiteY5" fmla="*/ 0 h 5034987"/>
              <a:gd name="connsiteX0" fmla="*/ 1134319 w 2268638"/>
              <a:gd name="connsiteY0" fmla="*/ 0 h 5034987"/>
              <a:gd name="connsiteX1" fmla="*/ 2268638 w 2268638"/>
              <a:gd name="connsiteY1" fmla="*/ 1134319 h 5034987"/>
              <a:gd name="connsiteX2" fmla="*/ 2268637 w 2268638"/>
              <a:gd name="connsiteY2" fmla="*/ 5034987 h 5034987"/>
              <a:gd name="connsiteX3" fmla="*/ 486137 w 2268638"/>
              <a:gd name="connsiteY3" fmla="*/ 5023412 h 5034987"/>
              <a:gd name="connsiteX4" fmla="*/ 0 w 2268638"/>
              <a:gd name="connsiteY4" fmla="*/ 5034987 h 5034987"/>
              <a:gd name="connsiteX5" fmla="*/ 0 w 2268638"/>
              <a:gd name="connsiteY5" fmla="*/ 1134319 h 5034987"/>
              <a:gd name="connsiteX6" fmla="*/ 1134319 w 2268638"/>
              <a:gd name="connsiteY6" fmla="*/ 0 h 5034987"/>
              <a:gd name="connsiteX0" fmla="*/ 486137 w 2268638"/>
              <a:gd name="connsiteY0" fmla="*/ 5023412 h 5114852"/>
              <a:gd name="connsiteX1" fmla="*/ 0 w 2268638"/>
              <a:gd name="connsiteY1" fmla="*/ 5034987 h 5114852"/>
              <a:gd name="connsiteX2" fmla="*/ 0 w 2268638"/>
              <a:gd name="connsiteY2" fmla="*/ 1134319 h 5114852"/>
              <a:gd name="connsiteX3" fmla="*/ 1134319 w 2268638"/>
              <a:gd name="connsiteY3" fmla="*/ 0 h 5114852"/>
              <a:gd name="connsiteX4" fmla="*/ 2268638 w 2268638"/>
              <a:gd name="connsiteY4" fmla="*/ 1134319 h 5114852"/>
              <a:gd name="connsiteX5" fmla="*/ 2268637 w 2268638"/>
              <a:gd name="connsiteY5" fmla="*/ 5034987 h 5114852"/>
              <a:gd name="connsiteX6" fmla="*/ 577577 w 2268638"/>
              <a:gd name="connsiteY6" fmla="*/ 5114852 h 5114852"/>
              <a:gd name="connsiteX0" fmla="*/ 486137 w 2268638"/>
              <a:gd name="connsiteY0" fmla="*/ 5023412 h 5034987"/>
              <a:gd name="connsiteX1" fmla="*/ 0 w 2268638"/>
              <a:gd name="connsiteY1" fmla="*/ 5034987 h 5034987"/>
              <a:gd name="connsiteX2" fmla="*/ 0 w 2268638"/>
              <a:gd name="connsiteY2" fmla="*/ 1134319 h 5034987"/>
              <a:gd name="connsiteX3" fmla="*/ 1134319 w 2268638"/>
              <a:gd name="connsiteY3" fmla="*/ 0 h 5034987"/>
              <a:gd name="connsiteX4" fmla="*/ 2268638 w 2268638"/>
              <a:gd name="connsiteY4" fmla="*/ 1134319 h 5034987"/>
              <a:gd name="connsiteX5" fmla="*/ 2268637 w 2268638"/>
              <a:gd name="connsiteY5" fmla="*/ 5034987 h 5034987"/>
              <a:gd name="connsiteX0" fmla="*/ 0 w 2268638"/>
              <a:gd name="connsiteY0" fmla="*/ 5034987 h 5034987"/>
              <a:gd name="connsiteX1" fmla="*/ 0 w 2268638"/>
              <a:gd name="connsiteY1" fmla="*/ 1134319 h 5034987"/>
              <a:gd name="connsiteX2" fmla="*/ 1134319 w 2268638"/>
              <a:gd name="connsiteY2" fmla="*/ 0 h 5034987"/>
              <a:gd name="connsiteX3" fmla="*/ 2268638 w 2268638"/>
              <a:gd name="connsiteY3" fmla="*/ 1134319 h 5034987"/>
              <a:gd name="connsiteX4" fmla="*/ 2268637 w 2268638"/>
              <a:gd name="connsiteY4" fmla="*/ 5034987 h 503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8638" h="5034987">
                <a:moveTo>
                  <a:pt x="0" y="5034987"/>
                </a:moveTo>
                <a:lnTo>
                  <a:pt x="0" y="1134319"/>
                </a:lnTo>
                <a:cubicBezTo>
                  <a:pt x="0" y="507852"/>
                  <a:pt x="507852" y="0"/>
                  <a:pt x="1134319" y="0"/>
                </a:cubicBezTo>
                <a:cubicBezTo>
                  <a:pt x="1760786" y="0"/>
                  <a:pt x="2268638" y="507852"/>
                  <a:pt x="2268638" y="1134319"/>
                </a:cubicBezTo>
                <a:cubicBezTo>
                  <a:pt x="2268638" y="2434542"/>
                  <a:pt x="2268637" y="3734764"/>
                  <a:pt x="2268637" y="5034987"/>
                </a:cubicBezTo>
              </a:path>
            </a:pathLst>
          </a:custGeom>
          <a:noFill/>
          <a:ln>
            <a:solidFill>
              <a:schemeClr val="tx1">
                <a:alpha val="40000"/>
              </a:schemeClr>
            </a:solidFill>
            <a:prstDash val="dash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170072F3-485C-71D2-6614-C68EABC5F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CED45EB-CA8D-2EBD-0965-E6FEC4272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269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2013" y="835983"/>
            <a:ext cx="10504000" cy="1101394"/>
          </a:xfrm>
        </p:spPr>
        <p:txBody>
          <a:bodyPr anchor="b"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FC3AD345-5725-4194-30F5-9464DB0F892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22685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0B2A43A-4011-3150-37FF-CDAA00D1FC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6250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3CF7AD25-AB7B-EDB3-88D7-930BD82D99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250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CA43D5B7-B43F-3988-E9BA-9EC6DD74C1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877948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28D490E-BCD9-F5BD-3001-E54CAE5488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46046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E90F1AF-FABC-69A4-57F9-02FEEC2D80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6046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248B268-9019-F21D-A6D5-820E2928E5F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33211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CC85C39-CD2C-6707-E229-98AD380D0A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2143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5BCFE58-E213-AF4E-97E9-0F38693F3E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02143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26F3044-7765-F477-D32C-4962CDBB295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388473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098182F-B410-1A03-C48A-02C44658B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71564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DF18BA57-4ECA-6719-5A69-A5A04C9F22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1564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9CFA80-D4AA-3368-BD6D-83BCAE936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A3242F8-9F2E-AD2D-10CD-37A53D94F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31078A5-5A4A-623A-01B6-2AAAAF90E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8" name="Straight Connector 14">
            <a:extLst>
              <a:ext uri="{FF2B5EF4-FFF2-40B4-BE49-F238E27FC236}">
                <a16:creationId xmlns:a16="http://schemas.microsoft.com/office/drawing/2014/main" id="{31074CC2-5937-AFC8-1A1A-7A015DAE7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82042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5">
            <a:extLst>
              <a:ext uri="{FF2B5EF4-FFF2-40B4-BE49-F238E27FC236}">
                <a16:creationId xmlns:a16="http://schemas.microsoft.com/office/drawing/2014/main" id="{64DE9D23-BE63-F4BA-C094-88F0662C2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41804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6">
            <a:extLst>
              <a:ext uri="{FF2B5EF4-FFF2-40B4-BE49-F238E27FC236}">
                <a16:creationId xmlns:a16="http://schemas.microsoft.com/office/drawing/2014/main" id="{EE609DF1-B11E-F16C-4627-773F9ED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01566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96453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41447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7EF3883-1825-BE98-6A0D-E5F37120BE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9810" y="248648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B5B1545-4ACF-EE87-EB8A-9B9EA972A5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9812" y="323794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356766D-F5E2-7904-2225-4694EA4883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79810" y="418105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7425909-B584-C128-E335-0223B01043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79812" y="493251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FBF39DC5-6867-0012-C4D0-DEE4708FC8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73618" y="245358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B999FF2-3B3C-CAE5-8C40-0534622067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73618" y="320504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278CD6C-407A-4526-79EE-4485678B97A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73618" y="414815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CAD15B38-6459-7007-6121-FBC970B533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73618" y="489961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D31E811-3CD5-0EFF-DE01-1A00973F0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29B724C-47BD-4F2A-3B9E-0708E9CC8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C7665F0-017D-E5C3-9424-10E68875D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05921472-2B94-11CA-0EA0-AF6AEF589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03DC96CF-757E-BC05-38D0-8715C9F69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37CA06D-1180-342A-AFB2-C32BF9EEB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62DA1D6D-422E-EEDA-8DC9-5C5EAC473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840308-043D-3A53-DA0F-093E337CA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68068" y="4071131"/>
            <a:ext cx="90558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E90AB7-76A7-3140-4836-F21F77720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598756"/>
            <a:ext cx="0" cy="3272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01443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312063DD-D3D1-D48D-11EA-EDAC9FBAC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2586118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4C921615-3B06-6595-B602-0F0849223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3548489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E9E2CA2E-652A-8147-2CBE-16BDA0723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450451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9">
            <a:extLst>
              <a:ext uri="{FF2B5EF4-FFF2-40B4-BE49-F238E27FC236}">
                <a16:creationId xmlns:a16="http://schemas.microsoft.com/office/drawing/2014/main" id="{1DF87C2B-8C15-4832-1A18-30D66F9D5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5473231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8" y="481646"/>
            <a:ext cx="7016816" cy="1642534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87DD0197-E213-DF84-42CD-9887AC3B20D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74559" y="1660358"/>
            <a:ext cx="3284621" cy="4393308"/>
          </a:xfrm>
          <a:custGeom>
            <a:avLst/>
            <a:gdLst>
              <a:gd name="connsiteX0" fmla="*/ 0 w 3284621"/>
              <a:gd name="connsiteY0" fmla="*/ 0 h 4393308"/>
              <a:gd name="connsiteX1" fmla="*/ 3284621 w 3284621"/>
              <a:gd name="connsiteY1" fmla="*/ 0 h 4393308"/>
              <a:gd name="connsiteX2" fmla="*/ 3284621 w 3284621"/>
              <a:gd name="connsiteY2" fmla="*/ 3448155 h 4393308"/>
              <a:gd name="connsiteX3" fmla="*/ 2529949 w 3284621"/>
              <a:gd name="connsiteY3" fmla="*/ 4374107 h 4393308"/>
              <a:gd name="connsiteX4" fmla="*/ 2339477 w 3284621"/>
              <a:gd name="connsiteY4" fmla="*/ 4393308 h 4393308"/>
              <a:gd name="connsiteX5" fmla="*/ 0 w 3284621"/>
              <a:gd name="connsiteY5" fmla="*/ 4393308 h 439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4621" h="4393308">
                <a:moveTo>
                  <a:pt x="0" y="0"/>
                </a:moveTo>
                <a:lnTo>
                  <a:pt x="3284621" y="0"/>
                </a:lnTo>
                <a:lnTo>
                  <a:pt x="3284621" y="3448155"/>
                </a:lnTo>
                <a:cubicBezTo>
                  <a:pt x="3284621" y="3904900"/>
                  <a:pt x="2960639" y="4285975"/>
                  <a:pt x="2529949" y="4374107"/>
                </a:cubicBezTo>
                <a:lnTo>
                  <a:pt x="2339477" y="4393308"/>
                </a:lnTo>
                <a:lnTo>
                  <a:pt x="0" y="43933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0AA0A21-9643-792E-B40A-5DB89874EBD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99627" y="2583005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4B5D46-5C52-2DA2-8089-EA46733694B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71558" y="2528003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504FA2-31FE-468B-69A7-13D5BA10A66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7" y="2846802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356F2BD-7A25-B79B-656B-55AA898FA3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99627" y="3545436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08D75F3-D873-218C-C569-C3DBD13C44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71558" y="3476717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37C09B9-3E6B-9A4E-4AA0-F5217106EA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7" y="3795516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47D3529-314A-3D85-945A-77F8AFC105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99627" y="4507867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CBE0DD6D-C751-78D6-C3E6-B5A77EC802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71558" y="4425427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DDB38E9-51B6-8E45-20E9-889F943BBB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1557" y="4744226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79B2345-6BEF-29F4-02D1-5CE78871AB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99627" y="5470299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4751958F-7DE9-CA8B-AD8C-3B50910872C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71558" y="5375724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FC535E19-3BFE-726B-0921-3D3C814BB8A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71557" y="5694523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13182C9-E43B-4F41-1699-C6BD1ACD7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9C277D2-123D-59B7-B6D8-233FA49BB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AE435D-BDC8-3958-F039-8FE4CF186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0484DEC-5F3C-C8B6-FF32-A87C00F2A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5497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71BB0B2E-198F-B445-B5B4-A2D4125BA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00352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94" y="664753"/>
            <a:ext cx="10404806" cy="1336218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28BEF0A-3979-E72C-A4EE-5F1F637674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153" y="2421470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20A46D8-C1DF-89B6-4A51-7FEB6D1AB1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8153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558D232-6427-2E85-B213-F223738026B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679357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0645D0BC-A9DA-E12F-8E3A-D92E84DFAE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79357" y="3805737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29BC67B-8DB8-ED49-A71F-203D191FFC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21374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5A65D9FC-079A-41A1-AD63-4FC557FAFE4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1374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35C612D0-E6BA-201C-B813-2AF097C445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63391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0A4EBF8-90AB-2AD7-7DE7-28533F6841D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63391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3E57881-0F22-B028-F6F5-D6CC95E7B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CDC47F-058C-1544-C172-0CF7FD50F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013B132-4B65-6444-B551-EFCA3C00F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9737AD9D-036B-D686-E1F7-D96BA9CE4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31C53475-91B5-C2EE-3B43-0929FF08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DD4FCC2-EFD7-465D-BCEC-F58C8C879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CC192184-488F-FD72-3C76-41CA9EA4F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4">
            <a:extLst>
              <a:ext uri="{FF2B5EF4-FFF2-40B4-BE49-F238E27FC236}">
                <a16:creationId xmlns:a16="http://schemas.microsoft.com/office/drawing/2014/main" id="{5842CD27-CDAB-FAF1-4CE8-A5000A356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77173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935411DC-B457-41AD-D330-F241093DB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19191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792ABE52-35D0-6CC6-55AA-1493BF6FB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61209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7177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8">
            <a:extLst>
              <a:ext uri="{FF2B5EF4-FFF2-40B4-BE49-F238E27FC236}">
                <a16:creationId xmlns:a16="http://schemas.microsoft.com/office/drawing/2014/main" id="{F219FF9B-2AB2-FF14-1C42-267613829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2886571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0DC9388-2CF6-5752-E430-B0454588A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4175909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1" name="Rectangle 48">
            <a:extLst>
              <a:ext uri="{FF2B5EF4-FFF2-40B4-BE49-F238E27FC236}">
                <a16:creationId xmlns:a16="http://schemas.microsoft.com/office/drawing/2014/main" id="{4800356D-3D68-4E92-38D5-018F74A5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5465247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8" y="481646"/>
            <a:ext cx="7016816" cy="1642534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5BA2974B-49DF-3651-519D-5AB366F004D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4210774" cy="6858000"/>
          </a:xfrm>
          <a:custGeom>
            <a:avLst/>
            <a:gdLst>
              <a:gd name="connsiteX0" fmla="*/ 0 w 4210774"/>
              <a:gd name="connsiteY0" fmla="*/ 0 h 6858000"/>
              <a:gd name="connsiteX1" fmla="*/ 660400 w 4210774"/>
              <a:gd name="connsiteY1" fmla="*/ 0 h 6858000"/>
              <a:gd name="connsiteX2" fmla="*/ 1028700 w 4210774"/>
              <a:gd name="connsiteY2" fmla="*/ 0 h 6858000"/>
              <a:gd name="connsiteX3" fmla="*/ 3466332 w 4210774"/>
              <a:gd name="connsiteY3" fmla="*/ 0 h 6858000"/>
              <a:gd name="connsiteX4" fmla="*/ 4210774 w 4210774"/>
              <a:gd name="connsiteY4" fmla="*/ 744442 h 6858000"/>
              <a:gd name="connsiteX5" fmla="*/ 4210774 w 4210774"/>
              <a:gd name="connsiteY5" fmla="*/ 6858000 h 6858000"/>
              <a:gd name="connsiteX6" fmla="*/ 1028700 w 4210774"/>
              <a:gd name="connsiteY6" fmla="*/ 6858000 h 6858000"/>
              <a:gd name="connsiteX7" fmla="*/ 660400 w 4210774"/>
              <a:gd name="connsiteY7" fmla="*/ 6858000 h 6858000"/>
              <a:gd name="connsiteX8" fmla="*/ 0 w 4210774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0774" h="6858000">
                <a:moveTo>
                  <a:pt x="0" y="0"/>
                </a:moveTo>
                <a:lnTo>
                  <a:pt x="660400" y="0"/>
                </a:lnTo>
                <a:lnTo>
                  <a:pt x="1028700" y="0"/>
                </a:lnTo>
                <a:lnTo>
                  <a:pt x="3466332" y="0"/>
                </a:lnTo>
                <a:cubicBezTo>
                  <a:pt x="3877476" y="0"/>
                  <a:pt x="4210774" y="333298"/>
                  <a:pt x="4210774" y="744442"/>
                </a:cubicBezTo>
                <a:lnTo>
                  <a:pt x="4210774" y="6858000"/>
                </a:lnTo>
                <a:lnTo>
                  <a:pt x="1028700" y="6858000"/>
                </a:lnTo>
                <a:lnTo>
                  <a:pt x="6604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FE3AEC9-EFD5-752C-B069-C72EB6BC68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76360" y="289026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F9B8F46-AC0B-8FA1-C523-CF07533604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71558" y="2826851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4C1C2E9-CE9E-CB42-8A96-9163BED4027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7" y="3145650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93FF2F-B192-CE88-DD52-228CC59E68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6360" y="4173480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341B4613-7F18-F348-A0D5-1A6F1E22A6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71555" y="4103192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96AABFD-E1D2-F043-514A-DE1FF59810C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4" y="4434691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96F6E1F-8FDA-954E-935D-511AD1C1C3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76360" y="546509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FCF7760-891C-DE83-4D8A-42471D9674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71555" y="5375953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9CF86D2-5E53-A8AE-8C23-3A6D4607E88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1554" y="5705922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B4B489D2-4AE6-F4D6-9934-750DACF527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E49C402-28ED-C05F-9B69-1D2B67A10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FD68EAB-FDC4-C6A2-ADBB-1C2A4C0B1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987C3128-989C-3D0C-C502-4AEEE57A2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000626" y="8950"/>
            <a:ext cx="0" cy="684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44B57F24-6A05-F896-ADC6-5E62E1764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6346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05650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411AC7-7C73-0770-E586-60D7DF67D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9A02A4-90B2-F621-2C48-053856927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2197B5-4EE8-CC14-4097-04B951FD9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6642437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8C5D408-FFA2-C974-5FEF-CC27E5CC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ACDBC60-5DF7-DE99-0EC9-EBE53A356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36DCDC3-178E-8B95-7074-DE6CCA64F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CDAA91D8-83E5-F6A5-73F7-332B82EF9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21357E9-5725-711B-9A81-C74A9E58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5169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68B94C1-75B8-863F-960B-8786E9F6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6F973C8-8AF3-68C3-3AD0-FB5CD9ECA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B8209AD-BB7C-894A-7EE2-639C0FC37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4193EBB3-CE5F-A8BE-28F8-FC0734E92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196F95E7-D1CA-3B84-305B-BF7A68286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56222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8D387AC-5041-4BBD-7A52-6E3AE9E5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385A3C-B30C-0D20-0384-965032C54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3BB09-562E-C7FE-E47E-94C117C17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018DAF8-7D84-87BB-5E5A-4E2B4E47C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F8DD68C9-ACCE-74DD-5873-5F94A7E75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71846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3B652D-563A-C94A-A80F-37E30BB0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B469B7B-575C-C7B6-33FA-91A14DEF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084A6E-E5C4-0F80-C9A8-1A03B598C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3A4E4F4-19A2-02D9-2198-CCD4837C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0E658B9B-3A7A-CA54-A5EF-D656D0A1F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7121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A82AABF-6C46-C7AD-A4C0-E45FB6194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4015" y="1597866"/>
            <a:ext cx="9758710" cy="357025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CB038B6-4602-D699-13D8-B547493FE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2F764CB-3F63-304F-B1A6-306F5B150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2152872-FA9B-0540-760C-C649EEBA0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9E7F9F25-6C66-45A9-994C-15E946ED2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2610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2">
            <a:extLst>
              <a:ext uri="{FF2B5EF4-FFF2-40B4-BE49-F238E27FC236}">
                <a16:creationId xmlns:a16="http://schemas.microsoft.com/office/drawing/2014/main" id="{A37C7A4F-3518-6695-ED4C-3D6F39E8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5853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18914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D56CB-7729-4F9B-B383-5D5EDD1C4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9821333" y="4558433"/>
            <a:ext cx="2370667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39E53A78-6591-EEDA-1DFD-F106ECC52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21333" y="4558438"/>
            <a:ext cx="2370667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5ADCC5-3878-853E-8614-59CF8B2810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08" y="837382"/>
            <a:ext cx="7837069" cy="3696518"/>
          </a:xfrm>
        </p:spPr>
        <p:txBody>
          <a:bodyPr anchor="t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99E747C-251E-F759-ABCD-CD941BA33A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1208" y="4648199"/>
            <a:ext cx="7837070" cy="891581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031AA0C-A2A7-B56D-9661-B2A56DD37D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" y="5730282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8A332-DECC-D8DD-0E19-762C6FFB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EB1C08-1A28-5224-563E-C8AF24A3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529DAF-CFD3-BC3E-C570-099DAEEB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C113ED2-FAFE-A686-C43C-7C104C28E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580C5C3-0FF4-BA92-445D-48CC4C54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AB71EF6-F4ED-6CD6-E0C2-EAB75D0F0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3" y="0"/>
            <a:ext cx="2370665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24268F0-A8A4-E399-5FC5-6384B8BD9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35107" y="-1"/>
            <a:ext cx="2356893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AC4EA9-78A7-EDEB-A4B1-0E44AB226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1" y="2456493"/>
            <a:ext cx="2370668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ACCD3CEE-6646-969D-7160-69226A1B7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0444462" y="2810904"/>
            <a:ext cx="1124412" cy="2370664"/>
          </a:xfrm>
          <a:custGeom>
            <a:avLst/>
            <a:gdLst>
              <a:gd name="connsiteX0" fmla="*/ 600765 w 600765"/>
              <a:gd name="connsiteY0" fmla="*/ 0 h 1266628"/>
              <a:gd name="connsiteX1" fmla="*/ 600765 w 600765"/>
              <a:gd name="connsiteY1" fmla="*/ 1266628 h 1266628"/>
              <a:gd name="connsiteX2" fmla="*/ 508593 w 600765"/>
              <a:gd name="connsiteY2" fmla="*/ 1257336 h 1266628"/>
              <a:gd name="connsiteX3" fmla="*/ 0 w 600765"/>
              <a:gd name="connsiteY3" fmla="*/ 633314 h 1266628"/>
              <a:gd name="connsiteX4" fmla="*/ 508593 w 600765"/>
              <a:gd name="connsiteY4" fmla="*/ 9292 h 126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765" h="1266628">
                <a:moveTo>
                  <a:pt x="600765" y="0"/>
                </a:moveTo>
                <a:lnTo>
                  <a:pt x="600765" y="1266628"/>
                </a:lnTo>
                <a:lnTo>
                  <a:pt x="508593" y="1257336"/>
                </a:lnTo>
                <a:cubicBezTo>
                  <a:pt x="218339" y="1197942"/>
                  <a:pt x="0" y="941126"/>
                  <a:pt x="0" y="633314"/>
                </a:cubicBezTo>
                <a:cubicBezTo>
                  <a:pt x="0" y="325502"/>
                  <a:pt x="218339" y="68686"/>
                  <a:pt x="508593" y="92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604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3184A5B9-E2EB-CB8F-9FCE-B435678BB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3696527"/>
            <a:ext cx="2254248" cy="3163005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BEF628E3-8F76-0E9D-3DEE-A459731EF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937750" y="5736197"/>
            <a:ext cx="2254250" cy="1121803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94A9AA8-C219-474F-E074-634356B77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837382"/>
            <a:ext cx="7837069" cy="3696518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2979924-61C7-4C37-EAF2-46A0A2A2D1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48199"/>
            <a:ext cx="7837070" cy="10428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946F423E-A433-4DDE-A3C0-3165FE754F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225" y="5883110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24AAE30-F15B-1702-BB62-5EF514C3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3F5C5-ED4D-E322-2AF6-F166C684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3C27666-6814-D528-A7CD-540241E7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75F1C151-830E-3940-1AE4-FB8D2BD62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219F9CAC-9EAC-C1A6-0F7E-3F8E87DFD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173937D-CDC9-73E6-6B3E-2447EC17A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1"/>
            <a:ext cx="2254248" cy="36949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CBC384E9-DFB8-C4B8-FD41-571F33CD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7750" y="-2"/>
            <a:ext cx="2254250" cy="369651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648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B97416E4-EDCD-B6B0-871B-59B523934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: Shape 59">
            <a:extLst>
              <a:ext uri="{FF2B5EF4-FFF2-40B4-BE49-F238E27FC236}">
                <a16:creationId xmlns:a16="http://schemas.microsoft.com/office/drawing/2014/main" id="{E2D01E03-0AE5-38F7-B2E7-A561D2D8E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F6DBF5FB-1D7F-AA76-089E-78475F22B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: Shape 59">
            <a:extLst>
              <a:ext uri="{FF2B5EF4-FFF2-40B4-BE49-F238E27FC236}">
                <a16:creationId xmlns:a16="http://schemas.microsoft.com/office/drawing/2014/main" id="{44A1C6DB-DBF1-64FE-805A-746B1CA7C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7D558E-B648-BBEB-46E0-F39608643F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25650" y="1122363"/>
            <a:ext cx="8140700" cy="23876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764C513-A87E-FCB7-156B-282EBAF019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25650" y="3602038"/>
            <a:ext cx="8140700" cy="88106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D9CC7D7-743B-85D5-5C99-E91249AF7E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981200" y="5793918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A3A1DD-04DE-1541-1FFF-3A707AF5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7C9CB-6FF6-0287-178B-6CADEEB9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84A680-FB9E-E42D-DDAA-5791A07B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B3A19901-5D82-7B65-7782-E6852337B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8F412048-B308-2DFC-686A-6DA382617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EA419E24-8272-CD51-84D8-E7CA5E6F7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Freeform: Shape 9">
            <a:extLst>
              <a:ext uri="{FF2B5EF4-FFF2-40B4-BE49-F238E27FC236}">
                <a16:creationId xmlns:a16="http://schemas.microsoft.com/office/drawing/2014/main" id="{FC750F5C-AF95-4BA8-1FF7-DF14E175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8EB19805-760B-FC22-27FF-2642CF681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16723D4D-CE24-1BFA-381F-67A51CF4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EDD86B10-8265-2F8F-A1C8-E1C52EB8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id="{4EDA9D06-9457-35FD-607C-E7105181A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7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6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9885F5-BCBD-1B93-4BD0-913F4539E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1973" y="3986909"/>
            <a:ext cx="11288052" cy="1331597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044FD8C-6C45-EC5E-5CA3-79C3C87BF8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1973" y="5416550"/>
            <a:ext cx="11288052" cy="61595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99621" y="964"/>
            <a:ext cx="5578791" cy="3888401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E6436228-797E-53A8-A7F9-52AD1B8E0F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1973" y="6087722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4172-860D-1647-047C-C3738A9C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F49D81A-40A1-67EF-AB98-6D6B470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469B88-8070-4714-51D1-F43A0AFE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A13429-7FDC-7187-2143-8A9EEDD8A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93548" y="-195013"/>
            <a:ext cx="1957956" cy="23479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4876CF-E930-1022-BFB1-83127357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7597" y="3"/>
            <a:ext cx="2351132" cy="117001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63CC7-EA2E-97AB-5E20-B44890F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03865" y="1754093"/>
            <a:ext cx="1940257" cy="2347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A88D6-0F39-DB96-BA62-7586959D1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544101" y="-198088"/>
            <a:ext cx="1954953" cy="23511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3202E-A252-90D1-ED83-5D7FB9C4F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1501" y="1746727"/>
            <a:ext cx="1940259" cy="23510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B2E8D-ECD5-FF51-A5CA-5FB0750D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4974" y="1743143"/>
            <a:ext cx="1933202" cy="2351131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BE33DCB4-EBE4-F9F4-40E1-A1109F436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53534" y="22400"/>
            <a:ext cx="1960861" cy="191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9D37B0-DB36-8B46-3EE5-848EE070F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65341" y="1968544"/>
            <a:ext cx="1937248" cy="19160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49AE85A-7CA3-CA3E-CAC1-2D64B4689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0263835" y="1970054"/>
            <a:ext cx="1940259" cy="1916066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14256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7621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43FFF1-DDFA-80AA-76D1-22BD8FF1A0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32261" y="482261"/>
            <a:ext cx="5828395" cy="3987800"/>
          </a:xfrm>
        </p:spPr>
        <p:txBody>
          <a:bodyPr lIns="0" tIns="0" rIns="0" bIns="0"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507D3A1-9DD8-7489-4AF4-BA29A6CDB4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2260" y="4625351"/>
            <a:ext cx="5828396" cy="89167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64491" y="1339850"/>
            <a:ext cx="3762007" cy="4905375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0F3AF08-58B8-1240-DC7F-D213996B2A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671050" y="5982369"/>
            <a:ext cx="1589606" cy="266701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AC3F6DD-F963-7D20-7D44-A9471028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D3E5DEB-74C0-2DEA-0038-2F004421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FCC32E-F87E-343D-5B5C-6507310C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0E8E679-660F-5B58-91D7-9E0CDF0AB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-3"/>
            <a:ext cx="1360674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587E180-57E3-C8FA-E365-AB365B7F4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7937" y="-5"/>
            <a:ext cx="1352738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2F644D-1D4F-6486-A506-5B5A7BE49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2232018"/>
            <a:ext cx="1360677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Freeform: Shape 9">
            <a:extLst>
              <a:ext uri="{FF2B5EF4-FFF2-40B4-BE49-F238E27FC236}">
                <a16:creationId xmlns:a16="http://schemas.microsoft.com/office/drawing/2014/main" id="{155A9F5C-6C2B-B9A0-9DF2-D4B82FBE6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471537"/>
            <a:ext cx="1360678" cy="677127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6B928C87-B3CE-A38B-38D7-B0948D3E4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-2" y="4148664"/>
            <a:ext cx="1360677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1F867251-402A-C2DE-7D05-B8E48B7E7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4148663"/>
            <a:ext cx="1360678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34332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814480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72139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1C19B4F-DFB6-9576-9DF4-96FE43A1EC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0628" y="482261"/>
            <a:ext cx="5824186" cy="3987799"/>
          </a:xfrm>
        </p:spPr>
        <p:txBody>
          <a:bodyPr lIns="0" tIns="0" rIns="0" bIns="0"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99BC2BC-8A72-7BB8-D8C8-CB385D30BB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0628" y="4640704"/>
            <a:ext cx="5824186" cy="87632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EC403ECD-0E61-4F10-7162-E98E5D2C68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10629" y="5978808"/>
            <a:ext cx="1737322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5818" y="1331046"/>
            <a:ext cx="3772303" cy="4914460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742842F-049E-5CE5-521C-3D7CF466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7807E5-619C-C6C7-6226-8A9540B6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73A478-35CD-870F-0A0C-AD044CED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F5FF0307-7223-2A57-49F7-205DFC3C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AB33DB86-5F38-0CF7-F613-511E8B1B1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B297F7B8-C42C-1B4A-C596-DA900418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3CDB4C82-C1F2-7A31-B0C0-EC7A16E8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888" y="3428999"/>
            <a:ext cx="1366047" cy="71966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D03B5295-1DAD-F67E-A9D1-1EDDEDAE0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5" y="4148664"/>
            <a:ext cx="1365981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C681F86B-1EB2-1ABD-11BE-7405C317D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65980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0604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22365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30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06802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98427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50334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54764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80042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8202" y="2558836"/>
            <a:ext cx="6735597" cy="2536289"/>
          </a:xfrm>
        </p:spPr>
        <p:txBody>
          <a:bodyPr lIns="0" tIns="0" rIns="0" bIns="0" anchor="t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06148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16038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32509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40B915B-DDF9-DD98-A561-3684DEE3834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25807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202" y="2160856"/>
            <a:ext cx="6735597" cy="2536289"/>
          </a:xfrm>
        </p:spPr>
        <p:txBody>
          <a:bodyPr lIns="0" tIns="0" rIns="0" bIns="0" anchor="ctr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16029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8F1E9F-8DC0-3F47-3713-0A6BECA4A2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2963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229F71-3CE4-1A56-A454-B19344890E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12F71417-AF87-8BCD-86C2-D6D8455F67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F0D168-760E-3567-B5E3-6EB79B152A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1805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0ECA0-C9A9-7F6F-DDEE-49117E596C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B9C6248-FAAF-2686-9707-F8099CFE54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9235EC0-5363-881D-ECDD-99F8343231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94871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787FA2C-E603-94B3-BA10-F664570584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7664AE50-9F09-679F-6A2C-FCFE2305B0F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091BDB1-D06A-F20F-BD0A-FA4BEE12E6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963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4B2A11E-0D27-4D46-A91D-448866797E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ABE6E289-1987-1965-BF2F-9BA862779B9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5A2DADA-11CE-0CFF-67A5-C675A9F797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1805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9CDCE3-2BC6-3295-3B7D-D64BF96C54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CD76792D-C530-0E2F-8D16-3B89EFFB4FF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36CB067-7239-D038-646D-52E7105AE7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4871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BA33470-6404-0E70-04B0-CDCAA18D43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068F9459-BC8A-0B9B-0553-20FAA0BDB905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687739-4F1B-4886-C248-53466C296513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81410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6F79B09-7D88-8381-B406-AFD71843F9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000" y="2197099"/>
            <a:ext cx="10504000" cy="37741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5D5E2D8-F574-39FC-A2DB-A1AE4B96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74751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47703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23949A-41F3-9274-96B9-AE55D20E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73CEA9-5FE2-4144-7BCF-29CF17143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3246-8EC0-8C70-3F45-8768D7C5F7C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650C69B-A152-BD06-9047-9F7118B5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912CA5-005B-5D63-2624-E78C51C2E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693E4553-C52A-1094-51E7-50535E769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19C42F7F-708C-263A-B3B6-00E85FDE0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2D9E626-EA86-5127-0C73-7BCA5CC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: Shape 59">
            <a:extLst>
              <a:ext uri="{FF2B5EF4-FFF2-40B4-BE49-F238E27FC236}">
                <a16:creationId xmlns:a16="http://schemas.microsoft.com/office/drawing/2014/main" id="{E36196F9-2EDE-D6C7-C18F-0CA6607F6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07382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424940"/>
            <a:ext cx="10515600" cy="1325880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143AB-871B-A40A-4ABF-203E3630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00" y="313467"/>
            <a:ext cx="11554400" cy="55070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213731-C6F5-8BF4-CFFA-DB6F3E7C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518267-D602-CAB2-16AC-CF280D7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6B0E37-DA37-08EC-5352-201C440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8144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7031" y="977462"/>
            <a:ext cx="6357939" cy="1639640"/>
          </a:xfrm>
        </p:spPr>
        <p:txBody>
          <a:bodyPr lIns="0" tIns="0" rIns="0" bIns="0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179A78-77A7-2005-19C5-C07E817A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030" y="3178628"/>
            <a:ext cx="6357939" cy="284745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050"/>
            </a:lvl4pPr>
            <a:lvl5pPr marL="182880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D3A9C5A-2E4F-8513-3BB5-484AF6AB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71FE74-F4ED-F522-8E6C-987B7D92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4DB04A-B800-A67D-2202-5E3127D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8FE1527-C73A-10FD-DC23-1B90C0C20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594723" cy="121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606E1E0-F3DA-894A-2D3C-A22A48141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218702"/>
            <a:ext cx="592750" cy="3553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37B66F-8A88-B401-B56A-B1819D1B7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72126"/>
            <a:ext cx="592750" cy="20858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8B4A883-7D2B-B3A4-E71C-97A5282E4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-1"/>
            <a:ext cx="589758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33DD5763-4396-FB3F-84CF-397FE27E1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5880326"/>
            <a:ext cx="592750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79FFE37C-246F-C521-201C-7A3929C7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606189" y="0"/>
            <a:ext cx="593702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03D9D30-3DEA-8443-E734-46EB19A6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92" y="2076566"/>
            <a:ext cx="589753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CFF138E9-CABA-E863-0725-2AF946DDF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5633579"/>
            <a:ext cx="589755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09168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0BBEF3D7-DB5B-7581-44D1-A96990F4C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Freeform: Shape 59">
            <a:extLst>
              <a:ext uri="{FF2B5EF4-FFF2-40B4-BE49-F238E27FC236}">
                <a16:creationId xmlns:a16="http://schemas.microsoft.com/office/drawing/2014/main" id="{AA1200B2-C1B6-992C-FCB0-92D95EFEB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F37E9B1-B103-4DC6-4C5C-CBAE64410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69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CE39DDF-DFF5-AB6F-F487-951C570FC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7BD2-62D0-543A-E4EC-DB0D7C8A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2385976"/>
            <a:ext cx="5464817" cy="24547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0CB7A08-999A-FAF6-CC22-3A805F79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1001B33-CCD1-56DE-1347-50FE52B4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5BA3F666-FC83-4A06-E2D1-F54F36EE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3562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1706AB-E4B8-078D-026D-990252BF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2258568"/>
            <a:ext cx="6077527" cy="355701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DBBEFEB-B716-AD6B-320D-005C214A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24575B1-A0F2-12EE-BB19-CB6ADE8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431A50-B82F-CFF9-D038-8C4456D0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F11A17-6EB4-B345-9C96-E6F438C8A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3B3BEDEF-57A1-D087-1E15-6B0456EC5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1370119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0E338B6-58A3-91A4-F5EB-CD40D614F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AD26084-EDDC-61FF-5474-7DF349CC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72089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F18FE0-442F-6AE0-4A34-0A68895F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1109587"/>
            <a:ext cx="6077527" cy="46388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DC0C90B-196D-619B-00AC-36C5F6C0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64F9FBE-A6F5-09E6-684B-233C0D23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451D253-EA22-2614-2FD1-DC0FEB26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6832F4-CE37-2BF9-DDF5-11B7ABE0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394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: Shape 59">
            <a:extLst>
              <a:ext uri="{FF2B5EF4-FFF2-40B4-BE49-F238E27FC236}">
                <a16:creationId xmlns:a16="http://schemas.microsoft.com/office/drawing/2014/main" id="{7DBA236D-4EBB-E514-DF68-7891C120A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-229131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191311-3AF4-ADF9-7C92-3ED08ED5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7C5B45-BE42-B3FC-6515-F1F37CCC2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97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90488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DD1C0B-8CAB-7B69-0068-FA66F2AC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874923"/>
            <a:ext cx="6077527" cy="4940661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C4E1284-6ADD-36BA-D939-FD3B6B69F2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EEB4352-9E14-63F9-D5BD-0659C3CC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A0B020-52CF-C931-68F6-A67EAB11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16">
            <a:extLst>
              <a:ext uri="{FF2B5EF4-FFF2-40B4-BE49-F238E27FC236}">
                <a16:creationId xmlns:a16="http://schemas.microsoft.com/office/drawing/2014/main" id="{274252EB-C02E-C37B-E2A2-ABBFED742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Freeform: Shape 17">
            <a:extLst>
              <a:ext uri="{FF2B5EF4-FFF2-40B4-BE49-F238E27FC236}">
                <a16:creationId xmlns:a16="http://schemas.microsoft.com/office/drawing/2014/main" id="{66E27A39-E979-7436-99F0-9EE45FC8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Freeform: Shape 19">
            <a:extLst>
              <a:ext uri="{FF2B5EF4-FFF2-40B4-BE49-F238E27FC236}">
                <a16:creationId xmlns:a16="http://schemas.microsoft.com/office/drawing/2014/main" id="{ACA57297-62CA-9D0A-0CFD-396A7514D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389D975E-EBA4-68ED-C38F-B40A2C9D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4264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46B297-C880-6157-3B17-0BC02453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31919"/>
            <a:ext cx="6742545" cy="5194161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ECDA90-A26B-C002-52AC-C255703344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7998B-12FC-4418-98A3-E280DFBA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562A23-051B-C681-23C4-7436AC39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9702558A-53E4-8EAB-6E0F-09871DB4F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D9D4F1C-0061-C3CC-D460-24FDA6B88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E74AEB5-27F7-D3F7-353D-F0C293E28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038BAB3B-0C8B-44FB-985D-D01959AF8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57189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>
            <a:extLst>
              <a:ext uri="{FF2B5EF4-FFF2-40B4-BE49-F238E27FC236}">
                <a16:creationId xmlns:a16="http://schemas.microsoft.com/office/drawing/2014/main" id="{F32ACEC3-9042-9CA8-6E03-E51EC9B0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C406346C-7029-3258-5052-CEF732EAE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1525127B-EAD0-C6C2-5539-A82B684A5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0AD2D883-EB46-4708-231E-8E06FFCC0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1700B-05FA-57C3-2F6D-E68122FE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A9F9493-409B-15D0-BE96-3C506B18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1E01870-8427-A77F-33A2-524EAE9E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0307E41-6967-98D0-2B22-C44AADD6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4559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CE92327-3D7D-91A2-CBCF-20D784881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611E7B7-7FBD-C6BE-4220-4A9AFC269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94C599F-AFDE-9701-5E41-913EF170A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6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4ECD-4494-EA14-631D-9D60BF41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6979BA07-7690-B8B0-F566-619EBF2C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B42A884-4919-DB12-4A6A-A0629C84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0A143ED-F5E5-1F8B-C749-6CB1442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72328280-7591-87BA-48BC-57154E8F9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E2E09B4-079D-3AC2-569B-351AC77F3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6952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>
            <a:extLst>
              <a:ext uri="{FF2B5EF4-FFF2-40B4-BE49-F238E27FC236}">
                <a16:creationId xmlns:a16="http://schemas.microsoft.com/office/drawing/2014/main" id="{67A2B41B-7B73-7F7C-BDE4-B64E367EF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ECD5DF8A-9681-079A-0E04-84852AD0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26C698D-FB25-B1C4-B155-8945F760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DCB0DA2-1A73-EDEF-65E1-746EFDD23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9BD555F-4F6F-4781-E21D-653B87345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1" y="2187607"/>
            <a:ext cx="10504000" cy="182334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B0601-C34C-BDF8-8583-9991A91F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4202973"/>
            <a:ext cx="10504000" cy="14986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5F96EBD-A9C3-5CC5-2542-574F1140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8FB8D1-F05B-FD90-FBC8-67149E0F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84F2-1BC7-D2C7-0CEC-21588919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1407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AB4555F-BCE5-B734-1A0A-7B68F143C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9458D0-3685-F716-1340-4CA2129F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49" y="2698033"/>
            <a:ext cx="4040595" cy="295742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5FDF597-FAC1-BC65-1C5C-5C7AA57F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8CF5147-075A-42DE-BA84-4D53ACCB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966F281-4FB2-63EB-5F87-0CE9630E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FB09EC07-8CA4-4E29-5495-97F9FF909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7907203D-D192-301A-C181-9D4573A85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C631F856-0C45-8546-C095-0C0B6F379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924F2AA6-5AE1-A2E0-1742-8C420548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05182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155CA260-60C6-0862-8D37-67F8B32D7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5" y="2698032"/>
            <a:ext cx="4040596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4AD2F-D082-4D53-364B-2AB7F22C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3427FD-24F0-2A8C-4797-41345DBC146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5F9FEB-4B22-C769-CFAF-F6CF37A5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8B32F-8DE7-DA38-22D9-A4AB011E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reeform: Shape 16">
            <a:extLst>
              <a:ext uri="{FF2B5EF4-FFF2-40B4-BE49-F238E27FC236}">
                <a16:creationId xmlns:a16="http://schemas.microsoft.com/office/drawing/2014/main" id="{4FEF3EBE-C792-9A19-4F3A-11F8E8521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Freeform: Shape 17">
            <a:extLst>
              <a:ext uri="{FF2B5EF4-FFF2-40B4-BE49-F238E27FC236}">
                <a16:creationId xmlns:a16="http://schemas.microsoft.com/office/drawing/2014/main" id="{32DD04BE-0EC2-B435-EC39-F70F0B4D4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Freeform: Shape 19">
            <a:extLst>
              <a:ext uri="{FF2B5EF4-FFF2-40B4-BE49-F238E27FC236}">
                <a16:creationId xmlns:a16="http://schemas.microsoft.com/office/drawing/2014/main" id="{C7346FF1-1F4E-6102-72E8-B661677DE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Freeform: Shape 18">
            <a:extLst>
              <a:ext uri="{FF2B5EF4-FFF2-40B4-BE49-F238E27FC236}">
                <a16:creationId xmlns:a16="http://schemas.microsoft.com/office/drawing/2014/main" id="{281C9290-51EF-B467-0F94-917BE4AB6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04666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161B8709-B6C6-B6A2-8039-23E2746AC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3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CE8CAE3-17FA-FA2A-D6BF-43BBD09B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BCF6BC28-50F8-F181-0051-83FAF05643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269C55-855F-A8C7-5284-8ADFEC54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4DC330-9F30-20C2-60AD-2F0AD287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BA67A5-F86C-E56E-2CA5-913F58D0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1D8A0EC4-4B8F-427F-7E90-7A7BCDFFE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7710114B-0C3A-98B0-CCBD-1242ACA3F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0F1B5886-DB08-F251-544B-FA1B14D51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0BA04B21-2519-6018-CD0C-897EC7ACF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20233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D37751-87A6-2102-5FE0-13CF0475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064" y="2050473"/>
            <a:ext cx="4522936" cy="39527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7C7EDD-DB32-06EC-F820-BCF6715A244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C55F9D-1F89-7C43-F3C5-6A855F82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A576E1-43A8-DA10-8404-0BA92AFB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4774B974-C60E-962D-A2BF-A8D91844B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ED7D40-86A1-ABCA-9230-F31126FBD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644CC40D-4D0B-8820-3E77-FF38C10EF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F876AF74-00A8-A58C-C900-156CB37EC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58406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87664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6A5C8C-1C5F-8F3C-7273-ECFA2686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491" y="2899064"/>
            <a:ext cx="4572000" cy="31270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49D7FA6-EF6B-01F5-1B41-77B0DC79D0E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C0937A-F86B-C55A-CAB8-2F846105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1334FA-8FF3-5A9F-F579-96C33FF3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7A021801-1E66-C93E-CA81-2F4A5B6D0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DE776DA-FCE8-B4E5-0C47-C09678BFF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850E7C7-C469-6C82-35B3-A4D50FA38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BDD13537-C329-9582-A499-5B198F35C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83768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8022B9-94F3-E71A-0D00-132BBF9A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0" y="2595418"/>
            <a:ext cx="3423200" cy="340775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22A4C20-C591-B7BA-88A2-EE4295E42B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90BD26-2598-EE89-F73A-1685B739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882322-2806-6BFB-ACF1-EB3E6930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A7FA8BD1-9A20-5381-CC5C-A27497B1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FCD0DE49-3A7C-EE4C-61A3-FAF4F1B2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67B11D7-CD08-FAED-9296-480025235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50CF2599-B950-2167-E974-CC7481C78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75679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anchor="b">
            <a:no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4DE6-EAC2-AC37-0397-9528F6C5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2540000"/>
            <a:ext cx="3423200" cy="34860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8F2FDC-C562-B34A-6571-DC327742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8CD5EAC-3346-2E3B-3C1B-E978B8BD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21974C-11FF-808A-131E-5B13E74A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69F1C76D-67DE-DFCB-797B-209A9222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2D7E2290-C841-FA30-B540-94E323C37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8CB2567-FE22-5916-E6EE-BF2E420C8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061982EF-A562-8BFF-583D-EB011D564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70885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3DB3FE-F7D2-E449-4412-979DFDADD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52" y="2992582"/>
            <a:ext cx="3273553" cy="29310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3F9524-AF16-7B88-FD0F-5D85D35D402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09F231-51ED-DDB0-9D71-BF8956AA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04408D-81FD-E507-7BBD-A8D6584E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697E7E97-2AF1-DCEF-1577-E6BB3BF3A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E9317DCD-DD5B-9395-5430-ADD837B16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FD993BD8-30E5-EFEA-32A5-68475D04F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AA84551-1089-1E65-5C17-6F400C1EA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71496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29A789-F42A-CE01-5134-E27AA7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7236" y="4509559"/>
            <a:ext cx="5750764" cy="15165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E6EE51A-242F-6B3B-BC3A-A775A4D3ABC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AF2934-39B9-625F-CE2A-760A04F0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A7CB57-5E03-8E25-767F-8320CC05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EDC08D2B-BE98-2387-126D-01CA1E351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DB9B957-9A7F-6030-9FD9-7190608C4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E30A39C3-B004-B36E-236D-BDD46BB5E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C16C57F0-678F-7C1D-45CA-3A0EEF6DA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591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8E2102-73F7-E059-C739-47418EA88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109" y="3785800"/>
            <a:ext cx="7357891" cy="2240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529124B-3B19-6FC6-9F79-A760D6CA945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173872-0F8A-92BB-60FA-06E41B05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982C76-6FB9-F3AD-FA15-0D32F3D9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9731B2A6-3038-F565-C577-E69DD5BC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A67BA275-E7E6-7053-A026-EB3872622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F446589-4583-8647-CFA5-49008F0B9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B5B742C4-F546-E27E-53EA-AC608C08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88850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37715F-06AC-F5A6-12CE-84D44B40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764" y="824389"/>
            <a:ext cx="7293236" cy="224780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A42EE36-6D78-ED96-BA7A-0AE1F0DD3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E381D81-8909-BE95-6F06-C0C32493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5B87E8A-0424-908A-2920-72BA97B7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F2F4F436-2885-E919-59D1-9F4B72461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19B02536-A5B7-CFE8-D253-CC3FCA173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99ACFEDC-62BE-1738-94DB-A9A84742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C3F2215-0CD2-E69F-A2BD-8DFCDB37B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39603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8C7461-314A-7430-6CA4-63A01F73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017" y="2081049"/>
            <a:ext cx="4108945" cy="394503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8C7D2F-9D75-2435-3CAF-B6029DA9EDE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94DE6-442D-DCFE-9025-59816725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CE053A-D84D-F068-2187-0593A6D6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481F23A8-0C6F-3F32-0B98-06736333D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C56C0F3-A0B5-A7A6-A072-97B2A5722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9D199749-F152-56FE-4504-73DF7E157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95BDD05D-8B5F-8B0A-B47B-E97C0D386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44465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71DC-86DF-2230-52AD-9440B5CB4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852883"/>
            <a:ext cx="5750764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162FE03-22B1-3FC9-D0A1-70C4C9B6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AD1C7F-699D-B975-BBB5-3F8AAE99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90F4F4-332A-7489-099F-649FE29D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69458B26-18DF-0F22-F73B-FBF0117A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29454459-F726-2777-3904-98ED4301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4AFF45CF-7D31-04CD-2EDB-8FBEADAE8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7EC0A88E-95E4-54C0-4C7B-90A8A6AD7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13890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C9BBE1-F163-BFCA-3F62-3189A30F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073" y="852883"/>
            <a:ext cx="6757527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1735F2-E2C8-9B6A-C3E1-C7B56CDE41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ABF240-AB8A-B851-60A3-07C17BF9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CE6569-5A00-FAA6-16A6-9CAC579A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D093A1E9-14E7-F1BD-8AD3-0926AC48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C082F9D-17F7-A6A3-6F59-395DBD040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0635C57-C6B6-95FF-FF70-8E4EC72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64C0BF67-AD24-8BA3-7BFE-4FC4B3109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15595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D0B43-8816-7247-6389-43D5551017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7E193F-93CE-A072-84E6-1413DA17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8423F9-4799-A3D7-1F4C-F18DF70A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: Shape 16">
            <a:extLst>
              <a:ext uri="{FF2B5EF4-FFF2-40B4-BE49-F238E27FC236}">
                <a16:creationId xmlns:a16="http://schemas.microsoft.com/office/drawing/2014/main" id="{88041669-6793-077D-9837-4A969A82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Freeform: Shape 17">
            <a:extLst>
              <a:ext uri="{FF2B5EF4-FFF2-40B4-BE49-F238E27FC236}">
                <a16:creationId xmlns:a16="http://schemas.microsoft.com/office/drawing/2014/main" id="{AC3F6980-A0AE-0D20-BB5F-49A002200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02937DA2-B26D-43F5-EA04-BE9925EF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EBDA1D10-E930-CB39-86A5-FA42DB422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840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FE8812C-E055-50E4-0169-A1950E62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6A94C-87F9-4135-8D16-E44AFA1F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E2A589-D2DC-84F9-7195-EA18408E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93E8DDA7-6F09-A45D-D2CD-D785473EF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Freeform: Shape 59">
            <a:extLst>
              <a:ext uri="{FF2B5EF4-FFF2-40B4-BE49-F238E27FC236}">
                <a16:creationId xmlns:a16="http://schemas.microsoft.com/office/drawing/2014/main" id="{67B1242D-E100-7A0B-1A2F-727DD9934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18569" y="-219375"/>
            <a:ext cx="312166" cy="7493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D3D4B49A-33A3-4552-3BC7-AFEDF4F56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-1971971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539B139C-807D-C305-EDA8-691E0DFB6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-590448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837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BFDC082-8545-4E14-11AF-FFBD6384E6D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FEC98-351C-9217-F32A-E626491D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528185-249C-C3DD-E678-AFBB8FFF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699D7479-A95C-B9AB-8F14-BDAE9D99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6AD101D-8188-88D0-9B81-9437DD5E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148622B-2A3E-B519-D517-B1227723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0B9E09DF-714D-90DF-B3AD-44EABE33E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085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0D95FF-5457-4897-C849-71357B0BD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FA8F0C3-BC6D-6591-CB4A-11D861FBC7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90E5DD-D445-87A5-7673-8A1F88BD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BBD032-D2AB-904A-8441-9141AC45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BB3875C-AB86-8E9A-4F93-9CCBB06B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B298429-8DA5-BFFD-51EB-A90E073B0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3C3643E2-FB9D-A282-05D4-4ADCA28D3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1D24C1E-2499-ECF1-B8DF-E0B4343EA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B0AE408-95C0-A98F-93FE-469A71B6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65707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FA7C22B-A89C-426A-2C61-A4248B0DB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372961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2744D9B-8B76-550A-34DF-7C3E89C14E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3EFFE-734C-E450-E89C-CA99223B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40393E-DBD1-6BA9-3978-D776FE47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A968107-B15C-8E6D-FE8F-5B9CF718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C74BB1-A215-A0A5-E737-8BCC4B63B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EBEFF781-B473-6F4A-B48E-4BDDBDA22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949D4-4863-4EB4-07B7-1DE490BE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66188E6-7A98-AC66-FEEF-2258A532A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14119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93AB473-5AA2-F8C2-52FE-444C26F55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B5C6304-7175-022B-6047-B7061B9529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01E0B-6390-6AEC-5C53-5D538E15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D45BA7E-BB20-C646-2450-F8562ED9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B1D2082-DF85-D231-9624-6372331F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3E5FC2-5685-46E9-2717-E0629E60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C526560E-0081-7213-2B8C-2BEC157A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A8E9E-14B4-DCD2-5039-79CFB3442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DBFDC890-4416-3434-05AF-08ECA9FC9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06948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50D50B0-843C-5B14-48D1-87F8D200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6ADB1-ED49-7629-9149-E16F9F0A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9AE49E-D511-6279-081B-4E86B48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D384D22-7069-5A9F-31CA-EEDEA8AAF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6AE04790-7C0A-5078-4BBB-C4DBA5633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5111550E-DD6C-68D9-796D-CC69B24BB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29EB5C97-94A5-1E7B-8EEE-F0194617F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92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0EAFB48-77A7-BA54-C30E-13615B2CFC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CA297-04CE-E894-0801-F7FA853E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02B948-797F-2EDF-6B6F-80E26357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37AA86A7-00D3-E74F-78A0-15D0D5E67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6BF3A7D-5E07-57E7-65BD-0684EBF6B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DC52BC5-949D-F72A-1862-B4C2DF8AD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64EF6841-D3F8-5018-9386-312A1A88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869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9DEA9FFE-FE2C-A2CF-6A54-6A11FD045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7F3191B1-5F85-BFE9-41AB-CC31EB42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1857FF-9996-86DA-9589-6D9F2E71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6B0CE-1E90-D91B-206A-1AAEF0D8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564268-0963-3A71-EC86-705E6E65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AFCBF-0E31-230A-60F4-103AA780A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15B40AB6-F47D-71EB-5487-2535D533C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880F52-3352-D5BD-BC6D-2567B22B1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93C49F-06BF-DE6C-456D-E415925B3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447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951C9BE-1BC0-DA0E-97D3-AEEBAEC8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2A408A81-CDF6-5FC4-EB66-DF74E6CD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4B2F785-3677-7806-7A3C-AB27487B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0792B4B1-A255-634B-7113-0BE8BAE88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3E17EB6F-9BB3-4A94-402E-FAD02B2C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B5C09CFD-5DB4-D507-3AC9-437BB1B64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4" name="Freeform: Shape 59">
            <a:extLst>
              <a:ext uri="{FF2B5EF4-FFF2-40B4-BE49-F238E27FC236}">
                <a16:creationId xmlns:a16="http://schemas.microsoft.com/office/drawing/2014/main" id="{3D77659E-88C7-E969-8E1D-2B9E7B0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31122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54F43-A159-C557-9E6B-CFF4F10369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669F11A-4BB7-E399-ADBB-0F360C06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6F30B9-EE4B-C493-7E8E-D3B0E35E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03AB0DEF-0DAF-10A0-D371-A2D5CFF30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CE00B65A-4DD3-A66E-7B7D-B1480BCB5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69C3029D-7FB9-5E45-82D3-D6A8844A6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BE1498E0-4720-9D5C-04B8-B5A8136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91044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21">
            <a:extLst>
              <a:ext uri="{FF2B5EF4-FFF2-40B4-BE49-F238E27FC236}">
                <a16:creationId xmlns:a16="http://schemas.microsoft.com/office/drawing/2014/main" id="{D0542117-0280-7EF2-981E-7EBEEA22B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077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0CA7D34-E67D-8E1E-D764-4EEF48B5F1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7242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F9C1CC2-757F-2074-A27F-0C3465D031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37242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Picture Placeholder21">
            <a:extLst>
              <a:ext uri="{FF2B5EF4-FFF2-40B4-BE49-F238E27FC236}">
                <a16:creationId xmlns:a16="http://schemas.microsoft.com/office/drawing/2014/main" id="{57B833E3-1027-D68D-486F-417BDE65BF4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5376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51119BFC-5232-31B7-0199-2BC44B1610E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4541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B52BFC0-79AE-E39B-C284-97D8EDBCA7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74541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21">
            <a:extLst>
              <a:ext uri="{FF2B5EF4-FFF2-40B4-BE49-F238E27FC236}">
                <a16:creationId xmlns:a16="http://schemas.microsoft.com/office/drawing/2014/main" id="{CF406033-2018-29A3-CCC9-6C9E44FD5D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14789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C3ED7ECE-1ADF-CD96-C30D-6F02AC54B1F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06435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12DF7936-36F7-44AF-D721-23AB6274392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06435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3EABF6-4EA1-0F72-47E7-E214CDBF7DD4}"/>
              </a:ext>
            </a:extLst>
          </p:cNvPr>
          <p:cNvSpPr>
            <a:spLocks noGrp="1"/>
          </p:cNvSpPr>
          <p:nvPr>
            <p:ph type="dt" sz="half" idx="4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59">
            <a:extLst>
              <a:ext uri="{FF2B5EF4-FFF2-40B4-BE49-F238E27FC236}">
                <a16:creationId xmlns:a16="http://schemas.microsoft.com/office/drawing/2014/main" id="{ED3CEBA7-0265-2989-2EC6-ED2043F33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25533D8-30B7-6701-E92E-C0BA672DC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35F9418-7400-2BD9-AE41-597ECEA37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: Shape 59">
            <a:extLst>
              <a:ext uri="{FF2B5EF4-FFF2-40B4-BE49-F238E27FC236}">
                <a16:creationId xmlns:a16="http://schemas.microsoft.com/office/drawing/2014/main" id="{C0743258-BC4B-50FD-71BE-9D97DF0A8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70691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A6D91015-EB22-C504-4A41-5D8469D6BF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4866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532D2B12-D41E-8DA0-8841-A776ACF449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64866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40A11E8F-696A-E4EF-90AF-7299A387E8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56353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id="{ED0764D2-EF05-95D7-E518-B428DEA78A5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56353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C07DDEA9-66DD-7AAA-0D2F-798B2B9629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064866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D27F749F-CAF5-FF7B-7CF9-192E876432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64866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C192F01-6AB2-5F7C-6D0A-CB9465FB2B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56353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92B7605E-FACE-97D3-9DDD-CBD52582C5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556353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77065C-2494-1885-831E-3BA6D45D1B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9495CF4B-5A18-C9CB-401F-E668B73D1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A3A58E7B-24DB-5995-5E8D-E19B88CD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7AEF2BAC-C579-9EFD-2089-8AAF5C6A9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5D70562F-DEEF-5606-F5E8-63AEA8B62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18597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E932CF8-809C-FD53-EC2F-3F8B262C9E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28775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C5471E28-499C-13C5-B42B-B8FC431D73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0248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A5EC27E-AE02-883E-31F5-32208B9F14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30248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5771AF9B-91C5-4FCF-3268-BEF15CB2C65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8356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6CD61A4-9D01-CB18-B80D-F0D20394AF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76966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A936668-A06C-15E6-9A5A-A170E3C8A6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76966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66E6D2AA-72F5-D5EB-9F7A-61EFDB8679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28775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06D78574-9004-D5A4-06C4-6DE8A9BCBC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930248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9A4992FB-C1F4-515B-6938-346345DE2B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0248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D7A8246B-3515-AD53-2508-3FC029202D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78356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1FFCB778-56FA-17FD-49C7-D7F1BDD26C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876966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7AAE6DE1-1F3D-F4AB-184E-8A3A4CEDCD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76966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563E81-A6F0-648D-DCF7-BFF1870E755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495DF-573A-3AAB-5854-8A09491BA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D49C3F5-81F6-6E72-50FF-8F3AEFA1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EEEEF2-460E-B70B-6230-10A7994EF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C4E3626D-71B6-6652-8FE1-40921DF0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20559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E5EE63-A6DA-348D-8495-E51900A59A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2366167"/>
            <a:ext cx="3255962" cy="3604422"/>
          </a:xfrm>
        </p:spPr>
        <p:txBody>
          <a:bodyPr/>
          <a:lstStyle/>
          <a:p>
            <a:endParaRPr lang="en-GB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4087FA0-09BB-9F62-C383-36B2C6623B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4844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156A739-AA76-7366-9AE0-D20D44A62F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4844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57BB261E-3856-D4EB-E49A-A805AA8CA0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5143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14EE8DBC-744D-FDE5-F388-611D6C0C16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35143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29E55623-928E-5F9E-2EBB-9C1009DA21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4844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E7542672-472E-0E16-8066-DFA6279908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34844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8D6428D0-36EF-16D7-741F-B91DFF9CC9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35143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0BCE5C17-683A-5D3B-ECCE-2C25D14F893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5143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F234816-4552-682C-7011-792489AA851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516C1398-A7AF-C02F-934D-C37C5E987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B38EA50-6705-E42C-3897-B0D76FAA8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BF1543-7A6B-249C-1650-3EFEB63C1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BBAD9B21-7393-1499-E59D-EA109D80C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54583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CC5A7648-D01A-875E-E9BB-ED5949D47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5EC3073-FA99-7015-CBD2-0E3B9CE430C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4198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C879862E-201F-4356-6D65-28E89DB6F1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1989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A15D05C0-B891-85E5-35C5-24FBD31E32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1989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Picture Placeholder 29">
            <a:extLst>
              <a:ext uri="{FF2B5EF4-FFF2-40B4-BE49-F238E27FC236}">
                <a16:creationId xmlns:a16="http://schemas.microsoft.com/office/drawing/2014/main" id="{B9CDE245-8A43-C7AE-733E-51362998210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552179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6741BED5-DD9B-DA08-B276-4A6A9619A7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52493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4211193A-897F-A0CB-98F7-FD02B1E032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2493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6776899D-7EB0-41AC-9AF4-FE101D6C9E8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84660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1DED0997-D314-C6AE-A692-306403BBE6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4974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CB02C1DA-F7C6-2990-C630-24D0D3CA89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4974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F1FE3630-D074-6944-4F08-08363014CC1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04514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2BD521B6-BD70-6519-3BCC-0441BC9099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45462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B09D8CE1-C90E-B457-C2C5-5AE34D538BF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45462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AF960F-EA2C-059B-FD05-9627AA9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41B0960E-E397-9136-EE2E-F2595BA18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9DDA4E8-D382-3D12-576D-43FB555E0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60824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53CF-A657-E995-A3A7-271D67F3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E39344-307B-8BD6-D5B8-D1E1F155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F632A0F-F12A-0DEF-B91F-C360E126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4117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B9FEA63-1DA3-3F9F-C50E-7AC4477F22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D582E8-8B0D-6439-7715-18DB015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5968CD-929F-6D74-C903-1AA5B153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0322356F-D701-4C42-BB8B-523069A77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E841F2B-D332-09D0-EBCB-48E8FBC6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024EB45-DF26-BF12-BFEF-CA485F4D9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1D17E64-4E73-BCCA-9364-C59A3D226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51587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DADB269-BBE0-1959-FE0B-2D6A08AE1A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88765A0-98CE-097F-70CA-A8CE8867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4CCF01-6BD8-D0D5-B68F-BF0D0E1E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F978EDC5-9ECC-A0CA-79B2-E1099D052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5CC0BF8E-63A7-7E59-17B3-46BB432D5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7C16A068-4B31-D509-6638-F057A8F5C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Freeform: Shape 18">
            <a:extLst>
              <a:ext uri="{FF2B5EF4-FFF2-40B4-BE49-F238E27FC236}">
                <a16:creationId xmlns:a16="http://schemas.microsoft.com/office/drawing/2014/main" id="{ED2C66E4-77A5-559A-C4D6-22E169AE6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12470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B4F649-ECC0-65D4-73EB-F610B1EEE47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AC71-4189-4AAE-3C30-91D3E764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5CC0F-60E4-5024-B6AB-D87255AB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DE042-7AE4-75AA-1CFC-25903005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B955153-AC29-8EA8-DE1E-EF143A12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CBF393-915A-6526-812F-61956DD2E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36817505-F187-6307-3AA7-E8701992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052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21509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915D485-D4CB-65C5-C05B-8D3E535F6A4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7240-62F7-D89C-BF3D-34806BC2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726FF9-AAAD-F331-EC9B-83CB551F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16">
            <a:extLst>
              <a:ext uri="{FF2B5EF4-FFF2-40B4-BE49-F238E27FC236}">
                <a16:creationId xmlns:a16="http://schemas.microsoft.com/office/drawing/2014/main" id="{7C2CB355-42E5-6CAD-CDA4-04E8698C7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7F51CA23-0DF4-94C6-A295-9A6ED5AA7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id="{78973DDC-FE45-271D-D333-1265C63DC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98BB5E17-8DB4-2B6A-4A48-E57456A31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570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3">
            <a:extLst>
              <a:ext uri="{FF2B5EF4-FFF2-40B4-BE49-F238E27FC236}">
                <a16:creationId xmlns:a16="http://schemas.microsoft.com/office/drawing/2014/main" id="{590E6AF1-4025-C539-6638-597177D00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2617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Title 6">
            <a:extLst>
              <a:ext uri="{FF2B5EF4-FFF2-40B4-BE49-F238E27FC236}">
                <a16:creationId xmlns:a16="http://schemas.microsoft.com/office/drawing/2014/main" id="{25E8EC5E-EA9E-1F86-2E83-5D5499601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64" y="1532081"/>
            <a:ext cx="5273221" cy="3793838"/>
          </a:xfrm>
        </p:spPr>
        <p:txBody>
          <a:bodyPr lIns="0" tIns="0" rIns="0" bIns="0" anchor="ctr">
            <a:noAutofit/>
          </a:bodyPr>
          <a:lstStyle>
            <a:lvl1pPr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5" descr="A woman wearing a yellow sweater working at the office">
            <a:extLst>
              <a:ext uri="{FF2B5EF4-FFF2-40B4-BE49-F238E27FC236}">
                <a16:creationId xmlns:a16="http://schemas.microsoft.com/office/drawing/2014/main" id="{0F266249-25B1-EF53-33EB-FA594F7F68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3457" y="1326812"/>
            <a:ext cx="3778434" cy="4924193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21528A5-067A-BD49-2204-67FF006E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E67C389-E6A8-48B1-74CD-322C690F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D7705C1-E2D3-B1B7-C51C-44843980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5917FF65-0254-002E-D43D-FF8B5E603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D6108ED-5598-D9CD-3F7C-E35B4C8B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21EB73BE-3F32-B696-CCF3-3120CC026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4" name="Freeform: Shape 59">
            <a:extLst>
              <a:ext uri="{FF2B5EF4-FFF2-40B4-BE49-F238E27FC236}">
                <a16:creationId xmlns:a16="http://schemas.microsoft.com/office/drawing/2014/main" id="{A7A3C520-412F-3B3C-3DD2-BA1FA9970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9367659-61EC-44B3-A73E-47A6D3C10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14EDCCCA-96A0-0D33-9C7F-224DCB3D5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956" y="3472845"/>
            <a:ext cx="1358044" cy="675816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2C55E30B-D458-A8B6-11AB-5FAEA926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4" y="4148664"/>
            <a:ext cx="1358043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1D1A457-4F77-6BE6-3713-4638E83D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58045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875338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128F4A2-EE01-4CBA-242B-892F9376B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83" y="383156"/>
            <a:ext cx="10865317" cy="3768220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6F3E6C8-C3BA-6487-EC36-6942C4DAA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583" y="4253117"/>
            <a:ext cx="10865317" cy="1174224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2B64614-3490-74B5-758E-8582A71C0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3583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1" name="Date Placeholder 3">
            <a:extLst>
              <a:ext uri="{FF2B5EF4-FFF2-40B4-BE49-F238E27FC236}">
                <a16:creationId xmlns:a16="http://schemas.microsoft.com/office/drawing/2014/main" id="{1B0611EC-60B3-4B52-5BE8-A3E876EC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13590703-55FF-F73B-5303-1591B4AE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7A28125E-23C5-98AD-F07E-1C566FF1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6667500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854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840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62B6FC0-CD1A-BD65-FEB7-E284C451FD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40624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7A418C-2617-BA69-B155-E2F7C513B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225" y="4253117"/>
            <a:ext cx="10912199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CB64D-D719-084C-2B74-BFFBB84F6A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383156"/>
            <a:ext cx="10912199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A6442EC-060A-D246-CC1B-D250262DD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C3DCF65-6641-B724-7326-DD1DD9AC9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E701096-2A85-8EA8-A5EC-D38F540D6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519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506746-8C45-7F37-9AFA-B89A7E4B4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58991"/>
            <a:ext cx="8667749" cy="3869961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1F45EC4-F660-165A-7E92-5E4D61FF2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600" y="4253117"/>
            <a:ext cx="8667749" cy="1174224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DC9E52-28EA-4972-BBAC-559097CE3A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52600" y="5501906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5735AC1-FB26-8EA1-D027-17E089CC7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48419612-CEB2-94CD-7A31-DCA2B214A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2EF214D-7620-1A42-7B18-3AB9F24AB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5405B0AF-EA77-026D-D39C-F2BDC1C0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2">
            <a:extLst>
              <a:ext uri="{FF2B5EF4-FFF2-40B4-BE49-F238E27FC236}">
                <a16:creationId xmlns:a16="http://schemas.microsoft.com/office/drawing/2014/main" id="{1A7CF60F-B95D-2C6B-49CD-826DAEBA8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073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3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AFF9E1B-D277-3CD7-0505-70A3DF503C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571" y="3939701"/>
            <a:ext cx="11517086" cy="1424780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C34CE9-1C8A-039B-8096-4B97AF95A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571" y="5387064"/>
            <a:ext cx="11517086" cy="43849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BAD26A8-E2F7-88F3-1B9C-84798D9CA7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" y="0"/>
            <a:ext cx="12192001" cy="3771900"/>
          </a:xfrm>
          <a:custGeom>
            <a:avLst/>
            <a:gdLst>
              <a:gd name="connsiteX0" fmla="*/ 2060179 w 12192001"/>
              <a:gd name="connsiteY0" fmla="*/ 2536316 h 3771900"/>
              <a:gd name="connsiteX1" fmla="*/ 12192001 w 12192001"/>
              <a:gd name="connsiteY1" fmla="*/ 2536316 h 3771900"/>
              <a:gd name="connsiteX2" fmla="*/ 12192001 w 12192001"/>
              <a:gd name="connsiteY2" fmla="*/ 3771900 h 3771900"/>
              <a:gd name="connsiteX3" fmla="*/ 2060179 w 12192001"/>
              <a:gd name="connsiteY3" fmla="*/ 3771900 h 3771900"/>
              <a:gd name="connsiteX4" fmla="*/ 6112791 w 12192001"/>
              <a:gd name="connsiteY4" fmla="*/ 1262587 h 3771900"/>
              <a:gd name="connsiteX5" fmla="*/ 12192000 w 12192001"/>
              <a:gd name="connsiteY5" fmla="*/ 1262587 h 3771900"/>
              <a:gd name="connsiteX6" fmla="*/ 12192000 w 12192001"/>
              <a:gd name="connsiteY6" fmla="*/ 2498171 h 3771900"/>
              <a:gd name="connsiteX7" fmla="*/ 6112791 w 12192001"/>
              <a:gd name="connsiteY7" fmla="*/ 2498171 h 3771900"/>
              <a:gd name="connsiteX8" fmla="*/ 0 w 12192001"/>
              <a:gd name="connsiteY8" fmla="*/ 1262587 h 3771900"/>
              <a:gd name="connsiteX9" fmla="*/ 6079209 w 12192001"/>
              <a:gd name="connsiteY9" fmla="*/ 1262587 h 3771900"/>
              <a:gd name="connsiteX10" fmla="*/ 6079209 w 12192001"/>
              <a:gd name="connsiteY10" fmla="*/ 2498171 h 3771900"/>
              <a:gd name="connsiteX11" fmla="*/ 0 w 12192001"/>
              <a:gd name="connsiteY11" fmla="*/ 2498171 h 3771900"/>
              <a:gd name="connsiteX12" fmla="*/ 0 w 12192001"/>
              <a:gd name="connsiteY12" fmla="*/ 0 h 3771900"/>
              <a:gd name="connsiteX13" fmla="*/ 10131822 w 12192001"/>
              <a:gd name="connsiteY13" fmla="*/ 0 h 3771900"/>
              <a:gd name="connsiteX14" fmla="*/ 10131822 w 12192001"/>
              <a:gd name="connsiteY14" fmla="*/ 1235584 h 3771900"/>
              <a:gd name="connsiteX15" fmla="*/ 0 w 12192001"/>
              <a:gd name="connsiteY15" fmla="*/ 1235584 h 377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3771900">
                <a:moveTo>
                  <a:pt x="2060179" y="2536316"/>
                </a:moveTo>
                <a:lnTo>
                  <a:pt x="12192001" y="2536316"/>
                </a:lnTo>
                <a:lnTo>
                  <a:pt x="12192001" y="3771900"/>
                </a:lnTo>
                <a:lnTo>
                  <a:pt x="2060179" y="3771900"/>
                </a:lnTo>
                <a:close/>
                <a:moveTo>
                  <a:pt x="6112791" y="1262587"/>
                </a:moveTo>
                <a:lnTo>
                  <a:pt x="12192000" y="1262587"/>
                </a:lnTo>
                <a:lnTo>
                  <a:pt x="12192000" y="2498171"/>
                </a:lnTo>
                <a:lnTo>
                  <a:pt x="6112791" y="2498171"/>
                </a:lnTo>
                <a:close/>
                <a:moveTo>
                  <a:pt x="0" y="1262587"/>
                </a:moveTo>
                <a:lnTo>
                  <a:pt x="6079209" y="1262587"/>
                </a:lnTo>
                <a:lnTo>
                  <a:pt x="6079209" y="2498171"/>
                </a:lnTo>
                <a:lnTo>
                  <a:pt x="0" y="2498171"/>
                </a:lnTo>
                <a:close/>
                <a:moveTo>
                  <a:pt x="0" y="0"/>
                </a:moveTo>
                <a:lnTo>
                  <a:pt x="10131822" y="0"/>
                </a:lnTo>
                <a:lnTo>
                  <a:pt x="10131822" y="1235584"/>
                </a:lnTo>
                <a:lnTo>
                  <a:pt x="0" y="12355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6AA2219-FD98-03D2-BB5C-E2321D2249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571" y="6030083"/>
            <a:ext cx="1733607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D31E19E-99D1-8CD0-E566-4E2F20A4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698B7D1-C36E-DFB0-A661-A5E474A68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35F19D-FD15-4BE1-660D-0643E54DA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0891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DB78E43-591B-FC77-A959-A64AB0D49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7870" y="383156"/>
            <a:ext cx="6022764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5093B11-F806-67DA-C9D7-48A738FD9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7870" y="4253117"/>
            <a:ext cx="6022764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70C32A11-D80D-8895-B299-F84B774E25E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700" y="-1270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274702A-06E8-AD73-62B2-B3A4A32E5D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30785" y="5739518"/>
            <a:ext cx="1909848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0A1C19A-4E5E-C742-32A1-2115149FC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9A9E029-23F0-CEC4-BA46-3EEC97738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900CB6-F919-93D0-C1AC-3EFB92BA7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7639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2661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346275D-4318-15D0-8F4A-3820A657D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90624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6E3E36D-049D-0336-4B5E-9DB64D9DE6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91175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400" y="452387"/>
            <a:ext cx="54203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6355481-CCC4-3C4D-A9BD-DF34116B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400" y="4521200"/>
            <a:ext cx="54203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501694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65BDE1-4C58-E0CC-97CA-4695152C2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6601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17E50D-F7E2-253D-428F-1DA3EFBC28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16600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84480"/>
            <a:ext cx="5384800" cy="4100194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E97C1-0EB0-B109-7BE3-9012BD59B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4521200"/>
            <a:ext cx="538480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8356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4FD6E8-9410-CD68-AD6A-4F21B02B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9250" y="1"/>
            <a:ext cx="1333500" cy="1046131"/>
          </a:xfrm>
          <a:custGeom>
            <a:avLst/>
            <a:gdLst>
              <a:gd name="connsiteX0" fmla="*/ 0 w 1333500"/>
              <a:gd name="connsiteY0" fmla="*/ 0 h 1046131"/>
              <a:gd name="connsiteX1" fmla="*/ 1333500 w 1333500"/>
              <a:gd name="connsiteY1" fmla="*/ 0 h 1046131"/>
              <a:gd name="connsiteX2" fmla="*/ 1333500 w 1333500"/>
              <a:gd name="connsiteY2" fmla="*/ 828110 h 1046131"/>
              <a:gd name="connsiteX3" fmla="*/ 1115479 w 1333500"/>
              <a:gd name="connsiteY3" fmla="*/ 1046131 h 1046131"/>
              <a:gd name="connsiteX4" fmla="*/ 218021 w 1333500"/>
              <a:gd name="connsiteY4" fmla="*/ 1046131 h 1046131"/>
              <a:gd name="connsiteX5" fmla="*/ 0 w 1333500"/>
              <a:gd name="connsiteY5" fmla="*/ 828110 h 104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3500" h="1046131">
                <a:moveTo>
                  <a:pt x="0" y="0"/>
                </a:moveTo>
                <a:lnTo>
                  <a:pt x="1333500" y="0"/>
                </a:lnTo>
                <a:lnTo>
                  <a:pt x="1333500" y="828110"/>
                </a:lnTo>
                <a:cubicBezTo>
                  <a:pt x="1333500" y="948520"/>
                  <a:pt x="1235889" y="1046131"/>
                  <a:pt x="1115479" y="1046131"/>
                </a:cubicBezTo>
                <a:lnTo>
                  <a:pt x="218021" y="1046131"/>
                </a:lnTo>
                <a:cubicBezTo>
                  <a:pt x="97611" y="1046131"/>
                  <a:pt x="0" y="948520"/>
                  <a:pt x="0" y="82811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0C08F07-3AD6-984D-4638-073B6C0B8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6587" y="165378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75265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452387"/>
            <a:ext cx="56997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32671BA-90EF-59B5-C249-F7C365215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521200"/>
            <a:ext cx="56997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7760336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13868"/>
            <a:ext cx="5943600" cy="3977640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F53C620-9E4A-9463-32D9-EAB787FF61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883" y="4405376"/>
            <a:ext cx="5952189" cy="1487424"/>
          </a:xfrm>
        </p:spPr>
        <p:txBody>
          <a:bodyPr anchor="t">
            <a:noAutofit/>
          </a:bodyPr>
          <a:lstStyle>
            <a:lvl1pPr marL="0" indent="0" algn="l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10666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8608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5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D3B1BB6E-B06C-A17C-8C3E-79EABCBE4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0731A7D4-E0B1-9EFC-60E9-55B28D5F0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F379DD77-5A9A-AFFB-A8F9-07D52E77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489057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0" name="Rectangle 89">
            <a:extLst>
              <a:ext uri="{FF2B5EF4-FFF2-40B4-BE49-F238E27FC236}">
                <a16:creationId xmlns:a16="http://schemas.microsoft.com/office/drawing/2014/main" id="{8D81854D-7A68-8152-BE67-C5FD9CA58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1">
            <a:extLst>
              <a:ext uri="{FF2B5EF4-FFF2-40B4-BE49-F238E27FC236}">
                <a16:creationId xmlns:a16="http://schemas.microsoft.com/office/drawing/2014/main" id="{EA9BC805-8AC0-6973-6307-402D4873D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2A121-F74E-1DBB-F90E-9ECA5D2738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4941" y="2587692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A28972-BB4A-9DE5-EC1C-17EC2CEC1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2438" y="225583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>
              <a:lnSpc>
                <a:spcPct val="100000"/>
              </a:lnSpc>
              <a:defRPr sz="1800" b="1"/>
            </a:lvl2pPr>
            <a:lvl3pPr>
              <a:lnSpc>
                <a:spcPct val="100000"/>
              </a:lnSpc>
              <a:defRPr sz="1800" b="1"/>
            </a:lvl3pPr>
            <a:lvl4pPr>
              <a:lnSpc>
                <a:spcPct val="100000"/>
              </a:lnSpc>
              <a:defRPr sz="1800" b="1"/>
            </a:lvl4pPr>
            <a:lvl5pPr>
              <a:lnSpc>
                <a:spcPct val="100000"/>
              </a:lnSpc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1934284-00BE-576C-F2BA-050CD34490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4941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D4614F8-0641-9496-CFCF-28C7981225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2438" y="340955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04425C6-1E3A-2D07-F971-EA5DD926CB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4941" y="4888713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10C586E-C370-0572-962A-51D7AD99CB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22438" y="456327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76BF66F-CB64-BBEF-FBC9-3B4A250FF5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5543" y="2590187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15F872C-5958-E6E3-B049-C7D76BD602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47318" y="224428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9563155-4732-CF95-38F9-9E62545CF2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85543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8632D52-9F72-E6F7-9843-8646F95B5F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47318" y="339800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338879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915AA-7D4E-CEF2-0E27-CA6FB479DB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1914" y="2032000"/>
            <a:ext cx="10371883" cy="39830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00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903389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8C40-517B-C014-D81B-823BAE2FD5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8" y="1542474"/>
            <a:ext cx="10504000" cy="44725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526D3A9-25EF-273F-0E13-352453468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36B9F0-0AA4-2C68-C74E-D1921EFEE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A9B5B83-6D7B-707F-F948-6BD712772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29DE8E-07F5-D1B2-C0AF-4DDB3060C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AFC956-0159-EEB8-6BC1-9C3F1B1AE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996799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4095B0E-61E1-13CE-6F7F-EE3F7FD0FD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8" y="314036"/>
            <a:ext cx="10515600" cy="57010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A793-2C0E-8F06-4362-96A1983B5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9044-6596-30C3-95FD-F186F8096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5F415-CF39-9236-9576-0DF9F95C1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93486846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4FB75-D5E0-9511-4FD2-C68C1C091E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9" y="1847276"/>
            <a:ext cx="10498202" cy="41677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1F12379-188A-C977-1150-3E5925DBE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BBEF7DA-BA6D-A07F-F03E-2BC9F8B31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C858912-AA2F-5EAF-FCD4-B77FA992F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D429890D-AAF9-8BC9-BD12-23ABDAA04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4611981F-BBC7-0DC8-FC22-8FF2B06CB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474118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4D1E701-C09D-5C9D-D6F0-B24CF24DE8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24949" y="2385975"/>
            <a:ext cx="5728848" cy="245479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FB65093-A00A-3EDD-C0C5-4CDFFD32B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D35FF5-CE2E-247E-ACA9-67EA0D258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35B66F-F94E-7191-89B2-9BC080EC5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9" name="Straight Connector 31">
            <a:extLst>
              <a:ext uri="{FF2B5EF4-FFF2-40B4-BE49-F238E27FC236}">
                <a16:creationId xmlns:a16="http://schemas.microsoft.com/office/drawing/2014/main" id="{318DEC2A-2948-AEF3-C9E8-2ED520DE0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6F8E1B26-93AA-F87D-FBC9-B4B64DEAF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53011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7179A23-77F8-DF71-F294-EBB8C50418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26188" y="2258569"/>
            <a:ext cx="6227609" cy="35570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5B8C-BD87-04ED-9CEF-4AFD2D0C8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1EFC9-7505-F7FF-CF6B-86AB99437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F0AB1-6FFC-E765-BFAA-96D029963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375544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BE3F9A9-6F1E-9A87-9F34-719BDBBB1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034BEAC-979B-C481-66E0-57CBE849F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33B9A1-B856-0C6C-BE29-3F7047578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574AC177-8C09-79F3-8CC6-DA60495C4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B15B36F5-13CB-A1A3-0ECD-756964BC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8D56DEF8-59B1-77EC-4BF9-9B1E066C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EAC0D963-F67D-C0B7-83D7-353132816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8E2A2FC-47FE-82C3-DDCE-775263AF6B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27784" y="1109588"/>
            <a:ext cx="6126013" cy="46388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01335868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4B042FA-40F9-5B1B-253A-F9E4CE1EF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217913B-B30A-FA59-DEB0-EE00CE0E2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0BC0D2D-F6C3-AAB2-BE9B-976038A36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233E3486-94FE-93B7-B905-AD9FCF0CB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11974C7-CCAB-1907-BE37-42979777A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06A3D12A-2FB9-F068-52F8-5ECB59CF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F5C18F72-C84F-D063-4732-84EC0978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D273858-FBFD-DEAE-AD96-5C657A6EFD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8548" y="877457"/>
            <a:ext cx="6135249" cy="49406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79911862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DE26A1A-0C2E-AA4F-2BFD-2FC457BEE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E13558B-C550-D97A-0993-90E482774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B01AD3E-A936-38B4-4A48-03DBD2461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F7CAE20-16AA-488D-A148-9F47CEF0D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11F815CC-EECB-FB5B-68C1-C48FC508C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EF9D6568-E832-17EE-6E8D-6D4F80BEF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2EC9985A-8A31-E099-A519-A003E3B94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81B36D-31CE-2315-D28B-4F83E6A869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5829" y="831919"/>
            <a:ext cx="6822170" cy="5194159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5421823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03" y="740002"/>
            <a:ext cx="10664992" cy="1108799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BB123-E35D-F0AD-599A-36331CA67F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3503" y="1930401"/>
            <a:ext cx="10664981" cy="110879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AD5CE30-2042-C9F0-1D52-67FF1CCCF5B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 flipH="1">
            <a:off x="763503" y="3125456"/>
            <a:ext cx="10664990" cy="3003882"/>
          </a:xfrm>
          <a:custGeom>
            <a:avLst/>
            <a:gdLst>
              <a:gd name="connsiteX0" fmla="*/ 717565 w 10664990"/>
              <a:gd name="connsiteY0" fmla="*/ 0 h 3003882"/>
              <a:gd name="connsiteX1" fmla="*/ 10664990 w 10664990"/>
              <a:gd name="connsiteY1" fmla="*/ 0 h 3003882"/>
              <a:gd name="connsiteX2" fmla="*/ 10664990 w 10664990"/>
              <a:gd name="connsiteY2" fmla="*/ 2040791 h 3003882"/>
              <a:gd name="connsiteX3" fmla="*/ 9701899 w 10664990"/>
              <a:gd name="connsiteY3" fmla="*/ 3003882 h 3003882"/>
              <a:gd name="connsiteX4" fmla="*/ 0 w 10664990"/>
              <a:gd name="connsiteY4" fmla="*/ 3003882 h 3003882"/>
              <a:gd name="connsiteX5" fmla="*/ 0 w 10664990"/>
              <a:gd name="connsiteY5" fmla="*/ 807576 h 3003882"/>
              <a:gd name="connsiteX6" fmla="*/ 6866 w 10664990"/>
              <a:gd name="connsiteY6" fmla="*/ 739470 h 3003882"/>
              <a:gd name="connsiteX7" fmla="*/ 663997 w 10664990"/>
              <a:gd name="connsiteY7" fmla="*/ 13774 h 300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664990" h="3003882">
                <a:moveTo>
                  <a:pt x="717565" y="0"/>
                </a:moveTo>
                <a:lnTo>
                  <a:pt x="10664990" y="0"/>
                </a:lnTo>
                <a:lnTo>
                  <a:pt x="10664990" y="2040791"/>
                </a:lnTo>
                <a:cubicBezTo>
                  <a:pt x="10664990" y="2572691"/>
                  <a:pt x="10233799" y="3003882"/>
                  <a:pt x="9701899" y="3003882"/>
                </a:cubicBezTo>
                <a:lnTo>
                  <a:pt x="0" y="3003882"/>
                </a:lnTo>
                <a:lnTo>
                  <a:pt x="0" y="807576"/>
                </a:lnTo>
                <a:lnTo>
                  <a:pt x="6866" y="739470"/>
                </a:lnTo>
                <a:cubicBezTo>
                  <a:pt x="77427" y="394648"/>
                  <a:pt x="332267" y="116953"/>
                  <a:pt x="663997" y="137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CA2A0CC-FD1D-090E-B032-2727A33C2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14E31B0-796E-475E-1937-AD368956E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F8FA102-64A1-8ADA-C519-B41858DD3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EBE4D70A-6370-D227-8C8A-E57CB8CE7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270487BC-62D0-8122-EE28-32BF73CE6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265362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F25448-0DAF-84AF-957A-8B7DD3CAE2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440" y="3666843"/>
            <a:ext cx="5950361" cy="17814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619FEFE-FA24-AF33-24CC-8CF8C2EA53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ABCDF30-736E-DDCD-8995-04081136D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CB8639-0E62-F8EE-441C-1B7A70F4D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1946413-27AA-1378-FE96-418D83493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46" name="Straight Connector 31">
            <a:extLst>
              <a:ext uri="{FF2B5EF4-FFF2-40B4-BE49-F238E27FC236}">
                <a16:creationId xmlns:a16="http://schemas.microsoft.com/office/drawing/2014/main" id="{6E886974-A437-755C-8DD2-D1FAF1F4C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70087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32">
            <a:extLst>
              <a:ext uri="{FF2B5EF4-FFF2-40B4-BE49-F238E27FC236}">
                <a16:creationId xmlns:a16="http://schemas.microsoft.com/office/drawing/2014/main" id="{A9ECFDDC-497E-4477-382E-22B08D2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16934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795522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000" y="825622"/>
            <a:ext cx="6858000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173E1F8-C04C-8FCF-9E14-B4E1DB2FFA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90001" y="1876088"/>
            <a:ext cx="6858000" cy="41389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C540298-18F9-BB50-4F7D-8DBF53B1A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470C8BC-9567-FE0B-27FF-87FC864EA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7C8A89B-AF92-C4D9-9581-EF8D76660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sp>
        <p:nvSpPr>
          <p:cNvPr id="20" name="Freeform: Shape 8">
            <a:extLst>
              <a:ext uri="{FF2B5EF4-FFF2-40B4-BE49-F238E27FC236}">
                <a16:creationId xmlns:a16="http://schemas.microsoft.com/office/drawing/2014/main" id="{6D6A59D5-A266-1465-E5EF-E8F22D2CF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88000" y="1215042"/>
            <a:ext cx="504000" cy="661046"/>
          </a:xfrm>
          <a:custGeom>
            <a:avLst/>
            <a:gdLst>
              <a:gd name="connsiteX0" fmla="*/ 0 w 3383176"/>
              <a:gd name="connsiteY0" fmla="*/ 0 h 661046"/>
              <a:gd name="connsiteX1" fmla="*/ 3383176 w 3383176"/>
              <a:gd name="connsiteY1" fmla="*/ 0 h 661046"/>
              <a:gd name="connsiteX2" fmla="*/ 3383176 w 3383176"/>
              <a:gd name="connsiteY2" fmla="*/ 661046 h 661046"/>
              <a:gd name="connsiteX3" fmla="*/ 0 w 3383176"/>
              <a:gd name="connsiteY3" fmla="*/ 661046 h 66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3176" h="661046">
                <a:moveTo>
                  <a:pt x="0" y="0"/>
                </a:moveTo>
                <a:lnTo>
                  <a:pt x="3383176" y="0"/>
                </a:lnTo>
                <a:lnTo>
                  <a:pt x="3383176" y="661046"/>
                </a:lnTo>
                <a:lnTo>
                  <a:pt x="0" y="66104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AC124138-469D-E937-2DC9-483425874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DCD94ED-A7C3-B922-5276-E0CFC541E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83548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F416DC19-3EE2-3837-631A-80C6DAE26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FD5174A-D175-9F7D-91D2-BF215C7FAC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0401" y="3629901"/>
            <a:ext cx="5970402" cy="18183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5" name="Freeform: Shape 23">
            <a:extLst>
              <a:ext uri="{FF2B5EF4-FFF2-40B4-BE49-F238E27FC236}">
                <a16:creationId xmlns:a16="http://schemas.microsoft.com/office/drawing/2014/main" id="{89FDD3A7-399A-2E72-FF25-BF24500FF6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CF167BF-3D71-20AF-2E69-EA5752A6E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C953D09-438D-5340-80C3-D1668C25A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737F91-61A6-9573-FAEE-32AB394D0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43CB0A4-DCC7-ECD1-D1DC-7A3771797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1">
            <a:extLst>
              <a:ext uri="{FF2B5EF4-FFF2-40B4-BE49-F238E27FC236}">
                <a16:creationId xmlns:a16="http://schemas.microsoft.com/office/drawing/2014/main" id="{A52A0D3B-29E2-5893-0F38-FC610A31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692713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61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902598-98B0-111E-C570-D294DFF63A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85613" y="2530765"/>
            <a:ext cx="4361688" cy="348427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530FC37-80EF-0A07-0887-E72EE2F2E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B5D7C95-B96F-1B15-0186-8CF2D27B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8935CD5-5B1B-FE89-B83F-E43E648AD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CFFC6615-4187-7A83-63EE-BF6CF6B2B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A13F58F-07D6-B33D-BD64-C72F39E3D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77282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65082D8-BAB5-0BFE-8BA8-E50FFE04E2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21529"/>
            <a:ext cx="4361688" cy="34935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3135D21-9D7B-C592-F9B1-C45527BFF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6E13FC-6FF0-0B11-2B96-ECCD78FC3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F63308A-4914-FAA4-AF71-EA8AB8B74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1BFCDEF0-A571-1775-D666-DD70D4326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B6AF83C9-36E2-6852-74FB-AB9B9B48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683512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1EB3780-5266-3444-3317-22ACFFCE49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25065" y="1902698"/>
            <a:ext cx="4522936" cy="41123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7B9E5B2-7325-82CA-6062-3169FE7D5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C01CB96-C098-D789-185D-0A6FED880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270D577-1A93-F8B5-EC60-749030FF6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F95D4149-5D4A-C071-F2F9-529F92199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F2CF751-80F5-AC12-9235-FEBCA21CF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460009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882F52C-7359-FD40-71A5-15E3C8B2A1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3491" y="1921164"/>
            <a:ext cx="4572000" cy="40938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FE30C-67A7-0896-8382-BABCD7034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6BC6-9D59-8976-032A-6B639BC50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30EEB-A8D0-4D9B-FDE5-0FCE3DC7D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FA6FBC27-AA27-A480-F758-AA0A0E34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3181070F-26E0-0C0D-6747-547B88616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276643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5AB92A-BAA8-BA88-5315-6CDEB9B717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46433" y="2512293"/>
            <a:ext cx="3401568" cy="35027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858A2-3AA3-29EC-34E4-F6890BAEE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321516-7241-6346-DEBE-42DAA310A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A23FE0-8FD5-337D-C29C-60458812C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0" name="Straight Connector 31">
            <a:extLst>
              <a:ext uri="{FF2B5EF4-FFF2-40B4-BE49-F238E27FC236}">
                <a16:creationId xmlns:a16="http://schemas.microsoft.com/office/drawing/2014/main" id="{01CF247D-9042-90FD-312C-A1D50781E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B84D435-085C-D7FE-B28F-B6977BBE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70909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69C6F0A-B174-5013-4DDB-AB20BA8268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49236"/>
            <a:ext cx="3401568" cy="34658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3E85C36-1ED6-1795-08DB-23696B530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2E76A4-FFBE-61B8-F59B-EC1CE3BFD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82745D-51FE-069C-245E-4F44EB779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E4F783A1-78AA-BF8E-8A22-FCBFCE05B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32">
            <a:extLst>
              <a:ext uri="{FF2B5EF4-FFF2-40B4-BE49-F238E27FC236}">
                <a16:creationId xmlns:a16="http://schemas.microsoft.com/office/drawing/2014/main" id="{F749601C-05D8-E636-3210-CF2A8713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03002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A6011F-285F-BCE2-F758-C63F33675A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80245" y="2983345"/>
            <a:ext cx="3273552" cy="30316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FF9B-D63D-5137-0473-E4C0988E7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104BA7A-7438-73D7-F9C7-AB3C9A7E0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6204760-0885-A02F-0067-BD4AC55CC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385EA8A6-8678-1948-5F2D-5CF4833E0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3B9F398C-FAF1-1B27-836C-F97B88F78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663720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F99E67D-47D5-3842-1385-6C2F08D20E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69531" y="4509558"/>
            <a:ext cx="5778466" cy="15165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78DFD8-B1C6-7604-1671-4CDAC3912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921C03-3153-09AF-0D57-A0D96EBE1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6E0734-2C6E-8C3B-65F2-133B94CFC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93308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2A94BD-34CC-6470-1478-1D549D046B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62400" y="3785795"/>
            <a:ext cx="7391397" cy="22402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82F43E7-55DC-C610-6DA1-025123735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E1085B-0F8A-711E-D721-A4D350D79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38CBE5-2DAC-95AD-3EE9-B0A0F5340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F8884F71-7DBC-7C26-DB2C-731FCBC2E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7712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813CFB62-5831-FDE1-34F0-38FCD7614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962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600908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3CBF087-ADB9-D746-ED3D-8EAC47AF3E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1639" y="824390"/>
            <a:ext cx="7376359" cy="22478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9BA7EC8-1425-F948-FB17-5F51DEC98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94AE2EC-59C3-D91C-8CD6-658F68BC5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BBD3BD-F630-46F9-25B2-85A0E608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76BDEB52-5B02-AD88-F4C8-F7406429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3778D6D3-2293-3FE4-3124-63EF2E3A5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56107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023DEB-EBD2-ECA5-19D2-F448BDC760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38998" y="2081048"/>
            <a:ext cx="4114800" cy="39450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24FB994-9B85-2B55-198D-4925FB1F2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CC0375-2AE8-A777-C3E0-7D2E3B0F6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637823D-6C6E-38BE-B6BE-096424E8D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33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7947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159220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D55DF58-60BC-15D0-99C3-6E7F78EBD7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08073" y="852884"/>
            <a:ext cx="5645724" cy="51621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12407CB-320D-5895-BDF5-2C4178E05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FCA35D-4F04-2227-AD9D-98F1BD01B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8A1129D-5B96-F258-CFFC-CF58226A7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27516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9B8D2C3-5A67-946F-8429-CD7583E6B2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73600" y="873726"/>
            <a:ext cx="6680197" cy="51413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E0A59B4-299A-C00C-5665-5D12C9EBB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9C32A1D-8E68-C458-3E60-D6054C920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D864DC-4F3D-BA46-DED4-8D088584F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E5C9C418-CC1A-8074-2930-D5627551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87758AAB-3FDA-3A2F-37ED-381B84536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726841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607FA20-5F9E-5F1A-2995-42DE292E2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E53118E-49A5-7AAB-EB8C-E3E57CD9F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755146-626F-5951-A77D-DC3012AB5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2F96DE7D-2B90-57E1-B338-BE484C519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2">
            <a:extLst>
              <a:ext uri="{FF2B5EF4-FFF2-40B4-BE49-F238E27FC236}">
                <a16:creationId xmlns:a16="http://schemas.microsoft.com/office/drawing/2014/main" id="{92356EB0-27E3-E63B-5A46-EF32523AD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204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4679631-7C3B-D21E-7FA5-358FCF45E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EAF229-1E32-0FE6-E4A3-E02C9FAAA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676071C-D183-B427-F1DA-639AE2B34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47BC41E4-A5C6-BE0D-6E66-832679642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2">
            <a:extLst>
              <a:ext uri="{FF2B5EF4-FFF2-40B4-BE49-F238E27FC236}">
                <a16:creationId xmlns:a16="http://schemas.microsoft.com/office/drawing/2014/main" id="{8E0779B7-1774-CFF8-ED50-658BA7EEB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991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81D3DD9-10C8-C207-1E50-5F75DFD05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A3F5E3-D7B9-CD19-945F-38980AEB9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C4A806-42ED-564D-542E-AAAA4EAF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36CD38AE-A66F-08B7-774A-86EA48DC6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2">
            <a:extLst>
              <a:ext uri="{FF2B5EF4-FFF2-40B4-BE49-F238E27FC236}">
                <a16:creationId xmlns:a16="http://schemas.microsoft.com/office/drawing/2014/main" id="{96229C75-1749-7A15-57EA-3F40239C0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035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103858D-9532-D59F-FE73-A52EB24F3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A34F1EA-1A45-A729-FE88-FBF390F44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7189E61-2D87-C5BC-948B-835B50188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B99A632E-EAA8-D126-AC93-60A78F8F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28CDBC42-8DE5-DE9A-947A-15C0C6B2D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3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2BA1728-455B-BDAB-6419-C04536C19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DDBA5A5-E947-E342-A677-E3AFE378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DC2686-2DAB-B424-F10D-506D01DF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6D22A03E-28FE-53DA-5B6A-383215ED1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81A987AB-C78C-597A-CC63-6E545EDEC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857322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4E269EE-28E5-BB8D-160A-2C905B350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D3A4CC-2170-D513-478A-C60C50FE1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F018A10-98B1-2374-E4F2-709B641CB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3" name="Straight Connector 31">
            <a:extLst>
              <a:ext uri="{FF2B5EF4-FFF2-40B4-BE49-F238E27FC236}">
                <a16:creationId xmlns:a16="http://schemas.microsoft.com/office/drawing/2014/main" id="{173B7D00-3E0F-D372-F868-E62DE8E2C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D187FA62-E4DF-283A-B2BB-2DADBA4EE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01186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9EFA2AD-E749-9F60-705D-DE0941E26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8138B0B-E7B2-93DE-E6AD-66530C4A9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08BC1B4-A19E-EF55-F8A5-8DB265F1C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B3027282-55C0-23E2-F9D0-56E407957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DC379414-CF7D-9895-A99E-1AA396B9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17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C19029B-E3E6-1F4D-FA22-F5BD87417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40A4B2-F740-621D-1480-FB55668AE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1A48FF9-74DF-1DDE-C86D-58BAE32E8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43E09413-BF03-4EDB-7DA9-C0CBF04FE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873150D4-24A2-988A-C893-A637A2FA9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843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24B5ABA-190E-BEB5-573F-F64D2D575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FB98919-5529-CCFE-1092-A9D62454C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631FAD-95BD-D50C-3496-63D8FB39D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8B23DD3-BCFF-9795-0CA9-AE9401F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535FCD9B-34CE-58F0-8CB6-B7CB1EEF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161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961250B-543A-6F37-305B-5397B2D57B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115128"/>
            <a:ext cx="51577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101C122A-4474-6AF3-590D-B93E5FF99B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115128"/>
            <a:ext cx="51831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7404D35-FA36-303B-9506-3CD0CAF6E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BACB02-8504-5F46-9D13-168C82E2B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408501-24D6-36DD-2B2F-A53D1749A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6295426D-7EC9-29C7-0CAD-C64EF8184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692CB063-86B6-5775-3AD2-DF4E29DD1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30537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15B9C-3B12-7D73-101A-B7FF5D456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5282CE-2FB9-AAD9-5683-E23E63D443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07876E-CDDA-8EC2-D2D8-B041DA0D0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54FAAA69-6617-A985-B5BC-8A450B7E4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F7CDD230-E1EB-AB97-AA97-B6811E8B3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36319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9006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8208A5D7-2403-1350-DEF6-007D02B9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25990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A25D2A-079E-516D-CCAD-920165503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29139" y="259873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BC32326B-44AF-69A5-8950-3E83EB14E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790" y="2076889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CCC11960-F75C-F63F-D4E4-8C19C5B899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2792" y="2851360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9" name="Rectangle 40">
            <a:extLst>
              <a:ext uri="{FF2B5EF4-FFF2-40B4-BE49-F238E27FC236}">
                <a16:creationId xmlns:a16="http://schemas.microsoft.com/office/drawing/2014/main" id="{FF347C45-9CAA-BA8B-3731-BEB81073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392420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CDFDE77-EF7F-9B62-D5CB-295BB8C3EB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29139" y="3922159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290AD35-CF09-6504-D01E-4C05D706F1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2162" y="3407356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05368349-BD70-533F-1B19-8FD3F67FB7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2164" y="4181827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0" name="Rectangle 48">
            <a:extLst>
              <a:ext uri="{FF2B5EF4-FFF2-40B4-BE49-F238E27FC236}">
                <a16:creationId xmlns:a16="http://schemas.microsoft.com/office/drawing/2014/main" id="{CAC0BE5A-3FD4-01C0-EFCD-14242177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5249415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67C06B3-86F3-BA14-C074-170923D252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29139" y="524558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C7E3638A-E47B-2C16-051A-8CB00B9F895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2162" y="4732585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4CC468-3A85-49F0-099C-BC1F0F566D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2164" y="5507056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Rectangle 89">
            <a:extLst>
              <a:ext uri="{FF2B5EF4-FFF2-40B4-BE49-F238E27FC236}">
                <a16:creationId xmlns:a16="http://schemas.microsoft.com/office/drawing/2014/main" id="{B592A1D3-2017-F169-B0A7-3173FF77C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5249415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E5F3B0A-2795-1AB7-EDA7-048B8FFC18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81203" y="524558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0F680350-5C6D-05CD-2861-1CBCFF6E39D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17532" y="4732585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6541D57-A12D-E924-D596-DE278CD7F4D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17534" y="5507056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E8A6C772-C164-3CEA-A046-D9723CBD9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392420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3C2B03-4A5F-AABA-EC88-7F080083184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81203" y="3922160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BEE5F4-6259-F130-927E-7FFB60A40F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17532" y="3407356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66237AC4-EBD4-DD9E-69D9-8D385F6C75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17534" y="4181827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1" name="Rectangle 56">
            <a:extLst>
              <a:ext uri="{FF2B5EF4-FFF2-40B4-BE49-F238E27FC236}">
                <a16:creationId xmlns:a16="http://schemas.microsoft.com/office/drawing/2014/main" id="{3C5137EE-3743-D56F-8A63-2370A4C0D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25990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DB5C80C-26F8-0C95-154F-6DEEEDB323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81203" y="259873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06</a:t>
            </a:r>
            <a:endParaRPr lang="zh-CN" alt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1580A2FB-D18E-CCE5-D7D5-AB29B0225C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18160" y="2076889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8B832846-EB9F-5EFA-F397-ED05D7CD5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18162" y="2851360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B4CA34A-70A6-28B9-6E95-DFAAFE588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3CF4D40-3350-82F9-020E-252774AD8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4E27F63-E2E4-6C68-FD7F-46614FECB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sp>
        <p:nvSpPr>
          <p:cNvPr id="24" name="Oval 14">
            <a:extLst>
              <a:ext uri="{FF2B5EF4-FFF2-40B4-BE49-F238E27FC236}">
                <a16:creationId xmlns:a16="http://schemas.microsoft.com/office/drawing/2014/main" id="{6F924045-417C-C278-4D5D-0671DFFEA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6307" y="2769072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5" name="Oval 42">
            <a:extLst>
              <a:ext uri="{FF2B5EF4-FFF2-40B4-BE49-F238E27FC236}">
                <a16:creationId xmlns:a16="http://schemas.microsoft.com/office/drawing/2014/main" id="{5BC3F4C5-4FB3-F517-627A-E393C3CE2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6307" y="4094196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6" name="Oval 50">
            <a:extLst>
              <a:ext uri="{FF2B5EF4-FFF2-40B4-BE49-F238E27FC236}">
                <a16:creationId xmlns:a16="http://schemas.microsoft.com/office/drawing/2014/main" id="{1B466D3D-3E71-2F97-7F18-51F8A46E4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2873" y="5419411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Oval 58">
            <a:extLst>
              <a:ext uri="{FF2B5EF4-FFF2-40B4-BE49-F238E27FC236}">
                <a16:creationId xmlns:a16="http://schemas.microsoft.com/office/drawing/2014/main" id="{00CD6578-9EEA-5E52-3E03-6000B3C4C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926073" y="2769072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Oval 83">
            <a:extLst>
              <a:ext uri="{FF2B5EF4-FFF2-40B4-BE49-F238E27FC236}">
                <a16:creationId xmlns:a16="http://schemas.microsoft.com/office/drawing/2014/main" id="{CD7CB540-1BF1-F1AC-AE10-C8B626E0A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926073" y="4094196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9" name="Oval 91">
            <a:extLst>
              <a:ext uri="{FF2B5EF4-FFF2-40B4-BE49-F238E27FC236}">
                <a16:creationId xmlns:a16="http://schemas.microsoft.com/office/drawing/2014/main" id="{B18690F7-0CC3-4A81-2333-82F551900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879507" y="5419411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0" name="Freeform: Shape 8">
            <a:extLst>
              <a:ext uri="{FF2B5EF4-FFF2-40B4-BE49-F238E27FC236}">
                <a16:creationId xmlns:a16="http://schemas.microsoft.com/office/drawing/2014/main" id="{2AD7E1B5-43F5-AA4B-C9F4-7A7B6668F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5160311" y="2094269"/>
            <a:ext cx="1831860" cy="3988301"/>
          </a:xfrm>
          <a:custGeom>
            <a:avLst/>
            <a:gdLst>
              <a:gd name="connsiteX0" fmla="*/ 1134319 w 2268638"/>
              <a:gd name="connsiteY0" fmla="*/ 0 h 5034987"/>
              <a:gd name="connsiteX1" fmla="*/ 2268638 w 2268638"/>
              <a:gd name="connsiteY1" fmla="*/ 1134319 h 5034987"/>
              <a:gd name="connsiteX2" fmla="*/ 2268637 w 2268638"/>
              <a:gd name="connsiteY2" fmla="*/ 5034987 h 5034987"/>
              <a:gd name="connsiteX3" fmla="*/ 0 w 2268638"/>
              <a:gd name="connsiteY3" fmla="*/ 5034987 h 5034987"/>
              <a:gd name="connsiteX4" fmla="*/ 0 w 2268638"/>
              <a:gd name="connsiteY4" fmla="*/ 1134319 h 5034987"/>
              <a:gd name="connsiteX5" fmla="*/ 1134319 w 2268638"/>
              <a:gd name="connsiteY5" fmla="*/ 0 h 5034987"/>
              <a:gd name="connsiteX0" fmla="*/ 1134319 w 2268638"/>
              <a:gd name="connsiteY0" fmla="*/ 0 h 5034987"/>
              <a:gd name="connsiteX1" fmla="*/ 2268638 w 2268638"/>
              <a:gd name="connsiteY1" fmla="*/ 1134319 h 5034987"/>
              <a:gd name="connsiteX2" fmla="*/ 2268637 w 2268638"/>
              <a:gd name="connsiteY2" fmla="*/ 5034987 h 5034987"/>
              <a:gd name="connsiteX3" fmla="*/ 486137 w 2268638"/>
              <a:gd name="connsiteY3" fmla="*/ 5023412 h 5034987"/>
              <a:gd name="connsiteX4" fmla="*/ 0 w 2268638"/>
              <a:gd name="connsiteY4" fmla="*/ 5034987 h 5034987"/>
              <a:gd name="connsiteX5" fmla="*/ 0 w 2268638"/>
              <a:gd name="connsiteY5" fmla="*/ 1134319 h 5034987"/>
              <a:gd name="connsiteX6" fmla="*/ 1134319 w 2268638"/>
              <a:gd name="connsiteY6" fmla="*/ 0 h 5034987"/>
              <a:gd name="connsiteX0" fmla="*/ 486137 w 2268638"/>
              <a:gd name="connsiteY0" fmla="*/ 5023412 h 5114852"/>
              <a:gd name="connsiteX1" fmla="*/ 0 w 2268638"/>
              <a:gd name="connsiteY1" fmla="*/ 5034987 h 5114852"/>
              <a:gd name="connsiteX2" fmla="*/ 0 w 2268638"/>
              <a:gd name="connsiteY2" fmla="*/ 1134319 h 5114852"/>
              <a:gd name="connsiteX3" fmla="*/ 1134319 w 2268638"/>
              <a:gd name="connsiteY3" fmla="*/ 0 h 5114852"/>
              <a:gd name="connsiteX4" fmla="*/ 2268638 w 2268638"/>
              <a:gd name="connsiteY4" fmla="*/ 1134319 h 5114852"/>
              <a:gd name="connsiteX5" fmla="*/ 2268637 w 2268638"/>
              <a:gd name="connsiteY5" fmla="*/ 5034987 h 5114852"/>
              <a:gd name="connsiteX6" fmla="*/ 577577 w 2268638"/>
              <a:gd name="connsiteY6" fmla="*/ 5114852 h 5114852"/>
              <a:gd name="connsiteX0" fmla="*/ 486137 w 2268638"/>
              <a:gd name="connsiteY0" fmla="*/ 5023412 h 5034987"/>
              <a:gd name="connsiteX1" fmla="*/ 0 w 2268638"/>
              <a:gd name="connsiteY1" fmla="*/ 5034987 h 5034987"/>
              <a:gd name="connsiteX2" fmla="*/ 0 w 2268638"/>
              <a:gd name="connsiteY2" fmla="*/ 1134319 h 5034987"/>
              <a:gd name="connsiteX3" fmla="*/ 1134319 w 2268638"/>
              <a:gd name="connsiteY3" fmla="*/ 0 h 5034987"/>
              <a:gd name="connsiteX4" fmla="*/ 2268638 w 2268638"/>
              <a:gd name="connsiteY4" fmla="*/ 1134319 h 5034987"/>
              <a:gd name="connsiteX5" fmla="*/ 2268637 w 2268638"/>
              <a:gd name="connsiteY5" fmla="*/ 5034987 h 5034987"/>
              <a:gd name="connsiteX0" fmla="*/ 0 w 2268638"/>
              <a:gd name="connsiteY0" fmla="*/ 5034987 h 5034987"/>
              <a:gd name="connsiteX1" fmla="*/ 0 w 2268638"/>
              <a:gd name="connsiteY1" fmla="*/ 1134319 h 5034987"/>
              <a:gd name="connsiteX2" fmla="*/ 1134319 w 2268638"/>
              <a:gd name="connsiteY2" fmla="*/ 0 h 5034987"/>
              <a:gd name="connsiteX3" fmla="*/ 2268638 w 2268638"/>
              <a:gd name="connsiteY3" fmla="*/ 1134319 h 5034987"/>
              <a:gd name="connsiteX4" fmla="*/ 2268637 w 2268638"/>
              <a:gd name="connsiteY4" fmla="*/ 5034987 h 503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8638" h="5034987">
                <a:moveTo>
                  <a:pt x="0" y="5034987"/>
                </a:moveTo>
                <a:lnTo>
                  <a:pt x="0" y="1134319"/>
                </a:lnTo>
                <a:cubicBezTo>
                  <a:pt x="0" y="507852"/>
                  <a:pt x="507852" y="0"/>
                  <a:pt x="1134319" y="0"/>
                </a:cubicBezTo>
                <a:cubicBezTo>
                  <a:pt x="1760786" y="0"/>
                  <a:pt x="2268638" y="507852"/>
                  <a:pt x="2268638" y="1134319"/>
                </a:cubicBezTo>
                <a:cubicBezTo>
                  <a:pt x="2268638" y="2434542"/>
                  <a:pt x="2268637" y="3734764"/>
                  <a:pt x="2268637" y="5034987"/>
                </a:cubicBezTo>
              </a:path>
            </a:pathLst>
          </a:custGeom>
          <a:noFill/>
          <a:ln>
            <a:solidFill>
              <a:schemeClr val="tx1">
                <a:alpha val="40000"/>
              </a:schemeClr>
            </a:solidFill>
            <a:prstDash val="dash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170072F3-485C-71D2-6614-C68EABC5F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CED45EB-CA8D-2EBD-0965-E6FEC4272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805550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2013" y="835983"/>
            <a:ext cx="10504000" cy="1101394"/>
          </a:xfrm>
        </p:spPr>
        <p:txBody>
          <a:bodyPr anchor="b"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FC3AD345-5725-4194-30F5-9464DB0F892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22685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0B2A43A-4011-3150-37FF-CDAA00D1FC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6250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3CF7AD25-AB7B-EDB3-88D7-930BD82D99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250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CA43D5B7-B43F-3988-E9BA-9EC6DD74C1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877948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28D490E-BCD9-F5BD-3001-E54CAE5488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46046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E90F1AF-FABC-69A4-57F9-02FEEC2D80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6046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248B268-9019-F21D-A6D5-820E2928E5F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33211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CC85C39-CD2C-6707-E229-98AD380D0A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2143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5BCFE58-E213-AF4E-97E9-0F38693F3E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02143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26F3044-7765-F477-D32C-4962CDBB295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388473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098182F-B410-1A03-C48A-02C44658B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71564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DF18BA57-4ECA-6719-5A69-A5A04C9F22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1564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9CFA80-D4AA-3368-BD6D-83BCAE936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A3242F8-9F2E-AD2D-10CD-37A53D94F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31078A5-5A4A-623A-01B6-2AAAAF90E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14">
            <a:extLst>
              <a:ext uri="{FF2B5EF4-FFF2-40B4-BE49-F238E27FC236}">
                <a16:creationId xmlns:a16="http://schemas.microsoft.com/office/drawing/2014/main" id="{31074CC2-5937-AFC8-1A1A-7A015DAE7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82042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5">
            <a:extLst>
              <a:ext uri="{FF2B5EF4-FFF2-40B4-BE49-F238E27FC236}">
                <a16:creationId xmlns:a16="http://schemas.microsoft.com/office/drawing/2014/main" id="{64DE9D23-BE63-F4BA-C094-88F0662C2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41804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6">
            <a:extLst>
              <a:ext uri="{FF2B5EF4-FFF2-40B4-BE49-F238E27FC236}">
                <a16:creationId xmlns:a16="http://schemas.microsoft.com/office/drawing/2014/main" id="{EE609DF1-B11E-F16C-4627-773F9ED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01566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915670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41447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7EF3883-1825-BE98-6A0D-E5F37120BE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9810" y="248648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B5B1545-4ACF-EE87-EB8A-9B9EA972A5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9812" y="323794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356766D-F5E2-7904-2225-4694EA4883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79810" y="418105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7425909-B584-C128-E335-0223B01043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79812" y="493251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FBF39DC5-6867-0012-C4D0-DEE4708FC8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73618" y="245358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B999FF2-3B3C-CAE5-8C40-0534622067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73618" y="320504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278CD6C-407A-4526-79EE-4485678B97A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73618" y="414815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CAD15B38-6459-7007-6121-FBC970B533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73618" y="489961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D31E811-3CD5-0EFF-DE01-1A00973F0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29B724C-47BD-4F2A-3B9E-0708E9CC8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C7665F0-017D-E5C3-9424-10E68875D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05921472-2B94-11CA-0EA0-AF6AEF589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03DC96CF-757E-BC05-38D0-8715C9F69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37CA06D-1180-342A-AFB2-C32BF9EEB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62DA1D6D-422E-EEDA-8DC9-5C5EAC473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840308-043D-3A53-DA0F-093E337CA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68068" y="4071131"/>
            <a:ext cx="90558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E90AB7-76A7-3140-4836-F21F77720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598756"/>
            <a:ext cx="0" cy="3272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24735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312063DD-D3D1-D48D-11EA-EDAC9FBAC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2586118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4C921615-3B06-6595-B602-0F0849223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3548489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E9E2CA2E-652A-8147-2CBE-16BDA0723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450451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9">
            <a:extLst>
              <a:ext uri="{FF2B5EF4-FFF2-40B4-BE49-F238E27FC236}">
                <a16:creationId xmlns:a16="http://schemas.microsoft.com/office/drawing/2014/main" id="{1DF87C2B-8C15-4832-1A18-30D66F9D5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5473231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8" y="481646"/>
            <a:ext cx="7016816" cy="1642534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87DD0197-E213-DF84-42CD-9887AC3B20D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74559" y="1660358"/>
            <a:ext cx="3284621" cy="4393308"/>
          </a:xfrm>
          <a:custGeom>
            <a:avLst/>
            <a:gdLst>
              <a:gd name="connsiteX0" fmla="*/ 0 w 3284621"/>
              <a:gd name="connsiteY0" fmla="*/ 0 h 4393308"/>
              <a:gd name="connsiteX1" fmla="*/ 3284621 w 3284621"/>
              <a:gd name="connsiteY1" fmla="*/ 0 h 4393308"/>
              <a:gd name="connsiteX2" fmla="*/ 3284621 w 3284621"/>
              <a:gd name="connsiteY2" fmla="*/ 3448155 h 4393308"/>
              <a:gd name="connsiteX3" fmla="*/ 2529949 w 3284621"/>
              <a:gd name="connsiteY3" fmla="*/ 4374107 h 4393308"/>
              <a:gd name="connsiteX4" fmla="*/ 2339477 w 3284621"/>
              <a:gd name="connsiteY4" fmla="*/ 4393308 h 4393308"/>
              <a:gd name="connsiteX5" fmla="*/ 0 w 3284621"/>
              <a:gd name="connsiteY5" fmla="*/ 4393308 h 439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4621" h="4393308">
                <a:moveTo>
                  <a:pt x="0" y="0"/>
                </a:moveTo>
                <a:lnTo>
                  <a:pt x="3284621" y="0"/>
                </a:lnTo>
                <a:lnTo>
                  <a:pt x="3284621" y="3448155"/>
                </a:lnTo>
                <a:cubicBezTo>
                  <a:pt x="3284621" y="3904900"/>
                  <a:pt x="2960639" y="4285975"/>
                  <a:pt x="2529949" y="4374107"/>
                </a:cubicBezTo>
                <a:lnTo>
                  <a:pt x="2339477" y="4393308"/>
                </a:lnTo>
                <a:lnTo>
                  <a:pt x="0" y="43933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0AA0A21-9643-792E-B40A-5DB89874EBD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99627" y="2583005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4B5D46-5C52-2DA2-8089-EA46733694B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71558" y="2528003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504FA2-31FE-468B-69A7-13D5BA10A66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7" y="2846802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356F2BD-7A25-B79B-656B-55AA898FA3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99627" y="3545436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08D75F3-D873-218C-C569-C3DBD13C44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71558" y="3476717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37C09B9-3E6B-9A4E-4AA0-F5217106EA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7" y="3795516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47D3529-314A-3D85-945A-77F8AFC105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99627" y="4507867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CBE0DD6D-C751-78D6-C3E6-B5A77EC802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71558" y="4425427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DDB38E9-51B6-8E45-20E9-889F943BBB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1557" y="4744226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79B2345-6BEF-29F4-02D1-5CE78871AB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99627" y="5470299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4751958F-7DE9-CA8B-AD8C-3B50910872C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71558" y="5375724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FC535E19-3BFE-726B-0921-3D3C814BB8A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71557" y="5694523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13182C9-E43B-4F41-1699-C6BD1ACD7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9C277D2-123D-59B7-B6D8-233FA49BB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AE435D-BDC8-3958-F039-8FE4CF186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0484DEC-5F3C-C8B6-FF32-A87C00F2A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5497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71BB0B2E-198F-B445-B5B4-A2D4125BA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03838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94" y="664753"/>
            <a:ext cx="10404806" cy="1336218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28BEF0A-3979-E72C-A4EE-5F1F637674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153" y="2421470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20A46D8-C1DF-89B6-4A51-7FEB6D1AB1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8153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558D232-6427-2E85-B213-F223738026B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679357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0645D0BC-A9DA-E12F-8E3A-D92E84DFAE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79357" y="3805737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29BC67B-8DB8-ED49-A71F-203D191FFC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21374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5A65D9FC-079A-41A1-AD63-4FC557FAFE4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1374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35C612D0-E6BA-201C-B813-2AF097C445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63391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0A4EBF8-90AB-2AD7-7DE7-28533F6841D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63391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3E57881-0F22-B028-F6F5-D6CC95E7B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CDC47F-058C-1544-C172-0CF7FD50F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013B132-4B65-6444-B551-EFCA3C00F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9737AD9D-036B-D686-E1F7-D96BA9CE4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31C53475-91B5-C2EE-3B43-0929FF08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DD4FCC2-EFD7-465D-BCEC-F58C8C879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CC192184-488F-FD72-3C76-41CA9EA4F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4">
            <a:extLst>
              <a:ext uri="{FF2B5EF4-FFF2-40B4-BE49-F238E27FC236}">
                <a16:creationId xmlns:a16="http://schemas.microsoft.com/office/drawing/2014/main" id="{5842CD27-CDAB-FAF1-4CE8-A5000A356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77173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935411DC-B457-41AD-D330-F241093DB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19191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792ABE52-35D0-6CC6-55AA-1493BF6FB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61209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951038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8">
            <a:extLst>
              <a:ext uri="{FF2B5EF4-FFF2-40B4-BE49-F238E27FC236}">
                <a16:creationId xmlns:a16="http://schemas.microsoft.com/office/drawing/2014/main" id="{F219FF9B-2AB2-FF14-1C42-267613829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2886571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0DC9388-2CF6-5752-E430-B0454588A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4175909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1" name="Rectangle 48">
            <a:extLst>
              <a:ext uri="{FF2B5EF4-FFF2-40B4-BE49-F238E27FC236}">
                <a16:creationId xmlns:a16="http://schemas.microsoft.com/office/drawing/2014/main" id="{4800356D-3D68-4E92-38D5-018F74A5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5465247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8" y="481646"/>
            <a:ext cx="7016816" cy="1642534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5BA2974B-49DF-3651-519D-5AB366F004D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4210774" cy="6858000"/>
          </a:xfrm>
          <a:custGeom>
            <a:avLst/>
            <a:gdLst>
              <a:gd name="connsiteX0" fmla="*/ 0 w 4210774"/>
              <a:gd name="connsiteY0" fmla="*/ 0 h 6858000"/>
              <a:gd name="connsiteX1" fmla="*/ 660400 w 4210774"/>
              <a:gd name="connsiteY1" fmla="*/ 0 h 6858000"/>
              <a:gd name="connsiteX2" fmla="*/ 1028700 w 4210774"/>
              <a:gd name="connsiteY2" fmla="*/ 0 h 6858000"/>
              <a:gd name="connsiteX3" fmla="*/ 3466332 w 4210774"/>
              <a:gd name="connsiteY3" fmla="*/ 0 h 6858000"/>
              <a:gd name="connsiteX4" fmla="*/ 4210774 w 4210774"/>
              <a:gd name="connsiteY4" fmla="*/ 744442 h 6858000"/>
              <a:gd name="connsiteX5" fmla="*/ 4210774 w 4210774"/>
              <a:gd name="connsiteY5" fmla="*/ 6858000 h 6858000"/>
              <a:gd name="connsiteX6" fmla="*/ 1028700 w 4210774"/>
              <a:gd name="connsiteY6" fmla="*/ 6858000 h 6858000"/>
              <a:gd name="connsiteX7" fmla="*/ 660400 w 4210774"/>
              <a:gd name="connsiteY7" fmla="*/ 6858000 h 6858000"/>
              <a:gd name="connsiteX8" fmla="*/ 0 w 4210774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0774" h="6858000">
                <a:moveTo>
                  <a:pt x="0" y="0"/>
                </a:moveTo>
                <a:lnTo>
                  <a:pt x="660400" y="0"/>
                </a:lnTo>
                <a:lnTo>
                  <a:pt x="1028700" y="0"/>
                </a:lnTo>
                <a:lnTo>
                  <a:pt x="3466332" y="0"/>
                </a:lnTo>
                <a:cubicBezTo>
                  <a:pt x="3877476" y="0"/>
                  <a:pt x="4210774" y="333298"/>
                  <a:pt x="4210774" y="744442"/>
                </a:cubicBezTo>
                <a:lnTo>
                  <a:pt x="4210774" y="6858000"/>
                </a:lnTo>
                <a:lnTo>
                  <a:pt x="1028700" y="6858000"/>
                </a:lnTo>
                <a:lnTo>
                  <a:pt x="6604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FE3AEC9-EFD5-752C-B069-C72EB6BC68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76360" y="289026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F9B8F46-AC0B-8FA1-C523-CF07533604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71558" y="2826851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4C1C2E9-CE9E-CB42-8A96-9163BED4027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7" y="3145650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93FF2F-B192-CE88-DD52-228CC59E68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6360" y="4173480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341B4613-7F18-F348-A0D5-1A6F1E22A6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71555" y="4103192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96AABFD-E1D2-F043-514A-DE1FF59810C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4" y="4434691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96F6E1F-8FDA-954E-935D-511AD1C1C3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76360" y="546509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FCF7760-891C-DE83-4D8A-42471D9674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71555" y="5375953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9CF86D2-5E53-A8AE-8C23-3A6D4607E88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1554" y="5705922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B4B489D2-4AE6-F4D6-9934-750DACF527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E49C402-28ED-C05F-9B69-1D2B67A10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FD68EAB-FDC4-C6A2-ADBB-1C2A4C0B1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987C3128-989C-3D0C-C502-4AEEE57A2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000626" y="8950"/>
            <a:ext cx="0" cy="684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44B57F24-6A05-F896-ADC6-5E62E1764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6346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914816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411AC7-7C73-0770-E586-60D7DF67D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9A02A4-90B2-F621-2C48-053856927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2197B5-4EE8-CC14-4097-04B951FD9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68292329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8C5D408-FFA2-C974-5FEF-CC27E5CC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ACDBC60-5DF7-DE99-0EC9-EBE53A356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36DCDC3-178E-8B95-7074-DE6CCA64F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CDAA91D8-83E5-F6A5-73F7-332B82EF9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21357E9-5725-711B-9A81-C74A9E58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42304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68B94C1-75B8-863F-960B-8786E9F6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6F973C8-8AF3-68C3-3AD0-FB5CD9ECA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B8209AD-BB7C-894A-7EE2-639C0FC37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4193EBB3-CE5F-A8BE-28F8-FC0734E92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196F95E7-D1CA-3B84-305B-BF7A68286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51612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8D387AC-5041-4BBD-7A52-6E3AE9E5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385A3C-B30C-0D20-0384-965032C54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3BB09-562E-C7FE-E47E-94C117C17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018DAF8-7D84-87BB-5E5A-4E2B4E47C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F8DD68C9-ACCE-74DD-5873-5F94A7E75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47393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3B652D-563A-C94A-A80F-37E30BB0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B469B7B-575C-C7B6-33FA-91A14DEF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084A6E-E5C4-0F80-C9A8-1A03B598C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3A4E4F4-19A2-02D9-2198-CCD4837C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0E658B9B-3A7A-CA54-A5EF-D656D0A1F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081110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A82AABF-6C46-C7AD-A4C0-E45FB6194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4015" y="1597866"/>
            <a:ext cx="9758710" cy="357025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CB038B6-4602-D699-13D8-B547493FE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2F764CB-3F63-304F-B1A6-306F5B150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2152872-FA9B-0540-760C-C649EEBA0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9E7F9F25-6C66-45A9-994C-15E946ED2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2610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2">
            <a:extLst>
              <a:ext uri="{FF2B5EF4-FFF2-40B4-BE49-F238E27FC236}">
                <a16:creationId xmlns:a16="http://schemas.microsoft.com/office/drawing/2014/main" id="{A37C7A4F-3518-6695-ED4C-3D6F39E8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5853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761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9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42" Type="http://schemas.openxmlformats.org/officeDocument/2006/relationships/slideLayout" Target="../slideLayouts/slideLayout68.xml"/><Relationship Id="rId47" Type="http://schemas.openxmlformats.org/officeDocument/2006/relationships/slideLayout" Target="../slideLayouts/slideLayout73.xml"/><Relationship Id="rId50" Type="http://schemas.openxmlformats.org/officeDocument/2006/relationships/slideLayout" Target="../slideLayouts/slideLayout76.xml"/><Relationship Id="rId55" Type="http://schemas.openxmlformats.org/officeDocument/2006/relationships/slideLayout" Target="../slideLayouts/slideLayout81.xml"/><Relationship Id="rId63" Type="http://schemas.openxmlformats.org/officeDocument/2006/relationships/theme" Target="../theme/theme3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63.xml"/><Relationship Id="rId40" Type="http://schemas.openxmlformats.org/officeDocument/2006/relationships/slideLayout" Target="../slideLayouts/slideLayout66.xml"/><Relationship Id="rId45" Type="http://schemas.openxmlformats.org/officeDocument/2006/relationships/slideLayout" Target="../slideLayouts/slideLayout71.xml"/><Relationship Id="rId53" Type="http://schemas.openxmlformats.org/officeDocument/2006/relationships/slideLayout" Target="../slideLayouts/slideLayout79.xml"/><Relationship Id="rId58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1.xml"/><Relationship Id="rId61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43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82.xml"/><Relationship Id="rId8" Type="http://schemas.openxmlformats.org/officeDocument/2006/relationships/slideLayout" Target="../slideLayouts/slideLayout34.xml"/><Relationship Id="rId51" Type="http://schemas.openxmlformats.org/officeDocument/2006/relationships/slideLayout" Target="../slideLayouts/slideLayout77.xml"/><Relationship Id="rId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64.xml"/><Relationship Id="rId46" Type="http://schemas.openxmlformats.org/officeDocument/2006/relationships/slideLayout" Target="../slideLayouts/slideLayout72.xml"/><Relationship Id="rId5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46.xml"/><Relationship Id="rId41" Type="http://schemas.openxmlformats.org/officeDocument/2006/relationships/slideLayout" Target="../slideLayouts/slideLayout67.xml"/><Relationship Id="rId54" Type="http://schemas.openxmlformats.org/officeDocument/2006/relationships/slideLayout" Target="../slideLayouts/slideLayout80.xml"/><Relationship Id="rId6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62.xml"/><Relationship Id="rId49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36.xml"/><Relationship Id="rId31" Type="http://schemas.openxmlformats.org/officeDocument/2006/relationships/slideLayout" Target="../slideLayouts/slideLayout57.xml"/><Relationship Id="rId44" Type="http://schemas.openxmlformats.org/officeDocument/2006/relationships/slideLayout" Target="../slideLayouts/slideLayout70.xml"/><Relationship Id="rId52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1.xml"/><Relationship Id="rId18" Type="http://schemas.openxmlformats.org/officeDocument/2006/relationships/slideLayout" Target="../slideLayouts/slideLayout106.xml"/><Relationship Id="rId26" Type="http://schemas.openxmlformats.org/officeDocument/2006/relationships/slideLayout" Target="../slideLayouts/slideLayout114.xml"/><Relationship Id="rId39" Type="http://schemas.openxmlformats.org/officeDocument/2006/relationships/slideLayout" Target="../slideLayouts/slideLayout127.xml"/><Relationship Id="rId21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122.xml"/><Relationship Id="rId42" Type="http://schemas.openxmlformats.org/officeDocument/2006/relationships/slideLayout" Target="../slideLayouts/slideLayout130.xml"/><Relationship Id="rId47" Type="http://schemas.openxmlformats.org/officeDocument/2006/relationships/slideLayout" Target="../slideLayouts/slideLayout135.xml"/><Relationship Id="rId50" Type="http://schemas.openxmlformats.org/officeDocument/2006/relationships/slideLayout" Target="../slideLayouts/slideLayout138.xml"/><Relationship Id="rId55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04.xml"/><Relationship Id="rId29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112.xml"/><Relationship Id="rId32" Type="http://schemas.openxmlformats.org/officeDocument/2006/relationships/slideLayout" Target="../slideLayouts/slideLayout120.xml"/><Relationship Id="rId37" Type="http://schemas.openxmlformats.org/officeDocument/2006/relationships/slideLayout" Target="../slideLayouts/slideLayout125.xml"/><Relationship Id="rId40" Type="http://schemas.openxmlformats.org/officeDocument/2006/relationships/slideLayout" Target="../slideLayouts/slideLayout128.xml"/><Relationship Id="rId45" Type="http://schemas.openxmlformats.org/officeDocument/2006/relationships/slideLayout" Target="../slideLayouts/slideLayout133.xml"/><Relationship Id="rId53" Type="http://schemas.openxmlformats.org/officeDocument/2006/relationships/slideLayout" Target="../slideLayouts/slideLayout141.xml"/><Relationship Id="rId58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93.xml"/><Relationship Id="rId61" Type="http://schemas.openxmlformats.org/officeDocument/2006/relationships/slideLayout" Target="../slideLayouts/slideLayout149.xml"/><Relationship Id="rId1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2.xml"/><Relationship Id="rId22" Type="http://schemas.openxmlformats.org/officeDocument/2006/relationships/slideLayout" Target="../slideLayouts/slideLayout110.xml"/><Relationship Id="rId27" Type="http://schemas.openxmlformats.org/officeDocument/2006/relationships/slideLayout" Target="../slideLayouts/slideLayout115.xml"/><Relationship Id="rId30" Type="http://schemas.openxmlformats.org/officeDocument/2006/relationships/slideLayout" Target="../slideLayouts/slideLayout118.xml"/><Relationship Id="rId35" Type="http://schemas.openxmlformats.org/officeDocument/2006/relationships/slideLayout" Target="../slideLayouts/slideLayout123.xml"/><Relationship Id="rId43" Type="http://schemas.openxmlformats.org/officeDocument/2006/relationships/slideLayout" Target="../slideLayouts/slideLayout131.xml"/><Relationship Id="rId48" Type="http://schemas.openxmlformats.org/officeDocument/2006/relationships/slideLayout" Target="../slideLayouts/slideLayout136.xml"/><Relationship Id="rId56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96.xml"/><Relationship Id="rId51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5.xml"/><Relationship Id="rId25" Type="http://schemas.openxmlformats.org/officeDocument/2006/relationships/slideLayout" Target="../slideLayouts/slideLayout113.xml"/><Relationship Id="rId33" Type="http://schemas.openxmlformats.org/officeDocument/2006/relationships/slideLayout" Target="../slideLayouts/slideLayout121.xml"/><Relationship Id="rId38" Type="http://schemas.openxmlformats.org/officeDocument/2006/relationships/slideLayout" Target="../slideLayouts/slideLayout126.xml"/><Relationship Id="rId46" Type="http://schemas.openxmlformats.org/officeDocument/2006/relationships/slideLayout" Target="../slideLayouts/slideLayout134.xml"/><Relationship Id="rId59" Type="http://schemas.openxmlformats.org/officeDocument/2006/relationships/slideLayout" Target="../slideLayouts/slideLayout147.xml"/><Relationship Id="rId20" Type="http://schemas.openxmlformats.org/officeDocument/2006/relationships/slideLayout" Target="../slideLayouts/slideLayout108.xml"/><Relationship Id="rId41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142.xml"/><Relationship Id="rId62" Type="http://schemas.openxmlformats.org/officeDocument/2006/relationships/theme" Target="../theme/theme4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3.xml"/><Relationship Id="rId23" Type="http://schemas.openxmlformats.org/officeDocument/2006/relationships/slideLayout" Target="../slideLayouts/slideLayout111.xml"/><Relationship Id="rId28" Type="http://schemas.openxmlformats.org/officeDocument/2006/relationships/slideLayout" Target="../slideLayouts/slideLayout116.xml"/><Relationship Id="rId36" Type="http://schemas.openxmlformats.org/officeDocument/2006/relationships/slideLayout" Target="../slideLayouts/slideLayout124.xml"/><Relationship Id="rId49" Type="http://schemas.openxmlformats.org/officeDocument/2006/relationships/slideLayout" Target="../slideLayouts/slideLayout137.xml"/><Relationship Id="rId57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98.xml"/><Relationship Id="rId31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132.xml"/><Relationship Id="rId52" Type="http://schemas.openxmlformats.org/officeDocument/2006/relationships/slideLayout" Target="../slideLayouts/slideLayout140.xml"/><Relationship Id="rId60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2.xml"/><Relationship Id="rId18" Type="http://schemas.openxmlformats.org/officeDocument/2006/relationships/slideLayout" Target="../slideLayouts/slideLayout167.xml"/><Relationship Id="rId26" Type="http://schemas.openxmlformats.org/officeDocument/2006/relationships/slideLayout" Target="../slideLayouts/slideLayout175.xml"/><Relationship Id="rId39" Type="http://schemas.openxmlformats.org/officeDocument/2006/relationships/slideLayout" Target="../slideLayouts/slideLayout188.xml"/><Relationship Id="rId21" Type="http://schemas.openxmlformats.org/officeDocument/2006/relationships/slideLayout" Target="../slideLayouts/slideLayout170.xml"/><Relationship Id="rId34" Type="http://schemas.openxmlformats.org/officeDocument/2006/relationships/slideLayout" Target="../slideLayouts/slideLayout183.xml"/><Relationship Id="rId42" Type="http://schemas.openxmlformats.org/officeDocument/2006/relationships/slideLayout" Target="../slideLayouts/slideLayout191.xml"/><Relationship Id="rId47" Type="http://schemas.openxmlformats.org/officeDocument/2006/relationships/slideLayout" Target="../slideLayouts/slideLayout196.xml"/><Relationship Id="rId50" Type="http://schemas.openxmlformats.org/officeDocument/2006/relationships/slideLayout" Target="../slideLayouts/slideLayout199.xml"/><Relationship Id="rId55" Type="http://schemas.openxmlformats.org/officeDocument/2006/relationships/slideLayout" Target="../slideLayouts/slideLayout204.xml"/><Relationship Id="rId63" Type="http://schemas.openxmlformats.org/officeDocument/2006/relationships/theme" Target="../theme/theme5.xml"/><Relationship Id="rId7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65.xml"/><Relationship Id="rId29" Type="http://schemas.openxmlformats.org/officeDocument/2006/relationships/slideLayout" Target="../slideLayouts/slideLayout178.xml"/><Relationship Id="rId11" Type="http://schemas.openxmlformats.org/officeDocument/2006/relationships/slideLayout" Target="../slideLayouts/slideLayout160.xml"/><Relationship Id="rId24" Type="http://schemas.openxmlformats.org/officeDocument/2006/relationships/slideLayout" Target="../slideLayouts/slideLayout173.xml"/><Relationship Id="rId32" Type="http://schemas.openxmlformats.org/officeDocument/2006/relationships/slideLayout" Target="../slideLayouts/slideLayout181.xml"/><Relationship Id="rId37" Type="http://schemas.openxmlformats.org/officeDocument/2006/relationships/slideLayout" Target="../slideLayouts/slideLayout186.xml"/><Relationship Id="rId40" Type="http://schemas.openxmlformats.org/officeDocument/2006/relationships/slideLayout" Target="../slideLayouts/slideLayout189.xml"/><Relationship Id="rId45" Type="http://schemas.openxmlformats.org/officeDocument/2006/relationships/slideLayout" Target="../slideLayouts/slideLayout194.xml"/><Relationship Id="rId53" Type="http://schemas.openxmlformats.org/officeDocument/2006/relationships/slideLayout" Target="../slideLayouts/slideLayout202.xml"/><Relationship Id="rId58" Type="http://schemas.openxmlformats.org/officeDocument/2006/relationships/slideLayout" Target="../slideLayouts/slideLayout207.xml"/><Relationship Id="rId5" Type="http://schemas.openxmlformats.org/officeDocument/2006/relationships/slideLayout" Target="../slideLayouts/slideLayout154.xml"/><Relationship Id="rId61" Type="http://schemas.openxmlformats.org/officeDocument/2006/relationships/slideLayout" Target="../slideLayouts/slideLayout210.xml"/><Relationship Id="rId19" Type="http://schemas.openxmlformats.org/officeDocument/2006/relationships/slideLayout" Target="../slideLayouts/slideLayout168.xml"/><Relationship Id="rId14" Type="http://schemas.openxmlformats.org/officeDocument/2006/relationships/slideLayout" Target="../slideLayouts/slideLayout163.xml"/><Relationship Id="rId22" Type="http://schemas.openxmlformats.org/officeDocument/2006/relationships/slideLayout" Target="../slideLayouts/slideLayout171.xml"/><Relationship Id="rId27" Type="http://schemas.openxmlformats.org/officeDocument/2006/relationships/slideLayout" Target="../slideLayouts/slideLayout176.xml"/><Relationship Id="rId30" Type="http://schemas.openxmlformats.org/officeDocument/2006/relationships/slideLayout" Target="../slideLayouts/slideLayout179.xml"/><Relationship Id="rId35" Type="http://schemas.openxmlformats.org/officeDocument/2006/relationships/slideLayout" Target="../slideLayouts/slideLayout184.xml"/><Relationship Id="rId43" Type="http://schemas.openxmlformats.org/officeDocument/2006/relationships/slideLayout" Target="../slideLayouts/slideLayout192.xml"/><Relationship Id="rId48" Type="http://schemas.openxmlformats.org/officeDocument/2006/relationships/slideLayout" Target="../slideLayouts/slideLayout197.xml"/><Relationship Id="rId56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157.xml"/><Relationship Id="rId51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61.xml"/><Relationship Id="rId17" Type="http://schemas.openxmlformats.org/officeDocument/2006/relationships/slideLayout" Target="../slideLayouts/slideLayout166.xml"/><Relationship Id="rId25" Type="http://schemas.openxmlformats.org/officeDocument/2006/relationships/slideLayout" Target="../slideLayouts/slideLayout174.xml"/><Relationship Id="rId33" Type="http://schemas.openxmlformats.org/officeDocument/2006/relationships/slideLayout" Target="../slideLayouts/slideLayout182.xml"/><Relationship Id="rId38" Type="http://schemas.openxmlformats.org/officeDocument/2006/relationships/slideLayout" Target="../slideLayouts/slideLayout187.xml"/><Relationship Id="rId46" Type="http://schemas.openxmlformats.org/officeDocument/2006/relationships/slideLayout" Target="../slideLayouts/slideLayout195.xml"/><Relationship Id="rId59" Type="http://schemas.openxmlformats.org/officeDocument/2006/relationships/slideLayout" Target="../slideLayouts/slideLayout208.xml"/><Relationship Id="rId20" Type="http://schemas.openxmlformats.org/officeDocument/2006/relationships/slideLayout" Target="../slideLayouts/slideLayout169.xml"/><Relationship Id="rId41" Type="http://schemas.openxmlformats.org/officeDocument/2006/relationships/slideLayout" Target="../slideLayouts/slideLayout190.xml"/><Relationship Id="rId54" Type="http://schemas.openxmlformats.org/officeDocument/2006/relationships/slideLayout" Target="../slideLayouts/slideLayout203.xml"/><Relationship Id="rId62" Type="http://schemas.openxmlformats.org/officeDocument/2006/relationships/slideLayout" Target="../slideLayouts/slideLayout211.xml"/><Relationship Id="rId1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55.xml"/><Relationship Id="rId15" Type="http://schemas.openxmlformats.org/officeDocument/2006/relationships/slideLayout" Target="../slideLayouts/slideLayout164.xml"/><Relationship Id="rId23" Type="http://schemas.openxmlformats.org/officeDocument/2006/relationships/slideLayout" Target="../slideLayouts/slideLayout172.xml"/><Relationship Id="rId28" Type="http://schemas.openxmlformats.org/officeDocument/2006/relationships/slideLayout" Target="../slideLayouts/slideLayout177.xml"/><Relationship Id="rId36" Type="http://schemas.openxmlformats.org/officeDocument/2006/relationships/slideLayout" Target="../slideLayouts/slideLayout185.xml"/><Relationship Id="rId49" Type="http://schemas.openxmlformats.org/officeDocument/2006/relationships/slideLayout" Target="../slideLayouts/slideLayout198.xml"/><Relationship Id="rId57" Type="http://schemas.openxmlformats.org/officeDocument/2006/relationships/slideLayout" Target="../slideLayouts/slideLayout206.xml"/><Relationship Id="rId10" Type="http://schemas.openxmlformats.org/officeDocument/2006/relationships/slideLayout" Target="../slideLayouts/slideLayout159.xml"/><Relationship Id="rId31" Type="http://schemas.openxmlformats.org/officeDocument/2006/relationships/slideLayout" Target="../slideLayouts/slideLayout180.xml"/><Relationship Id="rId44" Type="http://schemas.openxmlformats.org/officeDocument/2006/relationships/slideLayout" Target="../slideLayouts/slideLayout193.xml"/><Relationship Id="rId52" Type="http://schemas.openxmlformats.org/officeDocument/2006/relationships/slideLayout" Target="../slideLayouts/slideLayout201.xml"/><Relationship Id="rId60" Type="http://schemas.openxmlformats.org/officeDocument/2006/relationships/slideLayout" Target="../slideLayouts/slideLayout209.xml"/><Relationship Id="rId4" Type="http://schemas.openxmlformats.org/officeDocument/2006/relationships/slideLayout" Target="../slideLayouts/slideLayout153.xml"/><Relationship Id="rId9" Type="http://schemas.openxmlformats.org/officeDocument/2006/relationships/slideLayout" Target="../slideLayouts/slideLayout1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B94F4E-FF39-0408-C3C6-A986750D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1" y="365125"/>
            <a:ext cx="10915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616EB-5E9D-04D9-F6DC-33F7E5BBA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460" y="1825625"/>
            <a:ext cx="109150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1C11A-4AAF-B1E1-B1F3-67C0A55EF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1033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spc="50" baseline="0">
                <a:solidFill>
                  <a:schemeClr val="accent2">
                    <a:lumMod val="90000"/>
                  </a:schemeClr>
                </a:solidFill>
                <a:latin typeface="+mn-lt"/>
              </a:defRPr>
            </a:lvl1pPr>
          </a:lstStyle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63DBDAD-8830-10AA-86C7-A42D12292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460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 spc="50" baseline="0">
                <a:solidFill>
                  <a:schemeClr val="accent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2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kern="1200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1" i="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ADB13491-D2D3-4083-6A8B-1287C22AE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7926D9C2-BC4F-E144-A16A-55FF6A79F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9E317CA0-22C4-CA77-01FA-B2BEFBBCD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86146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  <p:sldLayoutId id="2147483716" r:id="rId36"/>
    <p:sldLayoutId id="2147483717" r:id="rId37"/>
    <p:sldLayoutId id="2147483718" r:id="rId38"/>
    <p:sldLayoutId id="2147483719" r:id="rId39"/>
    <p:sldLayoutId id="2147483720" r:id="rId40"/>
    <p:sldLayoutId id="2147483721" r:id="rId41"/>
    <p:sldLayoutId id="2147483722" r:id="rId42"/>
    <p:sldLayoutId id="2147483723" r:id="rId43"/>
    <p:sldLayoutId id="2147483724" r:id="rId44"/>
    <p:sldLayoutId id="2147483725" r:id="rId45"/>
    <p:sldLayoutId id="2147483726" r:id="rId46"/>
    <p:sldLayoutId id="2147483727" r:id="rId47"/>
    <p:sldLayoutId id="2147483728" r:id="rId48"/>
    <p:sldLayoutId id="2147483729" r:id="rId49"/>
    <p:sldLayoutId id="2147483730" r:id="rId50"/>
    <p:sldLayoutId id="2147483731" r:id="rId51"/>
    <p:sldLayoutId id="2147483732" r:id="rId52"/>
    <p:sldLayoutId id="2147483733" r:id="rId53"/>
    <p:sldLayoutId id="2147483734" r:id="rId54"/>
    <p:sldLayoutId id="2147483735" r:id="rId55"/>
    <p:sldLayoutId id="2147483736" r:id="rId56"/>
    <p:sldLayoutId id="2147483737" r:id="rId57"/>
    <p:sldLayoutId id="2147483738" r:id="rId58"/>
    <p:sldLayoutId id="2147483739" r:id="rId59"/>
    <p:sldLayoutId id="2147483740" r:id="rId60"/>
    <p:sldLayoutId id="2147483741" r:id="rId61"/>
    <p:sldLayoutId id="2147483742" r:id="rId6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418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418"/>
              <a:t>Click to edit Master text styles</a:t>
            </a:r>
            <a:endParaRPr lang="en-US"/>
          </a:p>
          <a:p>
            <a:pPr lvl="1"/>
            <a:r>
              <a:rPr lang="en-US" sz="1418"/>
              <a:t>Second level</a:t>
            </a:r>
          </a:p>
          <a:p>
            <a:pPr lvl="2"/>
            <a:r>
              <a:rPr lang="en-US" sz="1418"/>
              <a:t>Third level</a:t>
            </a:r>
          </a:p>
          <a:p>
            <a:pPr lvl="3"/>
            <a:r>
              <a:rPr lang="en-US" sz="1418"/>
              <a:t>Fourth level</a:t>
            </a:r>
          </a:p>
          <a:p>
            <a:pPr lvl="4"/>
            <a:r>
              <a:rPr lang="en-US" sz="1418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9DDEA0E-07E9-13B1-EDC7-61BAFA5FF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A10547-A0BF-14BF-EF18-92FBBF644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 sz="12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13A03B-58A6-5266-F4CA-95B7A6F4B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 sz="12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2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  <p:sldLayoutId id="2147483762" r:id="rId19"/>
    <p:sldLayoutId id="2147483763" r:id="rId20"/>
    <p:sldLayoutId id="2147483764" r:id="rId21"/>
    <p:sldLayoutId id="2147483765" r:id="rId22"/>
    <p:sldLayoutId id="2147483766" r:id="rId23"/>
    <p:sldLayoutId id="2147483767" r:id="rId24"/>
    <p:sldLayoutId id="2147483768" r:id="rId25"/>
    <p:sldLayoutId id="2147483769" r:id="rId26"/>
    <p:sldLayoutId id="2147483770" r:id="rId27"/>
    <p:sldLayoutId id="2147483771" r:id="rId28"/>
    <p:sldLayoutId id="2147483772" r:id="rId29"/>
    <p:sldLayoutId id="2147483773" r:id="rId30"/>
    <p:sldLayoutId id="2147483774" r:id="rId31"/>
    <p:sldLayoutId id="2147483775" r:id="rId32"/>
    <p:sldLayoutId id="2147483776" r:id="rId33"/>
    <p:sldLayoutId id="2147483777" r:id="rId34"/>
    <p:sldLayoutId id="2147483778" r:id="rId35"/>
    <p:sldLayoutId id="2147483779" r:id="rId36"/>
    <p:sldLayoutId id="2147483780" r:id="rId37"/>
    <p:sldLayoutId id="2147483781" r:id="rId38"/>
    <p:sldLayoutId id="2147483782" r:id="rId39"/>
    <p:sldLayoutId id="2147483783" r:id="rId40"/>
    <p:sldLayoutId id="2147483784" r:id="rId41"/>
    <p:sldLayoutId id="2147483785" r:id="rId42"/>
    <p:sldLayoutId id="2147483786" r:id="rId43"/>
    <p:sldLayoutId id="2147483787" r:id="rId44"/>
    <p:sldLayoutId id="2147483788" r:id="rId45"/>
    <p:sldLayoutId id="2147483789" r:id="rId46"/>
    <p:sldLayoutId id="2147483790" r:id="rId47"/>
    <p:sldLayoutId id="2147483791" r:id="rId48"/>
    <p:sldLayoutId id="2147483792" r:id="rId49"/>
    <p:sldLayoutId id="2147483793" r:id="rId50"/>
    <p:sldLayoutId id="2147483794" r:id="rId51"/>
    <p:sldLayoutId id="2147483795" r:id="rId52"/>
    <p:sldLayoutId id="2147483796" r:id="rId53"/>
    <p:sldLayoutId id="2147483797" r:id="rId54"/>
    <p:sldLayoutId id="2147483798" r:id="rId55"/>
    <p:sldLayoutId id="2147483799" r:id="rId56"/>
    <p:sldLayoutId id="2147483800" r:id="rId57"/>
    <p:sldLayoutId id="2147483801" r:id="rId58"/>
    <p:sldLayoutId id="2147483802" r:id="rId59"/>
    <p:sldLayoutId id="2147483803" r:id="rId60"/>
    <p:sldLayoutId id="2147483804" r:id="rId6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ADB13491-D2D3-4083-6A8B-1287C22AE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7926D9C2-BC4F-E144-A16A-55FF6A79F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9E317CA0-22C4-CA77-01FA-B2BEFBBCD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7009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  <p:sldLayoutId id="2147483824" r:id="rId19"/>
    <p:sldLayoutId id="2147483825" r:id="rId20"/>
    <p:sldLayoutId id="2147483826" r:id="rId21"/>
    <p:sldLayoutId id="2147483827" r:id="rId22"/>
    <p:sldLayoutId id="2147483828" r:id="rId23"/>
    <p:sldLayoutId id="2147483829" r:id="rId24"/>
    <p:sldLayoutId id="2147483830" r:id="rId25"/>
    <p:sldLayoutId id="2147483831" r:id="rId26"/>
    <p:sldLayoutId id="2147483832" r:id="rId27"/>
    <p:sldLayoutId id="2147483833" r:id="rId28"/>
    <p:sldLayoutId id="2147483834" r:id="rId29"/>
    <p:sldLayoutId id="2147483835" r:id="rId30"/>
    <p:sldLayoutId id="2147483836" r:id="rId31"/>
    <p:sldLayoutId id="2147483837" r:id="rId32"/>
    <p:sldLayoutId id="2147483838" r:id="rId33"/>
    <p:sldLayoutId id="2147483839" r:id="rId34"/>
    <p:sldLayoutId id="2147483840" r:id="rId35"/>
    <p:sldLayoutId id="2147483841" r:id="rId36"/>
    <p:sldLayoutId id="2147483842" r:id="rId37"/>
    <p:sldLayoutId id="2147483843" r:id="rId38"/>
    <p:sldLayoutId id="2147483844" r:id="rId39"/>
    <p:sldLayoutId id="2147483845" r:id="rId40"/>
    <p:sldLayoutId id="2147483846" r:id="rId41"/>
    <p:sldLayoutId id="2147483847" r:id="rId42"/>
    <p:sldLayoutId id="2147483848" r:id="rId43"/>
    <p:sldLayoutId id="2147483849" r:id="rId44"/>
    <p:sldLayoutId id="2147483850" r:id="rId45"/>
    <p:sldLayoutId id="2147483851" r:id="rId46"/>
    <p:sldLayoutId id="2147483852" r:id="rId47"/>
    <p:sldLayoutId id="2147483853" r:id="rId48"/>
    <p:sldLayoutId id="2147483854" r:id="rId49"/>
    <p:sldLayoutId id="2147483855" r:id="rId50"/>
    <p:sldLayoutId id="2147483856" r:id="rId51"/>
    <p:sldLayoutId id="2147483857" r:id="rId52"/>
    <p:sldLayoutId id="2147483858" r:id="rId53"/>
    <p:sldLayoutId id="2147483859" r:id="rId54"/>
    <p:sldLayoutId id="2147483860" r:id="rId55"/>
    <p:sldLayoutId id="2147483861" r:id="rId56"/>
    <p:sldLayoutId id="2147483862" r:id="rId57"/>
    <p:sldLayoutId id="2147483863" r:id="rId58"/>
    <p:sldLayoutId id="2147483864" r:id="rId59"/>
    <p:sldLayoutId id="2147483865" r:id="rId60"/>
    <p:sldLayoutId id="2147483866" r:id="rId61"/>
    <p:sldLayoutId id="2147483867" r:id="rId6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0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F0DE-C48F-4911-F606-502716008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432" y="1582524"/>
            <a:ext cx="5777442" cy="2322576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UI DESIGN AND IMPLEMENTATION </a:t>
            </a:r>
            <a:endParaRPr lang="zh-CN" altLang="en-US" sz="4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DA174-FC3D-8B25-FBB8-DC2004FF79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2687" y="6229438"/>
            <a:ext cx="1738083" cy="274320"/>
          </a:xfrm>
        </p:spPr>
        <p:txBody>
          <a:bodyPr/>
          <a:lstStyle/>
          <a:p>
            <a:r>
              <a:rPr lang="en-GB" altLang="zh-CN" sz="1800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Group 5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2316F9B-3EB8-DF6C-405A-F39B5E1E9AFC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l="18102" r="18102"/>
          <a:stretch/>
        </p:blipFill>
        <p:spPr>
          <a:xfrm>
            <a:off x="6412687" y="0"/>
            <a:ext cx="5779313" cy="6875770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A025E2-D592-63D7-1746-A9307E229B90}"/>
              </a:ext>
            </a:extLst>
          </p:cNvPr>
          <p:cNvSpPr/>
          <p:nvPr/>
        </p:nvSpPr>
        <p:spPr>
          <a:xfrm>
            <a:off x="291950" y="4195333"/>
            <a:ext cx="353619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0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 </a:t>
            </a:r>
            <a:r>
              <a:rPr lang="en-US" sz="2000" i="1" dirty="0">
                <a:solidFill>
                  <a:srgbClr val="0305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</a:t>
            </a:r>
            <a:r>
              <a:rPr lang="en-US" sz="20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Road Map Mobile Notification Application</a:t>
            </a:r>
          </a:p>
        </p:txBody>
      </p:sp>
      <p:grpSp>
        <p:nvGrpSpPr>
          <p:cNvPr id="12" name="Group 11" descr="This image is an icon of three connected human figures. ">
            <a:extLst>
              <a:ext uri="{FF2B5EF4-FFF2-40B4-BE49-F238E27FC236}">
                <a16:creationId xmlns:a16="http://schemas.microsoft.com/office/drawing/2014/main" id="{B92236CF-CC31-5FE2-22F5-9F6A101650A5}"/>
              </a:ext>
            </a:extLst>
          </p:cNvPr>
          <p:cNvGrpSpPr/>
          <p:nvPr/>
        </p:nvGrpSpPr>
        <p:grpSpPr>
          <a:xfrm>
            <a:off x="368967" y="757585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9A3A1FA8-0BE8-2F14-AEBB-65D0C743A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4" name="Freeform 36">
              <a:extLst>
                <a:ext uri="{FF2B5EF4-FFF2-40B4-BE49-F238E27FC236}">
                  <a16:creationId xmlns:a16="http://schemas.microsoft.com/office/drawing/2014/main" id="{1850F4A0-1234-4422-0550-EFE8045AA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5" name="Freeform 37">
              <a:extLst>
                <a:ext uri="{FF2B5EF4-FFF2-40B4-BE49-F238E27FC236}">
                  <a16:creationId xmlns:a16="http://schemas.microsoft.com/office/drawing/2014/main" id="{DB71049C-479E-6062-0F42-DA3204B6F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6" name="Freeform 38">
              <a:extLst>
                <a:ext uri="{FF2B5EF4-FFF2-40B4-BE49-F238E27FC236}">
                  <a16:creationId xmlns:a16="http://schemas.microsoft.com/office/drawing/2014/main" id="{8963BCA9-A71F-8612-C145-763ACD199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7" name="Freeform 39">
              <a:extLst>
                <a:ext uri="{FF2B5EF4-FFF2-40B4-BE49-F238E27FC236}">
                  <a16:creationId xmlns:a16="http://schemas.microsoft.com/office/drawing/2014/main" id="{2575DCC8-A28D-D3C2-F9C8-0B1B7B246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8" name="Freeform 40">
              <a:extLst>
                <a:ext uri="{FF2B5EF4-FFF2-40B4-BE49-F238E27FC236}">
                  <a16:creationId xmlns:a16="http://schemas.microsoft.com/office/drawing/2014/main" id="{3E1B5251-5EBD-B06E-2D13-3B0F2B19C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9B5DA382-61C9-C210-B72E-ED3B4DA1B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8A089468-E080-A709-996A-4A2FF7B42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21" name="Freeform 43">
              <a:extLst>
                <a:ext uri="{FF2B5EF4-FFF2-40B4-BE49-F238E27FC236}">
                  <a16:creationId xmlns:a16="http://schemas.microsoft.com/office/drawing/2014/main" id="{080E3067-3AB6-BD6D-1CF8-72138244E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CA0D2357-D948-4C40-BADA-2AF3D914F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3E25A2B-FFFF-4D0E-BA33-A7480D2CC148}"/>
              </a:ext>
            </a:extLst>
          </p:cNvPr>
          <p:cNvSpPr txBox="1">
            <a:spLocks/>
          </p:cNvSpPr>
          <p:nvPr/>
        </p:nvSpPr>
        <p:spPr>
          <a:xfrm>
            <a:off x="220432" y="6092278"/>
            <a:ext cx="1738083" cy="2743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sz="1800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Task5</a:t>
            </a:r>
          </a:p>
        </p:txBody>
      </p:sp>
    </p:spTree>
    <p:extLst>
      <p:ext uri="{BB962C8B-B14F-4D97-AF65-F5344CB8AC3E}">
        <p14:creationId xmlns:p14="http://schemas.microsoft.com/office/powerpoint/2010/main" val="59833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65AA4-B80D-9FBD-91C7-19C11C83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1896BB-0D1B-4623-5847-5818E6A8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7259" y="2064036"/>
            <a:ext cx="5148459" cy="935642"/>
          </a:xfrm>
        </p:spPr>
        <p:txBody>
          <a:bodyPr/>
          <a:lstStyle/>
          <a:p>
            <a:r>
              <a:rPr lang="en-US" altLang="zh-CN" sz="6000" dirty="0">
                <a:solidFill>
                  <a:srgbClr val="002060"/>
                </a:solidFill>
              </a:rPr>
              <a:t>Introduction</a:t>
            </a:r>
            <a:endParaRPr lang="zh-CN" altLang="en-US" sz="6000" dirty="0">
              <a:solidFill>
                <a:srgbClr val="002060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3405134-C726-AB7C-C78B-A4C189A49A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901" r="26901"/>
          <a:stretch/>
        </p:blipFill>
        <p:spPr>
          <a:xfrm flipH="1">
            <a:off x="992457" y="1148769"/>
            <a:ext cx="3679903" cy="5126012"/>
          </a:xfr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EDED300-B468-3795-AD08-4C57F4C3495E}"/>
              </a:ext>
            </a:extLst>
          </p:cNvPr>
          <p:cNvSpPr txBox="1">
            <a:spLocks/>
          </p:cNvSpPr>
          <p:nvPr/>
        </p:nvSpPr>
        <p:spPr>
          <a:xfrm>
            <a:off x="5441795" y="3084351"/>
            <a:ext cx="6680703" cy="3044987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800" i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WayWatch</a:t>
            </a:r>
            <a:r>
              <a:rPr lang="en-US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is a mobile application designed to enhance road safety and driving efficiency by providing users with real-time road sign interpretations, road condition updates, personalized notifications, and integration with navigation systems.</a:t>
            </a:r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99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67BE-B026-1F48-8512-45DC759CD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374262"/>
            <a:ext cx="10915076" cy="1553680"/>
          </a:xfrm>
        </p:spPr>
        <p:txBody>
          <a:bodyPr/>
          <a:lstStyle/>
          <a:p>
            <a:r>
              <a:rPr lang="en-US" sz="4400" dirty="0">
                <a:solidFill>
                  <a:srgbClr val="030553"/>
                </a:solidFill>
                <a:latin typeface="Arial Black" panose="020B0A04020102020204" pitchFamily="34" charset="0"/>
              </a:rPr>
              <a:t>Key Use cases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2DDF84-DF3E-9DBB-67F6-123251884EE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1179" y="1471157"/>
            <a:ext cx="1743075" cy="3884612"/>
          </a:xfrm>
        </p:spPr>
        <p:txBody>
          <a:bodyPr/>
          <a:lstStyle/>
          <a:p>
            <a:r>
              <a:rPr lang="en-US" sz="20800" dirty="0">
                <a:solidFill>
                  <a:srgbClr val="030553">
                    <a:alpha val="10000"/>
                  </a:srgbClr>
                </a:solidFill>
              </a:rPr>
              <a:t>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C3CFB-D853-978B-6688-1A361A5D69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93175" y="1867375"/>
            <a:ext cx="2360637" cy="2503346"/>
          </a:xfrm>
        </p:spPr>
        <p:txBody>
          <a:bodyPr/>
          <a:lstStyle/>
          <a:p>
            <a:r>
              <a:rPr lang="en-US" sz="2000" b="1" dirty="0">
                <a:solidFill>
                  <a:srgbClr val="030553"/>
                </a:solidFill>
                <a:latin typeface="Calibri" panose="020F0502020204030204" pitchFamily="34" charset="0"/>
              </a:rPr>
              <a:t>Integration with navigation system</a:t>
            </a:r>
            <a:endParaRPr lang="pt-BR" sz="1400" dirty="0">
              <a:solidFill>
                <a:srgbClr val="030553"/>
              </a:solidFill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10B3F0F-637F-BBEC-B050-71F3B5F8072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081283" y="1320674"/>
            <a:ext cx="1743075" cy="3884612"/>
          </a:xfrm>
        </p:spPr>
        <p:txBody>
          <a:bodyPr/>
          <a:lstStyle/>
          <a:p>
            <a:r>
              <a:rPr lang="en-US" sz="20800" dirty="0">
                <a:solidFill>
                  <a:srgbClr val="030553">
                    <a:alpha val="10000"/>
                  </a:srgbClr>
                </a:solidFill>
              </a:rPr>
              <a:t>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59DD27-4FCB-2F22-0412-F235D0699C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48563" y="1691599"/>
            <a:ext cx="2297328" cy="250334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Real time road conditions update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F769E73-A82C-1A16-49AC-EDA4F69F34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0283" y="3821630"/>
            <a:ext cx="3090675" cy="4160119"/>
          </a:xfrm>
        </p:spPr>
        <p:txBody>
          <a:bodyPr/>
          <a:lstStyle/>
          <a:p>
            <a:r>
              <a:rPr lang="en-US" sz="20800" dirty="0">
                <a:solidFill>
                  <a:srgbClr val="030553">
                    <a:alpha val="10000"/>
                  </a:srgbClr>
                </a:solidFill>
              </a:rPr>
              <a:t>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21E2C0-775D-81A7-EA2E-E3DAC45405B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93175" y="4234579"/>
            <a:ext cx="1743062" cy="2503346"/>
          </a:xfrm>
        </p:spPr>
        <p:txBody>
          <a:bodyPr/>
          <a:lstStyle/>
          <a:p>
            <a:r>
              <a:rPr lang="en-US" sz="2000" b="1" dirty="0">
                <a:solidFill>
                  <a:srgbClr val="030553"/>
                </a:solidFill>
                <a:latin typeface="Calibri" panose="020F0502020204030204" pitchFamily="34" charset="0"/>
              </a:rPr>
              <a:t>Personalized notifications and alerts</a:t>
            </a:r>
            <a:endParaRPr lang="en-US" sz="1400" dirty="0">
              <a:solidFill>
                <a:srgbClr val="030553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FA47D-FD90-943F-AB0C-D1A2CC3586D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Requirement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3AF59-9CE7-4CE6-C397-FFB5DBD78F4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5C7AAE-A677-454A-8BDB-62A0650ACE98}" type="slidenum">
              <a:rPr kumimoji="0" lang="en-US" sz="1200" b="0" i="0" u="none" strike="noStrike" kern="1200" cap="none" spc="50" normalizeH="0" baseline="0" noProof="0" smtClean="0">
                <a:ln>
                  <a:noFill/>
                </a:ln>
                <a:solidFill>
                  <a:srgbClr val="E1C9C1">
                    <a:lumMod val="9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E1C9C1">
                  <a:lumMod val="90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7A2252C1-6A08-4D4B-4B97-2306217AC4B3}"/>
              </a:ext>
            </a:extLst>
          </p:cNvPr>
          <p:cNvSpPr txBox="1">
            <a:spLocks/>
          </p:cNvSpPr>
          <p:nvPr/>
        </p:nvSpPr>
        <p:spPr>
          <a:xfrm>
            <a:off x="6875345" y="3888384"/>
            <a:ext cx="1743075" cy="3884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0000" b="0" i="0" kern="1200" spc="500" baseline="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800" dirty="0">
                <a:solidFill>
                  <a:srgbClr val="030553">
                    <a:alpha val="10000"/>
                  </a:srgbClr>
                </a:solidFill>
              </a:rPr>
              <a:t>4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6774BF3-F99A-A85F-3401-0323D8E18682}"/>
              </a:ext>
            </a:extLst>
          </p:cNvPr>
          <p:cNvSpPr txBox="1">
            <a:spLocks/>
          </p:cNvSpPr>
          <p:nvPr/>
        </p:nvSpPr>
        <p:spPr>
          <a:xfrm>
            <a:off x="8848563" y="4354654"/>
            <a:ext cx="2148069" cy="25033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spc="50" baseline="0">
                <a:solidFill>
                  <a:srgbClr val="C1654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30553"/>
                </a:solidFill>
                <a:latin typeface="Calibri" panose="020F0502020204030204" pitchFamily="34" charset="0"/>
              </a:rPr>
              <a:t>Road Sign Identification and Interpretation</a:t>
            </a:r>
            <a:endParaRPr lang="pt-BR" dirty="0">
              <a:solidFill>
                <a:srgbClr val="0305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706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10C90-6BBE-F64E-8A60-EF9E60B2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spc="500" dirty="0">
                <a:solidFill>
                  <a:srgbClr val="030553"/>
                </a:solidFill>
                <a:latin typeface="Arial Black" panose="020B0A04020102020204" pitchFamily="34" charset="0"/>
              </a:rPr>
              <a:t>Design Principles</a:t>
            </a:r>
            <a:endParaRPr lang="en-US" sz="5400" dirty="0">
              <a:solidFill>
                <a:srgbClr val="030553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9EEB4B-BEE5-ACC5-4BA2-AA619461663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Requirement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2385F-CA51-6573-9F21-D1C4A381BDF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5C7AAE-A677-454A-8BDB-62A0650ACE98}" type="slidenum">
              <a:rPr kumimoji="0" lang="en-US" sz="1200" b="0" i="0" u="none" strike="noStrike" kern="1200" cap="none" spc="50" normalizeH="0" baseline="0" noProof="0" smtClean="0">
                <a:ln>
                  <a:noFill/>
                </a:ln>
                <a:solidFill>
                  <a:srgbClr val="E1C9C1">
                    <a:lumMod val="9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E1C9C1">
                  <a:lumMod val="90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pSp>
        <p:nvGrpSpPr>
          <p:cNvPr id="6" name="Group 5" descr="Timeline">
            <a:extLst>
              <a:ext uri="{FF2B5EF4-FFF2-40B4-BE49-F238E27FC236}">
                <a16:creationId xmlns:a16="http://schemas.microsoft.com/office/drawing/2014/main" id="{2D1EEEAF-5F3C-A2EF-525E-3E4299ED501F}"/>
              </a:ext>
            </a:extLst>
          </p:cNvPr>
          <p:cNvGrpSpPr/>
          <p:nvPr/>
        </p:nvGrpSpPr>
        <p:grpSpPr>
          <a:xfrm>
            <a:off x="1995064" y="2022036"/>
            <a:ext cx="8827266" cy="3931302"/>
            <a:chOff x="419100" y="2172508"/>
            <a:chExt cx="11353799" cy="39313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4F79C9-63CA-B09F-DB82-34E2BBFC2D8E}"/>
                </a:ext>
              </a:extLst>
            </p:cNvPr>
            <p:cNvSpPr/>
            <p:nvPr/>
          </p:nvSpPr>
          <p:spPr>
            <a:xfrm>
              <a:off x="419100" y="2172508"/>
              <a:ext cx="11353799" cy="3931302"/>
            </a:xfrm>
            <a:prstGeom prst="rect">
              <a:avLst/>
            </a:prstGeom>
            <a:noFill/>
          </p:spPr>
        </p:sp>
        <p:sp>
          <p:nvSpPr>
            <p:cNvPr id="8" name="Notched Right Arrow 7">
              <a:extLst>
                <a:ext uri="{FF2B5EF4-FFF2-40B4-BE49-F238E27FC236}">
                  <a16:creationId xmlns:a16="http://schemas.microsoft.com/office/drawing/2014/main" id="{EA27270A-BF3C-89DA-2EF4-37896691B69A}"/>
                </a:ext>
              </a:extLst>
            </p:cNvPr>
            <p:cNvSpPr/>
            <p:nvPr/>
          </p:nvSpPr>
          <p:spPr>
            <a:xfrm>
              <a:off x="419100" y="4070289"/>
              <a:ext cx="11353799" cy="148791"/>
            </a:xfrm>
            <a:prstGeom prst="notchedRightArrow">
              <a:avLst/>
            </a:prstGeom>
            <a:solidFill>
              <a:schemeClr val="accent4"/>
            </a:solidFill>
          </p:spPr>
          <p:style>
            <a:lnRef idx="0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D403014-9A9E-F590-D686-87CC339A03ED}"/>
                </a:ext>
              </a:extLst>
            </p:cNvPr>
            <p:cNvSpPr/>
            <p:nvPr/>
          </p:nvSpPr>
          <p:spPr>
            <a:xfrm>
              <a:off x="801839" y="2403571"/>
              <a:ext cx="1812071" cy="1572520"/>
            </a:xfrm>
            <a:custGeom>
              <a:avLst/>
              <a:gdLst>
                <a:gd name="connsiteX0" fmla="*/ 0 w 1812071"/>
                <a:gd name="connsiteY0" fmla="*/ 0 h 1572520"/>
                <a:gd name="connsiteX1" fmla="*/ 1812071 w 1812071"/>
                <a:gd name="connsiteY1" fmla="*/ 0 h 1572520"/>
                <a:gd name="connsiteX2" fmla="*/ 1812071 w 1812071"/>
                <a:gd name="connsiteY2" fmla="*/ 1572520 h 1572520"/>
                <a:gd name="connsiteX3" fmla="*/ 0 w 1812071"/>
                <a:gd name="connsiteY3" fmla="*/ 1572520 h 1572520"/>
                <a:gd name="connsiteX4" fmla="*/ 0 w 1812071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2071" h="1572520">
                  <a:moveTo>
                    <a:pt x="0" y="0"/>
                  </a:moveTo>
                  <a:lnTo>
                    <a:pt x="1812071" y="0"/>
                  </a:lnTo>
                  <a:lnTo>
                    <a:pt x="1812071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b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1</a:t>
              </a:r>
              <a:b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</a:br>
              <a:r>
                <a:rPr kumimoji="0" lang="en-US" b="0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Simplicity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EEF42C-BCC4-2F65-E5AD-F55E1DF828A6}"/>
                </a:ext>
              </a:extLst>
            </p:cNvPr>
            <p:cNvSpPr/>
            <p:nvPr/>
          </p:nvSpPr>
          <p:spPr>
            <a:xfrm>
              <a:off x="1573619" y="4003901"/>
              <a:ext cx="283948" cy="267159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FC9BFA-540C-62E3-110B-DB45E2B1997F}"/>
                </a:ext>
              </a:extLst>
            </p:cNvPr>
            <p:cNvSpPr/>
            <p:nvPr/>
          </p:nvSpPr>
          <p:spPr>
            <a:xfrm>
              <a:off x="1932561" y="4466232"/>
              <a:ext cx="3365439" cy="1572520"/>
            </a:xfrm>
            <a:custGeom>
              <a:avLst/>
              <a:gdLst>
                <a:gd name="connsiteX0" fmla="*/ 0 w 1767544"/>
                <a:gd name="connsiteY0" fmla="*/ 0 h 1572520"/>
                <a:gd name="connsiteX1" fmla="*/ 1767544 w 1767544"/>
                <a:gd name="connsiteY1" fmla="*/ 0 h 1572520"/>
                <a:gd name="connsiteX2" fmla="*/ 1767544 w 1767544"/>
                <a:gd name="connsiteY2" fmla="*/ 1572520 h 1572520"/>
                <a:gd name="connsiteX3" fmla="*/ 0 w 1767544"/>
                <a:gd name="connsiteY3" fmla="*/ 1572520 h 1572520"/>
                <a:gd name="connsiteX4" fmla="*/ 0 w 1767544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7544" h="1572520">
                  <a:moveTo>
                    <a:pt x="0" y="0"/>
                  </a:moveTo>
                  <a:lnTo>
                    <a:pt x="1767544" y="0"/>
                  </a:lnTo>
                  <a:lnTo>
                    <a:pt x="1767544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2</a:t>
              </a:r>
              <a:b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</a:br>
              <a:r>
                <a:rPr lang="en-US" spc="50" dirty="0">
                  <a:solidFill>
                    <a:srgbClr val="030553"/>
                  </a:solidFill>
                  <a:latin typeface="Avenir Next LT Pro"/>
                </a:rPr>
                <a:t>Intuitive Navigation</a:t>
              </a:r>
              <a:endParaRPr kumimoji="0" lang="en-US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E64EDBF-2E4C-F9F1-9707-2384BF78C378}"/>
                </a:ext>
              </a:extLst>
            </p:cNvPr>
            <p:cNvSpPr/>
            <p:nvPr/>
          </p:nvSpPr>
          <p:spPr>
            <a:xfrm>
              <a:off x="3311411" y="4003901"/>
              <a:ext cx="369636" cy="267159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6561523-6EE6-2AAF-AC2A-03E4526FF936}"/>
                </a:ext>
              </a:extLst>
            </p:cNvPr>
            <p:cNvSpPr/>
            <p:nvPr/>
          </p:nvSpPr>
          <p:spPr>
            <a:xfrm>
              <a:off x="4082423" y="2401975"/>
              <a:ext cx="2140338" cy="1572520"/>
            </a:xfrm>
            <a:custGeom>
              <a:avLst/>
              <a:gdLst>
                <a:gd name="connsiteX0" fmla="*/ 0 w 1715648"/>
                <a:gd name="connsiteY0" fmla="*/ 0 h 1572520"/>
                <a:gd name="connsiteX1" fmla="*/ 1715648 w 1715648"/>
                <a:gd name="connsiteY1" fmla="*/ 0 h 1572520"/>
                <a:gd name="connsiteX2" fmla="*/ 1715648 w 1715648"/>
                <a:gd name="connsiteY2" fmla="*/ 1572520 h 1572520"/>
                <a:gd name="connsiteX3" fmla="*/ 0 w 1715648"/>
                <a:gd name="connsiteY3" fmla="*/ 1572520 h 1572520"/>
                <a:gd name="connsiteX4" fmla="*/ 0 w 1715648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5648" h="1572520">
                  <a:moveTo>
                    <a:pt x="0" y="0"/>
                  </a:moveTo>
                  <a:lnTo>
                    <a:pt x="1715648" y="0"/>
                  </a:lnTo>
                  <a:lnTo>
                    <a:pt x="1715648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b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3</a:t>
              </a:r>
            </a:p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Consistency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24421DD-214B-4390-073C-8A09479EEAE5}"/>
                </a:ext>
              </a:extLst>
            </p:cNvPr>
            <p:cNvSpPr/>
            <p:nvPr/>
          </p:nvSpPr>
          <p:spPr>
            <a:xfrm>
              <a:off x="5033769" y="4003901"/>
              <a:ext cx="340411" cy="267159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132750B-025F-97C1-C842-FCFF6F7D9138}"/>
                </a:ext>
              </a:extLst>
            </p:cNvPr>
            <p:cNvSpPr/>
            <p:nvPr/>
          </p:nvSpPr>
          <p:spPr>
            <a:xfrm>
              <a:off x="5298000" y="4401174"/>
              <a:ext cx="3365439" cy="1572520"/>
            </a:xfrm>
            <a:custGeom>
              <a:avLst/>
              <a:gdLst>
                <a:gd name="connsiteX0" fmla="*/ 0 w 1574120"/>
                <a:gd name="connsiteY0" fmla="*/ 0 h 1572520"/>
                <a:gd name="connsiteX1" fmla="*/ 1574120 w 1574120"/>
                <a:gd name="connsiteY1" fmla="*/ 0 h 1572520"/>
                <a:gd name="connsiteX2" fmla="*/ 1574120 w 1574120"/>
                <a:gd name="connsiteY2" fmla="*/ 1572520 h 1572520"/>
                <a:gd name="connsiteX3" fmla="*/ 0 w 1574120"/>
                <a:gd name="connsiteY3" fmla="*/ 1572520 h 1572520"/>
                <a:gd name="connsiteX4" fmla="*/ 0 w 1574120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4120" h="1572520">
                  <a:moveTo>
                    <a:pt x="0" y="0"/>
                  </a:moveTo>
                  <a:lnTo>
                    <a:pt x="1574120" y="0"/>
                  </a:lnTo>
                  <a:lnTo>
                    <a:pt x="1574120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4</a:t>
              </a:r>
            </a:p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pc="50" dirty="0">
                  <a:solidFill>
                    <a:srgbClr val="030553"/>
                  </a:solidFill>
                  <a:latin typeface="Avenir Next LT Pro"/>
                </a:rPr>
                <a:t>Responsive</a:t>
              </a:r>
              <a:r>
                <a:rPr kumimoji="0" lang="en-US" b="0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 </a:t>
              </a:r>
              <a:r>
                <a:rPr lang="en-US" spc="50" dirty="0">
                  <a:solidFill>
                    <a:srgbClr val="030553"/>
                  </a:solidFill>
                  <a:latin typeface="Avenir Next LT Pro"/>
                </a:rPr>
                <a:t>Design</a:t>
              </a:r>
              <a:endParaRPr kumimoji="0" lang="en-US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FEA52D8-6EF3-E96B-AC17-D7D812BB2F09}"/>
                </a:ext>
              </a:extLst>
            </p:cNvPr>
            <p:cNvSpPr/>
            <p:nvPr/>
          </p:nvSpPr>
          <p:spPr>
            <a:xfrm>
              <a:off x="6753901" y="4011477"/>
              <a:ext cx="353211" cy="259584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65AD21D-AA9C-9F26-96E1-8CF61AFE5F1B}"/>
                </a:ext>
              </a:extLst>
            </p:cNvPr>
            <p:cNvSpPr/>
            <p:nvPr/>
          </p:nvSpPr>
          <p:spPr>
            <a:xfrm>
              <a:off x="6726902" y="2461474"/>
              <a:ext cx="3763389" cy="1572520"/>
            </a:xfrm>
            <a:custGeom>
              <a:avLst/>
              <a:gdLst>
                <a:gd name="connsiteX0" fmla="*/ 0 w 1637527"/>
                <a:gd name="connsiteY0" fmla="*/ 0 h 1572520"/>
                <a:gd name="connsiteX1" fmla="*/ 1637527 w 1637527"/>
                <a:gd name="connsiteY1" fmla="*/ 0 h 1572520"/>
                <a:gd name="connsiteX2" fmla="*/ 1637527 w 1637527"/>
                <a:gd name="connsiteY2" fmla="*/ 1572520 h 1572520"/>
                <a:gd name="connsiteX3" fmla="*/ 0 w 1637527"/>
                <a:gd name="connsiteY3" fmla="*/ 1572520 h 1572520"/>
                <a:gd name="connsiteX4" fmla="*/ 0 w 1637527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7527" h="1572520">
                  <a:moveTo>
                    <a:pt x="0" y="0"/>
                  </a:moveTo>
                  <a:lnTo>
                    <a:pt x="1637527" y="0"/>
                  </a:lnTo>
                  <a:lnTo>
                    <a:pt x="1637527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b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5</a:t>
              </a:r>
            </a:p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Contextual Awareness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A9EFEED-3A11-AFAC-A7F7-5F1FD77728F5}"/>
                </a:ext>
              </a:extLst>
            </p:cNvPr>
            <p:cNvSpPr/>
            <p:nvPr/>
          </p:nvSpPr>
          <p:spPr>
            <a:xfrm>
              <a:off x="8486833" y="4003902"/>
              <a:ext cx="353211" cy="267158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480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06A25-0569-0BFE-AB1C-FC206CC58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US" sz="6600" dirty="0">
                <a:solidFill>
                  <a:schemeClr val="bg1">
                    <a:lumMod val="95000"/>
                  </a:schemeClr>
                </a:solidFill>
              </a:rPr>
              <a:t>Wireframes</a:t>
            </a:r>
            <a:br>
              <a:rPr lang="en-US" sz="9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6600" dirty="0" err="1">
                <a:solidFill>
                  <a:schemeClr val="bg1">
                    <a:lumMod val="95000"/>
                  </a:schemeClr>
                </a:solidFill>
              </a:rPr>
              <a:t>wireframes</a:t>
            </a:r>
            <a:r>
              <a:rPr lang="en-US" sz="9600" dirty="0"/>
              <a:t>​</a:t>
            </a:r>
            <a:br>
              <a:rPr lang="en-US" sz="9600" dirty="0"/>
            </a:br>
            <a:r>
              <a:rPr lang="en-US" sz="6600" dirty="0" err="1">
                <a:solidFill>
                  <a:srgbClr val="030553"/>
                </a:solidFill>
              </a:rPr>
              <a:t>Wireframes</a:t>
            </a:r>
            <a:br>
              <a:rPr lang="en-US" sz="9600" dirty="0">
                <a:solidFill>
                  <a:schemeClr val="bg1"/>
                </a:solidFill>
              </a:rPr>
            </a:br>
            <a:r>
              <a:rPr lang="en-US" sz="6600" dirty="0">
                <a:solidFill>
                  <a:srgbClr val="030553"/>
                </a:solidFill>
              </a:rPr>
              <a:t>mockups</a:t>
            </a:r>
            <a:br>
              <a:rPr lang="en-US" sz="9600" dirty="0"/>
            </a:br>
            <a:r>
              <a:rPr lang="en-US" sz="6600" dirty="0" err="1">
                <a:solidFill>
                  <a:schemeClr val="bg1">
                    <a:lumMod val="95000"/>
                  </a:schemeClr>
                </a:solidFill>
              </a:rPr>
              <a:t>mockups</a:t>
            </a:r>
            <a:br>
              <a:rPr lang="en-US" sz="9600" dirty="0"/>
            </a:br>
            <a:r>
              <a:rPr lang="en-US" sz="6600" dirty="0" err="1">
                <a:solidFill>
                  <a:schemeClr val="bg1">
                    <a:lumMod val="95000"/>
                  </a:schemeClr>
                </a:solidFill>
              </a:rPr>
              <a:t>mockups</a:t>
            </a:r>
            <a:br>
              <a:rPr lang="en-US" sz="9600" dirty="0"/>
            </a:br>
            <a:r>
              <a:rPr lang="en-US" sz="6600" dirty="0" err="1">
                <a:solidFill>
                  <a:schemeClr val="bg1">
                    <a:lumMod val="95000"/>
                  </a:schemeClr>
                </a:solidFill>
              </a:rPr>
              <a:t>mockups</a:t>
            </a:r>
            <a:endParaRPr lang="en-US" sz="96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Picture Placeholder 8">
            <a:extLst>
              <a:ext uri="{FF2B5EF4-FFF2-40B4-BE49-F238E27FC236}">
                <a16:creationId xmlns:a16="http://schemas.microsoft.com/office/drawing/2014/main" id="{52D595F4-0989-6A49-2DC9-74FD4AACE7F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6130" r="26130"/>
          <a:stretch/>
        </p:blipFill>
        <p:spPr>
          <a:xfrm>
            <a:off x="7527925" y="604838"/>
            <a:ext cx="4086225" cy="5135562"/>
          </a:xfrm>
        </p:spPr>
      </p:pic>
    </p:spTree>
    <p:extLst>
      <p:ext uri="{BB962C8B-B14F-4D97-AF65-F5344CB8AC3E}">
        <p14:creationId xmlns:p14="http://schemas.microsoft.com/office/powerpoint/2010/main" val="927122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65AA4-B80D-9FBD-91C7-19C11C83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1896BB-0D1B-4623-5847-5818E6A8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496" y="1371165"/>
            <a:ext cx="7823219" cy="1523416"/>
          </a:xfrm>
        </p:spPr>
        <p:txBody>
          <a:bodyPr/>
          <a:lstStyle/>
          <a:p>
            <a:pPr algn="l"/>
            <a:r>
              <a:rPr lang="en-US" altLang="zh-CN" sz="4800" dirty="0">
                <a:solidFill>
                  <a:srgbClr val="002060"/>
                </a:solidFill>
              </a:rPr>
              <a:t>Low-Fidelity Wireframes</a:t>
            </a:r>
            <a:endParaRPr lang="zh-CN" altLang="en-US" sz="4800" dirty="0">
              <a:solidFill>
                <a:srgbClr val="002060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3405134-C726-AB7C-C78B-A4C189A49A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306" r="26306"/>
          <a:stretch/>
        </p:blipFill>
        <p:spPr>
          <a:xfrm flipH="1">
            <a:off x="1000125" y="1316037"/>
            <a:ext cx="3230562" cy="4541837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DED300-B468-3795-AD08-4C57F4C3495E}"/>
              </a:ext>
            </a:extLst>
          </p:cNvPr>
          <p:cNvSpPr txBox="1">
            <a:spLocks/>
          </p:cNvSpPr>
          <p:nvPr/>
        </p:nvSpPr>
        <p:spPr>
          <a:xfrm>
            <a:off x="4911003" y="2299126"/>
            <a:ext cx="5128591" cy="3044987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CA" sz="1600" dirty="0">
                <a:solidFill>
                  <a:srgbClr val="002060"/>
                </a:solidFill>
              </a:rPr>
              <a:t>The Screens here include:</a:t>
            </a:r>
          </a:p>
          <a:p>
            <a:pPr>
              <a:lnSpc>
                <a:spcPct val="150000"/>
              </a:lnSpc>
            </a:pPr>
            <a:r>
              <a:rPr lang="en-CA" sz="1600" dirty="0">
                <a:solidFill>
                  <a:srgbClr val="002060"/>
                </a:solidFill>
              </a:rPr>
              <a:t>Home Screen</a:t>
            </a:r>
          </a:p>
          <a:p>
            <a:pPr>
              <a:lnSpc>
                <a:spcPct val="150000"/>
              </a:lnSpc>
            </a:pPr>
            <a:r>
              <a:rPr lang="en-CA" sz="1600" dirty="0">
                <a:solidFill>
                  <a:srgbClr val="002060"/>
                </a:solidFill>
              </a:rPr>
              <a:t>Alert Screen</a:t>
            </a:r>
          </a:p>
          <a:p>
            <a:pPr>
              <a:lnSpc>
                <a:spcPct val="150000"/>
              </a:lnSpc>
            </a:pPr>
            <a:r>
              <a:rPr lang="en-CA" sz="1600" dirty="0">
                <a:solidFill>
                  <a:srgbClr val="002060"/>
                </a:solidFill>
              </a:rPr>
              <a:t>Learn Screen</a:t>
            </a:r>
          </a:p>
          <a:p>
            <a:pPr>
              <a:lnSpc>
                <a:spcPct val="150000"/>
              </a:lnSpc>
            </a:pPr>
            <a:r>
              <a:rPr lang="en-CA" sz="1600" dirty="0">
                <a:solidFill>
                  <a:srgbClr val="002060"/>
                </a:solidFill>
              </a:rPr>
              <a:t>User Profile Screen</a:t>
            </a:r>
            <a:endParaRPr lang="en-CA" sz="16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600" dirty="0">
              <a:solidFill>
                <a:srgbClr val="0305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470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1C58-6D1E-3ED3-84E1-4F042B4E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372" y="488275"/>
            <a:ext cx="4487740" cy="468613"/>
          </a:xfrm>
        </p:spPr>
        <p:txBody>
          <a:bodyPr/>
          <a:lstStyle/>
          <a:p>
            <a:r>
              <a:rPr lang="en-US" sz="3200" dirty="0">
                <a:solidFill>
                  <a:srgbClr val="030553"/>
                </a:solidFill>
              </a:rPr>
              <a:t>Wireframes(Sketches)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A3AE13-88C1-4AD3-94E5-C9A22039174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0569" y="1568588"/>
            <a:ext cx="4893201" cy="4226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207D3F-D936-4EC5-8D78-BAB464B289F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274974" y="1516457"/>
            <a:ext cx="4997461" cy="422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56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65AA4-B80D-9FBD-91C7-19C11C83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1896BB-0D1B-4623-5847-5818E6A8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6017" y="1384008"/>
            <a:ext cx="8070596" cy="1125522"/>
          </a:xfrm>
        </p:spPr>
        <p:txBody>
          <a:bodyPr/>
          <a:lstStyle/>
          <a:p>
            <a:r>
              <a:rPr lang="en-US" altLang="zh-CN" sz="4800" dirty="0">
                <a:solidFill>
                  <a:srgbClr val="002060"/>
                </a:solidFill>
              </a:rPr>
              <a:t>High Fidelity Mockups</a:t>
            </a:r>
            <a:endParaRPr lang="zh-CN" altLang="en-US" sz="4800" dirty="0">
              <a:solidFill>
                <a:srgbClr val="002060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3405134-C726-AB7C-C78B-A4C189A49A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0665" r="20665"/>
          <a:stretch/>
        </p:blipFill>
        <p:spPr>
          <a:xfrm flipH="1">
            <a:off x="1000125" y="1316037"/>
            <a:ext cx="3230562" cy="4541837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DED300-B468-3795-AD08-4C57F4C3495E}"/>
              </a:ext>
            </a:extLst>
          </p:cNvPr>
          <p:cNvSpPr txBox="1">
            <a:spLocks/>
          </p:cNvSpPr>
          <p:nvPr/>
        </p:nvSpPr>
        <p:spPr>
          <a:xfrm>
            <a:off x="5257319" y="2429005"/>
            <a:ext cx="6934681" cy="3044987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CA" sz="1600" dirty="0">
                <a:solidFill>
                  <a:srgbClr val="002060"/>
                </a:solidFill>
              </a:rPr>
              <a:t>Key processes include</a:t>
            </a:r>
          </a:p>
          <a:p>
            <a:pPr>
              <a:lnSpc>
                <a:spcPct val="150000"/>
              </a:lnSpc>
            </a:pPr>
            <a:r>
              <a:rPr lang="en-CA" sz="1600" b="1" dirty="0">
                <a:solidFill>
                  <a:srgbClr val="002060"/>
                </a:solidFill>
              </a:rPr>
              <a:t>Visual Branding </a:t>
            </a:r>
            <a:r>
              <a:rPr lang="en-CA" sz="1600" dirty="0">
                <a:solidFill>
                  <a:srgbClr val="002060"/>
                </a:solidFill>
              </a:rPr>
              <a:t>: Light </a:t>
            </a:r>
            <a:r>
              <a:rPr lang="en-US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Blue (#68B5DE) ,White(#FFFFFF) and Black(#000000)</a:t>
            </a:r>
            <a:endParaRPr lang="en-CA" sz="16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CA" sz="1600" b="1" dirty="0">
                <a:solidFill>
                  <a:srgbClr val="002060"/>
                </a:solidFill>
              </a:rPr>
              <a:t>Typography</a:t>
            </a:r>
            <a:r>
              <a:rPr lang="en-CA" sz="1600" dirty="0">
                <a:solidFill>
                  <a:srgbClr val="002060"/>
                </a:solidFill>
              </a:rPr>
              <a:t> : Poppins Fonts</a:t>
            </a:r>
          </a:p>
          <a:p>
            <a:pPr>
              <a:lnSpc>
                <a:spcPct val="150000"/>
              </a:lnSpc>
            </a:pPr>
            <a:r>
              <a:rPr lang="en-CA" sz="1600" b="1" dirty="0">
                <a:solidFill>
                  <a:srgbClr val="002060"/>
                </a:solidFill>
              </a:rPr>
              <a:t>Tool Used</a:t>
            </a:r>
            <a:r>
              <a:rPr lang="en-CA" sz="1600" dirty="0">
                <a:solidFill>
                  <a:srgbClr val="002060"/>
                </a:solidFill>
              </a:rPr>
              <a:t>: Figma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600" dirty="0">
              <a:solidFill>
                <a:srgbClr val="0305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091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1C58-6D1E-3ED3-84E1-4F042B4E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151" y="322580"/>
            <a:ext cx="3132569" cy="468613"/>
          </a:xfrm>
        </p:spPr>
        <p:txBody>
          <a:bodyPr/>
          <a:lstStyle/>
          <a:p>
            <a:r>
              <a:rPr lang="en-US" sz="3200" dirty="0">
                <a:solidFill>
                  <a:srgbClr val="030553"/>
                </a:solidFill>
              </a:rPr>
              <a:t>Figma Designs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9082B5-053A-43F3-9B65-935C91EFEB6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842" y="865737"/>
            <a:ext cx="3135858" cy="5634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3CB885-E4CF-4D13-9CE7-9922743B5E8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3163" y="1103227"/>
            <a:ext cx="2951513" cy="5452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30EA20-4D6D-42A6-B2A0-0BEBEF963C0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139" y="865737"/>
            <a:ext cx="2814320" cy="568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0691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7A3A8791-CF87-0AA1-D741-6F654EEE12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/>
          <a:stretch/>
        </p:blipFill>
        <p:spPr>
          <a:xfrm>
            <a:off x="279400" y="838200"/>
            <a:ext cx="4085468" cy="4724400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A060666-64CF-CEC4-9B8C-56A22899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750" y="0"/>
            <a:ext cx="8455949" cy="6858000"/>
          </a:xfrm>
        </p:spPr>
        <p:txBody>
          <a:bodyPr/>
          <a:lstStyle/>
          <a:p>
            <a:r>
              <a:rPr lang="en-US" sz="6600" dirty="0"/>
              <a:t>Front-end</a:t>
            </a:r>
            <a:br>
              <a:rPr lang="en-US" dirty="0"/>
            </a:br>
            <a:r>
              <a:rPr lang="en-US" sz="6600" dirty="0"/>
              <a:t>front-end</a:t>
            </a:r>
            <a:br>
              <a:rPr lang="en-US" dirty="0"/>
            </a:br>
            <a:r>
              <a:rPr lang="en-US" sz="6600" dirty="0">
                <a:solidFill>
                  <a:srgbClr val="030553"/>
                </a:solidFill>
              </a:rPr>
              <a:t>front-end</a:t>
            </a:r>
            <a:br>
              <a:rPr lang="en-US" dirty="0">
                <a:solidFill>
                  <a:srgbClr val="030553"/>
                </a:solidFill>
              </a:rPr>
            </a:br>
            <a:r>
              <a:rPr lang="en-US" sz="6600" dirty="0">
                <a:solidFill>
                  <a:srgbClr val="030553"/>
                </a:solidFill>
              </a:rPr>
              <a:t>implementation</a:t>
            </a:r>
            <a:br>
              <a:rPr lang="en-US" dirty="0"/>
            </a:br>
            <a:r>
              <a:rPr lang="en-US" sz="6600" dirty="0"/>
              <a:t>implementation</a:t>
            </a:r>
            <a:br>
              <a:rPr lang="en-US" dirty="0"/>
            </a:br>
            <a:r>
              <a:rPr lang="en-US" sz="6600" dirty="0"/>
              <a:t>implementation</a:t>
            </a:r>
            <a:br>
              <a:rPr lang="en-US" dirty="0"/>
            </a:br>
            <a:r>
              <a:rPr lang="en-US" sz="6600" dirty="0"/>
              <a:t>implementation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25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53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 descr="SmartArt chevron graphic">
            <a:extLst>
              <a:ext uri="{FF2B5EF4-FFF2-40B4-BE49-F238E27FC236}">
                <a16:creationId xmlns:a16="http://schemas.microsoft.com/office/drawing/2014/main" id="{BEE1D2BE-3C63-BBD7-4481-305BB05F02AC}"/>
              </a:ext>
            </a:extLst>
          </p:cNvPr>
          <p:cNvGrpSpPr/>
          <p:nvPr/>
        </p:nvGrpSpPr>
        <p:grpSpPr>
          <a:xfrm>
            <a:off x="1304693" y="2195062"/>
            <a:ext cx="9489241" cy="2467875"/>
            <a:chOff x="2036707" y="3833157"/>
            <a:chExt cx="10061024" cy="881843"/>
          </a:xfrm>
        </p:grpSpPr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C2AADA1B-D4FD-69B4-0920-ED318A6CBF9C}"/>
                </a:ext>
              </a:extLst>
            </p:cNvPr>
            <p:cNvSpPr/>
            <p:nvPr/>
          </p:nvSpPr>
          <p:spPr>
            <a:xfrm>
              <a:off x="2036707" y="3833991"/>
              <a:ext cx="3048681" cy="881009"/>
            </a:xfrm>
            <a:custGeom>
              <a:avLst/>
              <a:gdLst>
                <a:gd name="connsiteX0" fmla="*/ 0 w 2702625"/>
                <a:gd name="connsiteY0" fmla="*/ 0 h 1081050"/>
                <a:gd name="connsiteX1" fmla="*/ 2162100 w 2702625"/>
                <a:gd name="connsiteY1" fmla="*/ 0 h 1081050"/>
                <a:gd name="connsiteX2" fmla="*/ 2702625 w 2702625"/>
                <a:gd name="connsiteY2" fmla="*/ 540525 h 1081050"/>
                <a:gd name="connsiteX3" fmla="*/ 2162100 w 2702625"/>
                <a:gd name="connsiteY3" fmla="*/ 1081050 h 1081050"/>
                <a:gd name="connsiteX4" fmla="*/ 0 w 2702625"/>
                <a:gd name="connsiteY4" fmla="*/ 1081050 h 1081050"/>
                <a:gd name="connsiteX5" fmla="*/ 540525 w 2702625"/>
                <a:gd name="connsiteY5" fmla="*/ 540525 h 1081050"/>
                <a:gd name="connsiteX6" fmla="*/ 0 w 2702625"/>
                <a:gd name="connsiteY6" fmla="*/ 0 h 10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81050">
                  <a:moveTo>
                    <a:pt x="0" y="0"/>
                  </a:moveTo>
                  <a:lnTo>
                    <a:pt x="2162100" y="0"/>
                  </a:lnTo>
                  <a:lnTo>
                    <a:pt x="2702625" y="540525"/>
                  </a:lnTo>
                  <a:lnTo>
                    <a:pt x="2162100" y="1081050"/>
                  </a:lnTo>
                  <a:lnTo>
                    <a:pt x="0" y="1081050"/>
                  </a:lnTo>
                  <a:lnTo>
                    <a:pt x="540525" y="540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65000"/>
              </a:scheme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Heavy" panose="02000503020000020003" pitchFamily="2" charset="0"/>
                  <a:ea typeface="+mn-ea"/>
                  <a:cs typeface="+mn-cs"/>
                </a:rPr>
                <a:t>Cross Platform Compatibility</a:t>
              </a:r>
              <a:endPara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004088DA-F734-CB62-BB61-8BAA880AEA9D}"/>
                </a:ext>
              </a:extLst>
            </p:cNvPr>
            <p:cNvSpPr/>
            <p:nvPr/>
          </p:nvSpPr>
          <p:spPr>
            <a:xfrm>
              <a:off x="4426401" y="3833991"/>
              <a:ext cx="3148919" cy="881009"/>
            </a:xfrm>
            <a:custGeom>
              <a:avLst/>
              <a:gdLst>
                <a:gd name="connsiteX0" fmla="*/ 0 w 2702625"/>
                <a:gd name="connsiteY0" fmla="*/ 0 h 1081050"/>
                <a:gd name="connsiteX1" fmla="*/ 2162100 w 2702625"/>
                <a:gd name="connsiteY1" fmla="*/ 0 h 1081050"/>
                <a:gd name="connsiteX2" fmla="*/ 2702625 w 2702625"/>
                <a:gd name="connsiteY2" fmla="*/ 540525 h 1081050"/>
                <a:gd name="connsiteX3" fmla="*/ 2162100 w 2702625"/>
                <a:gd name="connsiteY3" fmla="*/ 1081050 h 1081050"/>
                <a:gd name="connsiteX4" fmla="*/ 0 w 2702625"/>
                <a:gd name="connsiteY4" fmla="*/ 1081050 h 1081050"/>
                <a:gd name="connsiteX5" fmla="*/ 540525 w 2702625"/>
                <a:gd name="connsiteY5" fmla="*/ 540525 h 1081050"/>
                <a:gd name="connsiteX6" fmla="*/ 0 w 2702625"/>
                <a:gd name="connsiteY6" fmla="*/ 0 h 10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81050">
                  <a:moveTo>
                    <a:pt x="0" y="0"/>
                  </a:moveTo>
                  <a:lnTo>
                    <a:pt x="2162100" y="0"/>
                  </a:lnTo>
                  <a:lnTo>
                    <a:pt x="2702625" y="540525"/>
                  </a:lnTo>
                  <a:lnTo>
                    <a:pt x="2162100" y="1081050"/>
                  </a:lnTo>
                  <a:lnTo>
                    <a:pt x="0" y="1081050"/>
                  </a:lnTo>
                  <a:lnTo>
                    <a:pt x="540525" y="540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553">
                <a:alpha val="70000"/>
              </a:srgb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Heavy" panose="02000503020000020003" pitchFamily="2" charset="0"/>
                  <a:ea typeface="+mn-ea"/>
                  <a:cs typeface="+mn-cs"/>
                </a:rPr>
                <a:t>Responsiveness</a:t>
              </a:r>
              <a:endParaRPr kumimoji="0" lang="en-US" sz="14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47CF5BA0-79E3-C49D-0AF2-517AEECB09D0}"/>
                </a:ext>
              </a:extLst>
            </p:cNvPr>
            <p:cNvSpPr/>
            <p:nvPr/>
          </p:nvSpPr>
          <p:spPr>
            <a:xfrm>
              <a:off x="6885372" y="3833991"/>
              <a:ext cx="2923513" cy="881009"/>
            </a:xfrm>
            <a:custGeom>
              <a:avLst/>
              <a:gdLst>
                <a:gd name="connsiteX0" fmla="*/ 0 w 2702625"/>
                <a:gd name="connsiteY0" fmla="*/ 0 h 1081050"/>
                <a:gd name="connsiteX1" fmla="*/ 2162100 w 2702625"/>
                <a:gd name="connsiteY1" fmla="*/ 0 h 1081050"/>
                <a:gd name="connsiteX2" fmla="*/ 2702625 w 2702625"/>
                <a:gd name="connsiteY2" fmla="*/ 540525 h 1081050"/>
                <a:gd name="connsiteX3" fmla="*/ 2162100 w 2702625"/>
                <a:gd name="connsiteY3" fmla="*/ 1081050 h 1081050"/>
                <a:gd name="connsiteX4" fmla="*/ 0 w 2702625"/>
                <a:gd name="connsiteY4" fmla="*/ 1081050 h 1081050"/>
                <a:gd name="connsiteX5" fmla="*/ 540525 w 2702625"/>
                <a:gd name="connsiteY5" fmla="*/ 540525 h 1081050"/>
                <a:gd name="connsiteX6" fmla="*/ 0 w 2702625"/>
                <a:gd name="connsiteY6" fmla="*/ 0 h 10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81050">
                  <a:moveTo>
                    <a:pt x="0" y="0"/>
                  </a:moveTo>
                  <a:lnTo>
                    <a:pt x="2162100" y="0"/>
                  </a:lnTo>
                  <a:lnTo>
                    <a:pt x="2702625" y="540525"/>
                  </a:lnTo>
                  <a:lnTo>
                    <a:pt x="2162100" y="1081050"/>
                  </a:lnTo>
                  <a:lnTo>
                    <a:pt x="0" y="1081050"/>
                  </a:lnTo>
                  <a:lnTo>
                    <a:pt x="540525" y="540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553">
                <a:alpha val="90000"/>
              </a:srgb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Heavy" panose="02000503020000020003" pitchFamily="2" charset="0"/>
                  <a:ea typeface="+mn-ea"/>
                  <a:cs typeface="+mn-cs"/>
                </a:rPr>
                <a:t>Performance</a:t>
              </a:r>
            </a:p>
            <a:p>
              <a:pPr marL="0" marR="0" lvl="0" indent="0" algn="l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AC0F72C7-D890-FC6B-9838-C9BA125DC139}"/>
                </a:ext>
              </a:extLst>
            </p:cNvPr>
            <p:cNvSpPr/>
            <p:nvPr/>
          </p:nvSpPr>
          <p:spPr>
            <a:xfrm>
              <a:off x="9219175" y="3833157"/>
              <a:ext cx="2878556" cy="881009"/>
            </a:xfrm>
            <a:custGeom>
              <a:avLst/>
              <a:gdLst>
                <a:gd name="connsiteX0" fmla="*/ 0 w 2702625"/>
                <a:gd name="connsiteY0" fmla="*/ 0 h 1078996"/>
                <a:gd name="connsiteX1" fmla="*/ 2163127 w 2702625"/>
                <a:gd name="connsiteY1" fmla="*/ 0 h 1078996"/>
                <a:gd name="connsiteX2" fmla="*/ 2702625 w 2702625"/>
                <a:gd name="connsiteY2" fmla="*/ 539498 h 1078996"/>
                <a:gd name="connsiteX3" fmla="*/ 2163127 w 2702625"/>
                <a:gd name="connsiteY3" fmla="*/ 1078996 h 1078996"/>
                <a:gd name="connsiteX4" fmla="*/ 0 w 2702625"/>
                <a:gd name="connsiteY4" fmla="*/ 1078996 h 1078996"/>
                <a:gd name="connsiteX5" fmla="*/ 539498 w 2702625"/>
                <a:gd name="connsiteY5" fmla="*/ 539498 h 1078996"/>
                <a:gd name="connsiteX6" fmla="*/ 0 w 2702625"/>
                <a:gd name="connsiteY6" fmla="*/ 0 h 1078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78996">
                  <a:moveTo>
                    <a:pt x="0" y="0"/>
                  </a:moveTo>
                  <a:lnTo>
                    <a:pt x="2163127" y="0"/>
                  </a:lnTo>
                  <a:lnTo>
                    <a:pt x="2702625" y="539498"/>
                  </a:lnTo>
                  <a:lnTo>
                    <a:pt x="2163127" y="1078996"/>
                  </a:lnTo>
                  <a:lnTo>
                    <a:pt x="0" y="1078996"/>
                  </a:lnTo>
                  <a:lnTo>
                    <a:pt x="539498" y="539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553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Heavy" panose="02000503020000020003" pitchFamily="2" charset="0"/>
                  <a:ea typeface="+mn-ea"/>
                  <a:cs typeface="+mn-cs"/>
                </a:rPr>
                <a:t>Accessibility</a:t>
              </a:r>
            </a:p>
            <a:p>
              <a:pPr marL="0" marR="0" lvl="0" indent="0" algn="l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C99B58-F005-E2E5-3428-9FF2234D1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30553"/>
                </a:solidFill>
                <a:latin typeface="Arial Black" panose="020B0A04020102020204" pitchFamily="34" charset="0"/>
              </a:rPr>
              <a:t>Technical Requirement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2922F-A15F-768D-01E9-E582DDCC398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UI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5FBFE-22FC-0622-D5CB-2219B82ED72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5C7AAE-A677-454A-8BDB-62A0650ACE98}" type="slidenum">
              <a:rPr kumimoji="0" lang="en-US" sz="1200" b="0" i="0" u="none" strike="noStrike" kern="1200" cap="none" spc="50" normalizeH="0" baseline="0" noProof="0" smtClean="0">
                <a:ln>
                  <a:noFill/>
                </a:ln>
                <a:solidFill>
                  <a:srgbClr val="E1C9C1">
                    <a:lumMod val="9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E1C9C1">
                  <a:lumMod val="90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45A64-4C87-5154-7482-63D91052D1A2}"/>
              </a:ext>
            </a:extLst>
          </p:cNvPr>
          <p:cNvSpPr txBox="1"/>
          <p:nvPr/>
        </p:nvSpPr>
        <p:spPr>
          <a:xfrm>
            <a:off x="2259660" y="1826899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070CA-8B6F-E686-6A40-8BBEC354C801}"/>
              </a:ext>
            </a:extLst>
          </p:cNvPr>
          <p:cNvSpPr txBox="1"/>
          <p:nvPr/>
        </p:nvSpPr>
        <p:spPr>
          <a:xfrm>
            <a:off x="6688357" y="1824565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 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DD3C5-0E3F-5863-256B-65D03C69D617}"/>
              </a:ext>
            </a:extLst>
          </p:cNvPr>
          <p:cNvSpPr txBox="1"/>
          <p:nvPr/>
        </p:nvSpPr>
        <p:spPr>
          <a:xfrm>
            <a:off x="4585792" y="1826899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C2E6E-310B-BFC0-2640-E02247FD37D2}"/>
              </a:ext>
            </a:extLst>
          </p:cNvPr>
          <p:cNvSpPr txBox="1"/>
          <p:nvPr/>
        </p:nvSpPr>
        <p:spPr>
          <a:xfrm>
            <a:off x="8854671" y="1824565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 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6022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1C58-6D1E-3ED3-84E1-4F042B4E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9534" y="635541"/>
            <a:ext cx="5264499" cy="468613"/>
          </a:xfrm>
        </p:spPr>
        <p:txBody>
          <a:bodyPr/>
          <a:lstStyle/>
          <a:p>
            <a:r>
              <a:rPr lang="en-US" sz="3200" dirty="0">
                <a:solidFill>
                  <a:srgbClr val="030553"/>
                </a:solidFill>
              </a:rPr>
              <a:t>Front-End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6018F-F923-4688-93C7-6369E4B4A5F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932" y="1422322"/>
            <a:ext cx="2721443" cy="5000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D1B29E-A697-4ED3-9841-FB1ADA6B54F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670" y="1385679"/>
            <a:ext cx="2642228" cy="5000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C69D85-1A16-4B0D-850F-36ACE8905B7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3063" y="1422322"/>
            <a:ext cx="2768586" cy="4964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5175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7A3A8791-CF87-0AA1-D741-6F654EEE12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279400" y="1025912"/>
            <a:ext cx="4085468" cy="4092498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A060666-64CF-CEC4-9B8C-56A22899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750" y="0"/>
            <a:ext cx="8455949" cy="6858000"/>
          </a:xfrm>
        </p:spPr>
        <p:txBody>
          <a:bodyPr/>
          <a:lstStyle/>
          <a:p>
            <a:r>
              <a:rPr lang="en-US" sz="6600" dirty="0"/>
              <a:t>High-fidelity</a:t>
            </a:r>
            <a:br>
              <a:rPr lang="en-US" dirty="0"/>
            </a:br>
            <a:r>
              <a:rPr lang="en-US" sz="6600" dirty="0" err="1"/>
              <a:t>High-fidelity</a:t>
            </a:r>
            <a:br>
              <a:rPr lang="en-US" dirty="0"/>
            </a:br>
            <a:r>
              <a:rPr lang="en-US" sz="6600" dirty="0" err="1">
                <a:solidFill>
                  <a:srgbClr val="002060"/>
                </a:solidFill>
              </a:rPr>
              <a:t>High-fidelity</a:t>
            </a:r>
            <a:br>
              <a:rPr lang="en-US" dirty="0">
                <a:solidFill>
                  <a:srgbClr val="030553"/>
                </a:solidFill>
              </a:rPr>
            </a:br>
            <a:r>
              <a:rPr lang="en-US" sz="6600" dirty="0">
                <a:solidFill>
                  <a:srgbClr val="030553"/>
                </a:solidFill>
              </a:rPr>
              <a:t>prototype</a:t>
            </a:r>
            <a:br>
              <a:rPr lang="en-US" dirty="0"/>
            </a:br>
            <a:r>
              <a:rPr lang="en-US" sz="6600" dirty="0" err="1"/>
              <a:t>prototype</a:t>
            </a:r>
            <a:br>
              <a:rPr lang="en-US" dirty="0"/>
            </a:br>
            <a:r>
              <a:rPr lang="en-US" sz="6600" dirty="0" err="1"/>
              <a:t>prototype</a:t>
            </a:r>
            <a:br>
              <a:rPr lang="en-US" dirty="0"/>
            </a:br>
            <a:r>
              <a:rPr lang="en-US" sz="6600" dirty="0" err="1"/>
              <a:t>prototype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46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B51A-48B2-1AA7-553B-75EB9666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2" y="444357"/>
            <a:ext cx="7016816" cy="791970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System Requirements</a:t>
            </a:r>
            <a:endParaRPr lang="zh-CN" altLang="en-US" dirty="0">
              <a:solidFill>
                <a:srgbClr val="030553"/>
              </a:solidFill>
            </a:endParaRP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27CC6FDA-D46B-9C00-4D2A-D67CAA13722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6699" r="26699"/>
          <a:stretch/>
        </p:blipFill>
        <p:spPr>
          <a:xfrm>
            <a:off x="0" y="0"/>
            <a:ext cx="4210774" cy="6858000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6F2EDDA-BA68-C643-A74B-A2F911582C3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76360" y="2890268"/>
            <a:ext cx="462842" cy="468312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02</a:t>
            </a:r>
            <a:endParaRPr lang="zh-CN" altLang="en-US" dirty="0">
              <a:solidFill>
                <a:srgbClr val="030553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1BD13-F43F-E3F4-E8B5-BA27ADF5DE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4" y="2972723"/>
            <a:ext cx="6342304" cy="566362"/>
          </a:xfrm>
        </p:spPr>
        <p:txBody>
          <a:bodyPr/>
          <a:lstStyle/>
          <a:p>
            <a:r>
              <a:rPr lang="en-US" sz="1800" dirty="0">
                <a:solidFill>
                  <a:srgbClr val="030553"/>
                </a:solidFill>
                <a:effectLst/>
                <a:ea typeface="Georgia" panose="02040502050405020303" pitchFamily="18" charset="0"/>
              </a:rPr>
              <a:t>Realistic UI like fully styled screens</a:t>
            </a:r>
            <a:endParaRPr lang="zh-CN" altLang="en-US" dirty="0">
              <a:solidFill>
                <a:srgbClr val="030553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4E74B2-2C30-52D6-3CCF-D7926A8BD5F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76360" y="4173480"/>
            <a:ext cx="462842" cy="468312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03</a:t>
            </a:r>
            <a:endParaRPr lang="zh-CN" altLang="en-US" dirty="0">
              <a:solidFill>
                <a:srgbClr val="030553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7E2E19-0569-13F7-77B3-8F2AA14FCF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4" y="4173480"/>
            <a:ext cx="6342304" cy="566362"/>
          </a:xfrm>
        </p:spPr>
        <p:txBody>
          <a:bodyPr/>
          <a:lstStyle/>
          <a:p>
            <a:r>
              <a:rPr lang="en-US" sz="1800" dirty="0">
                <a:solidFill>
                  <a:srgbClr val="030553"/>
                </a:solidFill>
                <a:effectLst/>
                <a:ea typeface="Georgia" panose="02040502050405020303" pitchFamily="18" charset="0"/>
              </a:rPr>
              <a:t>User Flow </a:t>
            </a:r>
            <a:r>
              <a:rPr lang="en-US" sz="1800" dirty="0" err="1">
                <a:solidFill>
                  <a:srgbClr val="030553"/>
                </a:solidFill>
                <a:effectLst/>
                <a:ea typeface="Georgia" panose="02040502050405020303" pitchFamily="18" charset="0"/>
              </a:rPr>
              <a:t>e.g</a:t>
            </a:r>
            <a:r>
              <a:rPr lang="en-US" sz="1800" dirty="0">
                <a:solidFill>
                  <a:srgbClr val="030553"/>
                </a:solidFill>
                <a:effectLst/>
                <a:ea typeface="Georgia" panose="02040502050405020303" pitchFamily="18" charset="0"/>
              </a:rPr>
              <a:t>  Searching road signs</a:t>
            </a:r>
            <a:endParaRPr lang="zh-CN" altLang="en-US" dirty="0">
              <a:solidFill>
                <a:srgbClr val="030553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23F4BF-3D8F-CA3C-DADA-0E01DC465568}"/>
              </a:ext>
            </a:extLst>
          </p:cNvPr>
          <p:cNvSpPr/>
          <p:nvPr/>
        </p:nvSpPr>
        <p:spPr>
          <a:xfrm>
            <a:off x="4776360" y="1607056"/>
            <a:ext cx="462842" cy="4683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11E2255-AE71-EA11-8936-F4ABAA0B537B}"/>
              </a:ext>
            </a:extLst>
          </p:cNvPr>
          <p:cNvSpPr txBox="1">
            <a:spLocks/>
          </p:cNvSpPr>
          <p:nvPr/>
        </p:nvSpPr>
        <p:spPr>
          <a:xfrm>
            <a:off x="4776360" y="1607056"/>
            <a:ext cx="462842" cy="46831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3055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062444C-4DBF-E32C-584F-FA6475932C18}"/>
              </a:ext>
            </a:extLst>
          </p:cNvPr>
          <p:cNvSpPr txBox="1">
            <a:spLocks/>
          </p:cNvSpPr>
          <p:nvPr/>
        </p:nvSpPr>
        <p:spPr>
          <a:xfrm>
            <a:off x="5371554" y="1658015"/>
            <a:ext cx="6342304" cy="5663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Interactive Features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e.g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Clickable buttons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3055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187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44DB3C7-D7AA-4F13-9E43-146D328D6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94251" cy="39700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F364C5-BC43-4278-98AE-7689640AB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251" y="2590800"/>
            <a:ext cx="5997749" cy="384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78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01E20D-E220-4A8D-B42E-3A28CEC1FBA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19" y="300941"/>
            <a:ext cx="11713578" cy="64586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5184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53A30A-4B1D-5E9A-F615-38DD081D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04" y="2335500"/>
            <a:ext cx="6735597" cy="3793838"/>
          </a:xfrm>
        </p:spPr>
        <p:txBody>
          <a:bodyPr bIns="0"/>
          <a:lstStyle/>
          <a:p>
            <a:r>
              <a:rPr lang="en-US" altLang="zh-CN" sz="6600" dirty="0">
                <a:solidFill>
                  <a:srgbClr val="002060"/>
                </a:solidFill>
              </a:rPr>
              <a:t>Thank You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br>
              <a:rPr lang="en-US" altLang="zh-CN" dirty="0">
                <a:solidFill>
                  <a:srgbClr val="002060"/>
                </a:solidFill>
              </a:rPr>
            </a:b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9C32DD0-BD2F-6524-4667-DB5E224F94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676" t="-1313" r="45954" b="1313"/>
          <a:stretch/>
        </p:blipFill>
        <p:spPr>
          <a:xfrm>
            <a:off x="6316788" y="1256403"/>
            <a:ext cx="3433914" cy="4541837"/>
          </a:xfrm>
        </p:spPr>
      </p:pic>
    </p:spTree>
    <p:extLst>
      <p:ext uri="{BB962C8B-B14F-4D97-AF65-F5344CB8AC3E}">
        <p14:creationId xmlns:p14="http://schemas.microsoft.com/office/powerpoint/2010/main" val="129312256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Custom Design">
  <a:themeElements>
    <a:clrScheme name="Product-Summary">
      <a:dk1>
        <a:srgbClr val="000000"/>
      </a:dk1>
      <a:lt1>
        <a:srgbClr val="FFFFFF"/>
      </a:lt1>
      <a:dk2>
        <a:srgbClr val="C16548"/>
      </a:dk2>
      <a:lt2>
        <a:srgbClr val="E7E6E6"/>
      </a:lt2>
      <a:accent1>
        <a:srgbClr val="C16548"/>
      </a:accent1>
      <a:accent2>
        <a:srgbClr val="E1C9C1"/>
      </a:accent2>
      <a:accent3>
        <a:srgbClr val="EFE9E7"/>
      </a:accent3>
      <a:accent4>
        <a:srgbClr val="7C8C5F"/>
      </a:accent4>
      <a:accent5>
        <a:srgbClr val="DAE7C3"/>
      </a:accent5>
      <a:accent6>
        <a:srgbClr val="ECF1E3"/>
      </a:accent6>
      <a:hlink>
        <a:srgbClr val="0563C1"/>
      </a:hlink>
      <a:folHlink>
        <a:srgbClr val="954F72"/>
      </a:folHlink>
    </a:clrScheme>
    <a:fontScheme name="Custom 11">
      <a:majorFont>
        <a:latin typeface="Felix Titl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lIns="0" tIns="0" rIns="0" bIns="0" rtlCol="0" anchor="t">
        <a:noAutofit/>
      </a:bodyPr>
      <a:lstStyle>
        <a:defPPr algn="l">
          <a:defRPr sz="75000" spc="500" dirty="0">
            <a:solidFill>
              <a:srgbClr val="C16548">
                <a:alpha val="5000"/>
              </a:srgbClr>
            </a:solidFill>
            <a:latin typeface="Felix Titling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">
  <a:themeElements>
    <a:clrScheme name="2.27方案3">
      <a:dk1>
        <a:sysClr val="windowText" lastClr="000000"/>
      </a:dk1>
      <a:lt1>
        <a:sysClr val="window" lastClr="FFFFFF"/>
      </a:lt1>
      <a:dk2>
        <a:srgbClr val="1453D4"/>
      </a:dk2>
      <a:lt2>
        <a:srgbClr val="DBEFF9"/>
      </a:lt2>
      <a:accent1>
        <a:srgbClr val="9BEAFF"/>
      </a:accent1>
      <a:accent2>
        <a:srgbClr val="70A7F3"/>
      </a:accent2>
      <a:accent3>
        <a:srgbClr val="32B7F3"/>
      </a:accent3>
      <a:accent4>
        <a:srgbClr val="071D28"/>
      </a:accent4>
      <a:accent5>
        <a:srgbClr val="598196"/>
      </a:accent5>
      <a:accent6>
        <a:srgbClr val="50BBC1"/>
      </a:accent6>
      <a:hlink>
        <a:srgbClr val="2995AD"/>
      </a:hlink>
      <a:folHlink>
        <a:srgbClr val="85DFD0"/>
      </a:folHlink>
    </a:clrScheme>
    <a:fontScheme name="Custom 2">
      <a:majorFont>
        <a:latin typeface="Arial"/>
        <a:ea typeface=""/>
        <a:cs typeface=""/>
      </a:majorFont>
      <a:minorFont>
        <a:latin typeface="Aptos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rcRect/>
          <a:stretch>
            <a:fillRect t="-18412" b="-39640"/>
          </a:stretch>
        </a:blip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">
  <a:themeElements>
    <a:clrScheme name="OP_001_Biz Presentation_Personal Budgeting_250210_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871CA"/>
      </a:accent1>
      <a:accent2>
        <a:srgbClr val="F6C94C"/>
      </a:accent2>
      <a:accent3>
        <a:srgbClr val="02C9CE"/>
      </a:accent3>
      <a:accent4>
        <a:srgbClr val="92D050"/>
      </a:accent4>
      <a:accent5>
        <a:srgbClr val="8E7EF0"/>
      </a:accent5>
      <a:accent6>
        <a:srgbClr val="D90909"/>
      </a:accent6>
      <a:hlink>
        <a:srgbClr val="ED861F"/>
      </a:hlink>
      <a:folHlink>
        <a:srgbClr val="979797"/>
      </a:folHlink>
    </a:clrScheme>
    <a:fontScheme name="Custom">
      <a:majorFont>
        <a:latin typeface="Segoe UI Black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Custom">
  <a:themeElements>
    <a:clrScheme name="2.27方案3">
      <a:dk1>
        <a:sysClr val="windowText" lastClr="000000"/>
      </a:dk1>
      <a:lt1>
        <a:sysClr val="window" lastClr="FFFFFF"/>
      </a:lt1>
      <a:dk2>
        <a:srgbClr val="1453D4"/>
      </a:dk2>
      <a:lt2>
        <a:srgbClr val="DBEFF9"/>
      </a:lt2>
      <a:accent1>
        <a:srgbClr val="9BEAFF"/>
      </a:accent1>
      <a:accent2>
        <a:srgbClr val="70A7F3"/>
      </a:accent2>
      <a:accent3>
        <a:srgbClr val="32B7F3"/>
      </a:accent3>
      <a:accent4>
        <a:srgbClr val="071D28"/>
      </a:accent4>
      <a:accent5>
        <a:srgbClr val="598196"/>
      </a:accent5>
      <a:accent6>
        <a:srgbClr val="50BBC1"/>
      </a:accent6>
      <a:hlink>
        <a:srgbClr val="2995AD"/>
      </a:hlink>
      <a:folHlink>
        <a:srgbClr val="85DFD0"/>
      </a:folHlink>
    </a:clrScheme>
    <a:fontScheme name="Custom 2">
      <a:majorFont>
        <a:latin typeface="Arial"/>
        <a:ea typeface=""/>
        <a:cs typeface=""/>
      </a:majorFont>
      <a:minorFont>
        <a:latin typeface="Aptos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rcRect/>
          <a:stretch>
            <a:fillRect t="-18412" b="-39640"/>
          </a:stretch>
        </a:blip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900F64-9193-44F8-BD63-E681103777C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</TotalTime>
  <Words>242</Words>
  <Application>Microsoft Office PowerPoint</Application>
  <PresentationFormat>Widescreen</PresentationFormat>
  <Paragraphs>65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17</vt:i4>
      </vt:variant>
    </vt:vector>
  </HeadingPairs>
  <TitlesOfParts>
    <vt:vector size="34" baseType="lpstr">
      <vt:lpstr>Aptos</vt:lpstr>
      <vt:lpstr>Arial</vt:lpstr>
      <vt:lpstr>Arial Black</vt:lpstr>
      <vt:lpstr>Avenir Book</vt:lpstr>
      <vt:lpstr>Avenir Heavy</vt:lpstr>
      <vt:lpstr>Avenir Next LT Pro</vt:lpstr>
      <vt:lpstr>Calibri</vt:lpstr>
      <vt:lpstr>Calibri Light</vt:lpstr>
      <vt:lpstr>Felix Titling</vt:lpstr>
      <vt:lpstr>Segoe UI</vt:lpstr>
      <vt:lpstr>Segoe UI Black</vt:lpstr>
      <vt:lpstr>Times New Roman</vt:lpstr>
      <vt:lpstr>Office Theme</vt:lpstr>
      <vt:lpstr>Custom Design</vt:lpstr>
      <vt:lpstr>Custom</vt:lpstr>
      <vt:lpstr>1_Custom</vt:lpstr>
      <vt:lpstr>2_Custom</vt:lpstr>
      <vt:lpstr>UI DESIGN AND IMPLEMENTATION </vt:lpstr>
      <vt:lpstr>Introduction</vt:lpstr>
      <vt:lpstr>Key Use cases</vt:lpstr>
      <vt:lpstr>Design Principles</vt:lpstr>
      <vt:lpstr>Wireframes wireframes​ Wireframes mockups mockups mockups mockups</vt:lpstr>
      <vt:lpstr>Low-Fidelity Wireframes</vt:lpstr>
      <vt:lpstr>Wireframes(Sketches)</vt:lpstr>
      <vt:lpstr>High Fidelity Mockups</vt:lpstr>
      <vt:lpstr>Figma Designs</vt:lpstr>
      <vt:lpstr>Front-end front-end front-end implementation implementation implementation implementation</vt:lpstr>
      <vt:lpstr>Technical Requirement</vt:lpstr>
      <vt:lpstr>Front-End Implementation</vt:lpstr>
      <vt:lpstr>High-fidelity High-fidelity High-fidelity prototype prototype prototype prototype</vt:lpstr>
      <vt:lpstr>System Requirements</vt:lpstr>
      <vt:lpstr>PowerPoint Presentation</vt:lpstr>
      <vt:lpstr>PowerPoint Presentation</vt:lpstr>
      <vt:lpstr>Thank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Modelling &amp; Design</dc:title>
  <dc:creator>User</dc:creator>
  <cp:lastModifiedBy>Tidding Ramsey</cp:lastModifiedBy>
  <cp:revision>133</cp:revision>
  <dcterms:created xsi:type="dcterms:W3CDTF">2022-01-19T22:30:16Z</dcterms:created>
  <dcterms:modified xsi:type="dcterms:W3CDTF">2025-06-02T22:49:52Z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