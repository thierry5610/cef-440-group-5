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4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5" r:id="rId5"/>
    <p:sldMasterId id="2147483680" r:id="rId6"/>
    <p:sldMasterId id="2147483743" r:id="rId7"/>
    <p:sldMasterId id="2147483805" r:id="rId8"/>
  </p:sldMasterIdLst>
  <p:notesMasterIdLst>
    <p:notesMasterId r:id="rId28"/>
  </p:notesMasterIdLst>
  <p:handoutMasterIdLst>
    <p:handoutMasterId r:id="rId29"/>
  </p:handoutMasterIdLst>
  <p:sldIdLst>
    <p:sldId id="362" r:id="rId9"/>
    <p:sldId id="389" r:id="rId10"/>
    <p:sldId id="405" r:id="rId11"/>
    <p:sldId id="377" r:id="rId12"/>
    <p:sldId id="388" r:id="rId13"/>
    <p:sldId id="395" r:id="rId14"/>
    <p:sldId id="385" r:id="rId15"/>
    <p:sldId id="382" r:id="rId16"/>
    <p:sldId id="402" r:id="rId17"/>
    <p:sldId id="404" r:id="rId18"/>
    <p:sldId id="397" r:id="rId19"/>
    <p:sldId id="401" r:id="rId20"/>
    <p:sldId id="309" r:id="rId21"/>
    <p:sldId id="279" r:id="rId22"/>
    <p:sldId id="406" r:id="rId23"/>
    <p:sldId id="366" r:id="rId24"/>
    <p:sldId id="400" r:id="rId25"/>
    <p:sldId id="310" r:id="rId26"/>
    <p:sldId id="34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768" userDrawn="1">
          <p15:clr>
            <a:srgbClr val="000000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7BEBD8"/>
    <a:srgbClr val="6C92E1"/>
    <a:srgbClr val="8335E5"/>
    <a:srgbClr val="6B8DE1"/>
    <a:srgbClr val="6313DC"/>
    <a:srgbClr val="1E3ADA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54" autoAdjust="0"/>
    <p:restoredTop sz="94652" autoAdjust="0"/>
  </p:normalViewPr>
  <p:slideViewPr>
    <p:cSldViewPr snapToGrid="0" showGuides="1">
      <p:cViewPr varScale="1">
        <p:scale>
          <a:sx n="57" d="100"/>
          <a:sy n="57" d="100"/>
        </p:scale>
        <p:origin x="756" y="48"/>
      </p:cViewPr>
      <p:guideLst>
        <p:guide orient="horz" pos="2064"/>
        <p:guide pos="3768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8F48A-6110-47DA-8521-A1D1FFD22F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867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8F48A-6110-47DA-8521-A1D1FFD22F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72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622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59547C-AB38-C793-550F-7C7D6CEE22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224" y="-1"/>
            <a:ext cx="11035552" cy="6858001"/>
          </a:xfrm>
          <a:noFill/>
        </p:spPr>
        <p:txBody>
          <a:bodyPr lIns="0" tIns="0" rIns="0" bIns="0" anchor="ctr">
            <a:noAutofit/>
          </a:bodyPr>
          <a:lstStyle>
            <a:lvl1pPr algn="l">
              <a:defRPr sz="8000" kern="1200" spc="1000" baseline="0">
                <a:ln>
                  <a:noFill/>
                </a:ln>
                <a:solidFill>
                  <a:srgbClr val="CB6E50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8" name="Picture Placeholder 26">
            <a:extLst>
              <a:ext uri="{FF2B5EF4-FFF2-40B4-BE49-F238E27FC236}">
                <a16:creationId xmlns:a16="http://schemas.microsoft.com/office/drawing/2014/main" id="{C0B4C216-E27C-7A50-CF5C-D340913FF5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8308" y="604554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4CF15-8EEB-3E61-A35B-A44FACDCD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8308" y="5901989"/>
            <a:ext cx="4085468" cy="46808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972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1399032"/>
            <a:ext cx="5486400" cy="676656"/>
          </a:xfrm>
        </p:spPr>
        <p:txBody>
          <a:bodyPr lIns="0" tIns="0" rIns="0" bIns="0" anchor="ctr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8232" y="1481328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25014DBD-FC37-6FBB-AEBA-C826652821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28232" y="3941064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62835A7-C3E7-285E-CDF2-A44B022CFA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26880" y="1481328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26880" y="3941064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AD5CDF0-03F4-067C-A930-F9EEE3F0E3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8232" y="215798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1EA0E8C0-9652-ED9C-4CD9-6B72392D6DF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28232" y="462686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0155057-5F64-A44D-EBB6-913EC89187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6880" y="215798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95532FA-0A0C-CF19-D640-F92609A782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880" y="462686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26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6A67D644-32E7-08DE-4A04-59BC59DA67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23536" y="697867"/>
            <a:ext cx="4344928" cy="5462266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736204"/>
          </a:xfrm>
        </p:spPr>
        <p:txBody>
          <a:bodyPr anchor="ctr">
            <a:noAutofit/>
          </a:bodyPr>
          <a:lstStyle>
            <a:lvl1pPr algn="ctr">
              <a:defRPr sz="8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1A91CD-FAA1-12A5-36FC-FB6877A5CF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235" y="5501848"/>
            <a:ext cx="10515600" cy="135615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0" b="0" spc="5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70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10349A9-96E5-48EF-811D-326560B8C1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5962964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0571" y="3000733"/>
            <a:ext cx="5763227" cy="2996309"/>
          </a:xfrm>
        </p:spPr>
        <p:txBody>
          <a:bodyPr lIns="0" tIns="0" rIns="0" bIns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50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192137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8E835A2-9A63-E732-F9E2-A4F4914B17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455" y="1834688"/>
            <a:ext cx="5310927" cy="723085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CA4D69F-DA63-104E-3FB3-1F2D82C3B59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4466" y="1834688"/>
            <a:ext cx="5310927" cy="723085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5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AC50623-C141-FF48-2679-AD0F48D51D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05526" y="2557773"/>
            <a:ext cx="1772935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FAAA39D6-45B2-A7D3-5DC3-C2459FFFC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78310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08456420-6A32-6316-DB13-BD852A1B7E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44466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4006011E-82D1-0E59-8663-132BB94A82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3537" y="2557773"/>
            <a:ext cx="1772935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979E2337-5EFF-E5EE-D81F-00E835015F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786321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AB66CF5-0D1B-FF68-BB2E-8A5D28F0BC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6455" y="2983478"/>
            <a:ext cx="1769071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2E7EFCE-36D7-CF86-2FEF-E3734FE9950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405295" y="2983478"/>
            <a:ext cx="1772935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6E1DCC08-6799-A1AC-28C2-A872BAF1E5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78463" y="2983478"/>
            <a:ext cx="1768919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CE1BF705-AAB1-D537-2C0D-A795D1D4D17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44466" y="2983478"/>
            <a:ext cx="1769071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5F504EFC-46D9-97D5-DA53-4D8EB52D134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013306" y="2983478"/>
            <a:ext cx="1772935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C1231552-C2DF-2460-9DCB-33B1379D750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786474" y="2983478"/>
            <a:ext cx="1768919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966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7B17915-F2EE-16C0-9704-0911520961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064" y="1655064"/>
            <a:ext cx="11164824" cy="4599432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62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A29FDC8-4969-6E0E-767C-B89B08D3D2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336" y="2195513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94B01F3-B2C5-4835-6EF9-A40EB06012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389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9CE4F9C-B2A8-323E-0B57-0B8FD348FA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0511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9B260B4-D1BC-635B-D388-0E1A9CF2C1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0848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470C7D3-57C4-0583-E642-C6AB3565F6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32902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6978037E-3163-1C71-E997-16A7D05981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0474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575FF4D9-84C9-19DB-9830-B3FFCD6F52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-621792"/>
            <a:ext cx="12192000" cy="7825231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78CB881-B4B6-F9E5-06B7-B87D6D5300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67" y="-2"/>
            <a:ext cx="5329866" cy="6858002"/>
          </a:xfrm>
          <a:custGeom>
            <a:avLst/>
            <a:gdLst>
              <a:gd name="connsiteX0" fmla="*/ 1468671 w 5329866"/>
              <a:gd name="connsiteY0" fmla="*/ 0 h 6858002"/>
              <a:gd name="connsiteX1" fmla="*/ 3861196 w 5329866"/>
              <a:gd name="connsiteY1" fmla="*/ 0 h 6858002"/>
              <a:gd name="connsiteX2" fmla="*/ 3935199 w 5329866"/>
              <a:gd name="connsiteY2" fmla="*/ 35649 h 6858002"/>
              <a:gd name="connsiteX3" fmla="*/ 5329866 w 5329866"/>
              <a:gd name="connsiteY3" fmla="*/ 2378940 h 6858002"/>
              <a:gd name="connsiteX4" fmla="*/ 5326197 w 5329866"/>
              <a:gd name="connsiteY4" fmla="*/ 2451598 h 6858002"/>
              <a:gd name="connsiteX5" fmla="*/ 5329866 w 5329866"/>
              <a:gd name="connsiteY5" fmla="*/ 2451598 h 6858002"/>
              <a:gd name="connsiteX6" fmla="*/ 5329866 w 5329866"/>
              <a:gd name="connsiteY6" fmla="*/ 4479063 h 6858002"/>
              <a:gd name="connsiteX7" fmla="*/ 5329866 w 5329866"/>
              <a:gd name="connsiteY7" fmla="*/ 4613615 h 6858002"/>
              <a:gd name="connsiteX8" fmla="*/ 5323072 w 5329866"/>
              <a:gd name="connsiteY8" fmla="*/ 4613615 h 6858002"/>
              <a:gd name="connsiteX9" fmla="*/ 5316108 w 5329866"/>
              <a:gd name="connsiteY9" fmla="*/ 4751537 h 6858002"/>
              <a:gd name="connsiteX10" fmla="*/ 4074162 w 5329866"/>
              <a:gd name="connsiteY10" fmla="*/ 6741332 h 6858002"/>
              <a:gd name="connsiteX11" fmla="*/ 3866899 w 5329866"/>
              <a:gd name="connsiteY11" fmla="*/ 6858002 h 6858002"/>
              <a:gd name="connsiteX12" fmla="*/ 1462968 w 5329866"/>
              <a:gd name="connsiteY12" fmla="*/ 6858002 h 6858002"/>
              <a:gd name="connsiteX13" fmla="*/ 1255705 w 5329866"/>
              <a:gd name="connsiteY13" fmla="*/ 6741332 h 6858002"/>
              <a:gd name="connsiteX14" fmla="*/ 13759 w 5329866"/>
              <a:gd name="connsiteY14" fmla="*/ 4751537 h 6858002"/>
              <a:gd name="connsiteX15" fmla="*/ 6794 w 5329866"/>
              <a:gd name="connsiteY15" fmla="*/ 4613615 h 6858002"/>
              <a:gd name="connsiteX16" fmla="*/ 2 w 5329866"/>
              <a:gd name="connsiteY16" fmla="*/ 4613615 h 6858002"/>
              <a:gd name="connsiteX17" fmla="*/ 2 w 5329866"/>
              <a:gd name="connsiteY17" fmla="*/ 4479105 h 6858002"/>
              <a:gd name="connsiteX18" fmla="*/ 0 w 5329866"/>
              <a:gd name="connsiteY18" fmla="*/ 4479063 h 6858002"/>
              <a:gd name="connsiteX19" fmla="*/ 2 w 5329866"/>
              <a:gd name="connsiteY19" fmla="*/ 4479021 h 6858002"/>
              <a:gd name="connsiteX20" fmla="*/ 2 w 5329866"/>
              <a:gd name="connsiteY20" fmla="*/ 2451598 h 6858002"/>
              <a:gd name="connsiteX21" fmla="*/ 3670 w 5329866"/>
              <a:gd name="connsiteY21" fmla="*/ 2451598 h 6858002"/>
              <a:gd name="connsiteX22" fmla="*/ 0 w 5329866"/>
              <a:gd name="connsiteY22" fmla="*/ 2378940 h 6858002"/>
              <a:gd name="connsiteX23" fmla="*/ 1394668 w 5329866"/>
              <a:gd name="connsiteY23" fmla="*/ 35649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8002">
                <a:moveTo>
                  <a:pt x="1468671" y="0"/>
                </a:moveTo>
                <a:lnTo>
                  <a:pt x="3861196" y="0"/>
                </a:lnTo>
                <a:lnTo>
                  <a:pt x="3935199" y="35649"/>
                </a:lnTo>
                <a:cubicBezTo>
                  <a:pt x="4765925" y="486927"/>
                  <a:pt x="5329866" y="1367076"/>
                  <a:pt x="5329866" y="2378940"/>
                </a:cubicBezTo>
                <a:lnTo>
                  <a:pt x="5326197" y="2451598"/>
                </a:lnTo>
                <a:lnTo>
                  <a:pt x="5329866" y="2451598"/>
                </a:lnTo>
                <a:lnTo>
                  <a:pt x="5329866" y="4479063"/>
                </a:lnTo>
                <a:lnTo>
                  <a:pt x="5329866" y="4613615"/>
                </a:lnTo>
                <a:lnTo>
                  <a:pt x="5323072" y="4613615"/>
                </a:lnTo>
                <a:lnTo>
                  <a:pt x="5316108" y="4751537"/>
                </a:lnTo>
                <a:cubicBezTo>
                  <a:pt x="5230813" y="5591419"/>
                  <a:pt x="4755512" y="6316003"/>
                  <a:pt x="4074162" y="6741332"/>
                </a:cubicBezTo>
                <a:lnTo>
                  <a:pt x="3866899" y="6858002"/>
                </a:lnTo>
                <a:lnTo>
                  <a:pt x="1462968" y="6858002"/>
                </a:lnTo>
                <a:lnTo>
                  <a:pt x="1255705" y="6741332"/>
                </a:lnTo>
                <a:cubicBezTo>
                  <a:pt x="574355" y="6316003"/>
                  <a:pt x="99054" y="5591419"/>
                  <a:pt x="13759" y="4751537"/>
                </a:cubicBezTo>
                <a:lnTo>
                  <a:pt x="6794" y="4613615"/>
                </a:lnTo>
                <a:lnTo>
                  <a:pt x="2" y="4613615"/>
                </a:lnTo>
                <a:lnTo>
                  <a:pt x="2" y="4479105"/>
                </a:lnTo>
                <a:lnTo>
                  <a:pt x="0" y="4479063"/>
                </a:lnTo>
                <a:lnTo>
                  <a:pt x="2" y="4479021"/>
                </a:lnTo>
                <a:lnTo>
                  <a:pt x="2" y="2451598"/>
                </a:lnTo>
                <a:lnTo>
                  <a:pt x="3670" y="2451598"/>
                </a:lnTo>
                <a:lnTo>
                  <a:pt x="0" y="2378940"/>
                </a:lnTo>
                <a:cubicBezTo>
                  <a:pt x="0" y="1367076"/>
                  <a:pt x="563941" y="486927"/>
                  <a:pt x="1394668" y="3564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731088F-47E0-33BA-856D-6E68D4A69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4054639"/>
            <a:ext cx="12192000" cy="996696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8500" b="0" i="0" spc="10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10907474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6099858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897E40-8096-E77D-E61A-A0AAC64EA41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8481" y="581371"/>
            <a:ext cx="3884344" cy="5415673"/>
          </a:xfrm>
          <a:custGeom>
            <a:avLst/>
            <a:gdLst>
              <a:gd name="connsiteX0" fmla="*/ 1942453 w 3884344"/>
              <a:gd name="connsiteY0" fmla="*/ 0 h 5415673"/>
              <a:gd name="connsiteX1" fmla="*/ 3874878 w 3884344"/>
              <a:gd name="connsiteY1" fmla="*/ 1743849 h 5415673"/>
              <a:gd name="connsiteX2" fmla="*/ 3884344 w 3884344"/>
              <a:gd name="connsiteY2" fmla="*/ 1931324 h 5415673"/>
              <a:gd name="connsiteX3" fmla="*/ 3884344 w 3884344"/>
              <a:gd name="connsiteY3" fmla="*/ 1953581 h 5415673"/>
              <a:gd name="connsiteX4" fmla="*/ 3882232 w 3884344"/>
              <a:gd name="connsiteY4" fmla="*/ 1995413 h 5415673"/>
              <a:gd name="connsiteX5" fmla="*/ 3884344 w 3884344"/>
              <a:gd name="connsiteY5" fmla="*/ 1995413 h 5415673"/>
              <a:gd name="connsiteX6" fmla="*/ 3884344 w 3884344"/>
              <a:gd name="connsiteY6" fmla="*/ 3571294 h 5415673"/>
              <a:gd name="connsiteX7" fmla="*/ 3879954 w 3884344"/>
              <a:gd name="connsiteY7" fmla="*/ 3571294 h 5415673"/>
              <a:gd name="connsiteX8" fmla="*/ 3874878 w 3884344"/>
              <a:gd name="connsiteY8" fmla="*/ 3671825 h 5415673"/>
              <a:gd name="connsiteX9" fmla="*/ 1942453 w 3884344"/>
              <a:gd name="connsiteY9" fmla="*/ 5415673 h 5415673"/>
              <a:gd name="connsiteX10" fmla="*/ 10029 w 3884344"/>
              <a:gd name="connsiteY10" fmla="*/ 3671825 h 5415673"/>
              <a:gd name="connsiteX11" fmla="*/ 4952 w 3884344"/>
              <a:gd name="connsiteY11" fmla="*/ 3571294 h 5415673"/>
              <a:gd name="connsiteX12" fmla="*/ 2 w 3884344"/>
              <a:gd name="connsiteY12" fmla="*/ 3571294 h 5415673"/>
              <a:gd name="connsiteX13" fmla="*/ 2 w 3884344"/>
              <a:gd name="connsiteY13" fmla="*/ 3473251 h 5415673"/>
              <a:gd name="connsiteX14" fmla="*/ 0 w 3884344"/>
              <a:gd name="connsiteY14" fmla="*/ 3473220 h 5415673"/>
              <a:gd name="connsiteX15" fmla="*/ 2 w 3884344"/>
              <a:gd name="connsiteY15" fmla="*/ 3473189 h 5415673"/>
              <a:gd name="connsiteX16" fmla="*/ 2 w 3884344"/>
              <a:gd name="connsiteY16" fmla="*/ 1995413 h 5415673"/>
              <a:gd name="connsiteX17" fmla="*/ 2675 w 3884344"/>
              <a:gd name="connsiteY17" fmla="*/ 1995413 h 5415673"/>
              <a:gd name="connsiteX18" fmla="*/ 0 w 3884344"/>
              <a:gd name="connsiteY18" fmla="*/ 1942453 h 5415673"/>
              <a:gd name="connsiteX19" fmla="*/ 1942453 w 3884344"/>
              <a:gd name="connsiteY19" fmla="*/ 0 h 541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84344" h="5415673">
                <a:moveTo>
                  <a:pt x="1942453" y="0"/>
                </a:moveTo>
                <a:cubicBezTo>
                  <a:pt x="2948191" y="0"/>
                  <a:pt x="3775405" y="764355"/>
                  <a:pt x="3874878" y="1743849"/>
                </a:cubicBezTo>
                <a:lnTo>
                  <a:pt x="3884344" y="1931324"/>
                </a:lnTo>
                <a:lnTo>
                  <a:pt x="3884344" y="1953581"/>
                </a:lnTo>
                <a:lnTo>
                  <a:pt x="3882232" y="1995413"/>
                </a:lnTo>
                <a:lnTo>
                  <a:pt x="3884344" y="1995413"/>
                </a:lnTo>
                <a:lnTo>
                  <a:pt x="3884344" y="3571294"/>
                </a:lnTo>
                <a:lnTo>
                  <a:pt x="3879954" y="3571294"/>
                </a:lnTo>
                <a:lnTo>
                  <a:pt x="3874878" y="3671825"/>
                </a:lnTo>
                <a:cubicBezTo>
                  <a:pt x="3775404" y="4651319"/>
                  <a:pt x="2948192" y="5415673"/>
                  <a:pt x="1942453" y="5415673"/>
                </a:cubicBezTo>
                <a:cubicBezTo>
                  <a:pt x="936714" y="5415673"/>
                  <a:pt x="109502" y="4651319"/>
                  <a:pt x="10029" y="3671825"/>
                </a:cubicBezTo>
                <a:lnTo>
                  <a:pt x="4952" y="3571294"/>
                </a:lnTo>
                <a:lnTo>
                  <a:pt x="2" y="3571294"/>
                </a:lnTo>
                <a:lnTo>
                  <a:pt x="2" y="3473251"/>
                </a:lnTo>
                <a:lnTo>
                  <a:pt x="0" y="3473220"/>
                </a:lnTo>
                <a:lnTo>
                  <a:pt x="2" y="3473189"/>
                </a:lnTo>
                <a:lnTo>
                  <a:pt x="2" y="1995413"/>
                </a:lnTo>
                <a:lnTo>
                  <a:pt x="2675" y="1995413"/>
                </a:lnTo>
                <a:lnTo>
                  <a:pt x="0" y="1942453"/>
                </a:lnTo>
                <a:cubicBezTo>
                  <a:pt x="0" y="869666"/>
                  <a:pt x="869666" y="0"/>
                  <a:pt x="1942453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/>
            </a:lvl1pPr>
          </a:lstStyle>
          <a:p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414DEE6-A86D-4699-E6EF-CE6745F5D4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571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68EE5CA-4729-4FEA-F1BC-F976BEEBC48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73609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A3BC7A6-D12C-160A-CB5C-E556052508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90571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2DF7BAB-7F6A-3D7B-F8A9-D7C4BD1D3B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73609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24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16A793-0543-8519-4E06-4D8E6A4E8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837944"/>
            <a:ext cx="11353800" cy="3019086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FA2A82A-5FFB-EAB7-624A-E00F9EA6DE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59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DD59288-2C4C-BA2F-F3C9-CEEC7BBAE5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47242" y="5232509"/>
            <a:ext cx="2188728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221A6B3-B644-8124-2E99-CBB5C1C0B2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6023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82FC433-EED8-C305-2AE2-E3BC9D42E5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64806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824A580-B433-CC76-2FDC-C607FC5ECF8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8459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79803CA-9514-7183-8AC8-13CC5B8406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547241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861F1384-35C1-15D1-9228-D96AC95355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56023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8B1D216-8DC7-A8D4-4857-4C7529D982E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4806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0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A60E5-D102-7326-D77E-C6DF8BDDA7D6}"/>
              </a:ext>
            </a:extLst>
          </p:cNvPr>
          <p:cNvSpPr txBox="1"/>
          <p:nvPr userDrawn="1"/>
        </p:nvSpPr>
        <p:spPr>
          <a:xfrm>
            <a:off x="6598508" y="60795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D67076B-6CF0-B20E-9689-27FA1127A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8851" y="0"/>
            <a:ext cx="8160152" cy="6858000"/>
          </a:xfrm>
        </p:spPr>
        <p:txBody>
          <a:bodyPr anchor="ctr">
            <a:noAutofit/>
          </a:bodyPr>
          <a:lstStyle>
            <a:lvl1pPr algn="l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29235182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3F266306-412A-D7DE-40EF-45BBA13E556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846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28BF9A91-4021-72CF-EEBD-43B8B2F764A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53437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5D88CB52-BC08-9751-260B-B531030DCAB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43028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06E6C850-58C9-7074-08C7-7D24B9A951F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2619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A395A78-D15C-3B71-AC48-52F422FF299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3437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26292D0-5ED9-B06E-0FEC-5ECF9B61DA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3028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025E22B-8EFC-3B41-7DF2-F2F0FBBFC2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2619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59D7743-7A8F-C73A-B9D5-49190ED512A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846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D4BD1280-EFE5-3F5B-2E53-29FC62D2218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3437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D7323A54-CEF7-D9AE-B43D-CCF5F95273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028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50A54A3-4CD3-53F4-3FFE-F664FBFCB1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1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062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5B86244-CE85-A100-2FAE-57F9E99595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681" y="4554640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BADE24-E02E-B86B-4973-FF07C9C25E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681" y="1296361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6E5F1B-46ED-3EC5-71CF-9A8DF9B5AA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8452" y="1"/>
            <a:ext cx="5329866" cy="6857999"/>
          </a:xfrm>
          <a:custGeom>
            <a:avLst/>
            <a:gdLst>
              <a:gd name="connsiteX0" fmla="*/ 1468669 w 5329866"/>
              <a:gd name="connsiteY0" fmla="*/ 0 h 6857999"/>
              <a:gd name="connsiteX1" fmla="*/ 3861198 w 5329866"/>
              <a:gd name="connsiteY1" fmla="*/ 0 h 6857999"/>
              <a:gd name="connsiteX2" fmla="*/ 3935198 w 5329866"/>
              <a:gd name="connsiteY2" fmla="*/ 35648 h 6857999"/>
              <a:gd name="connsiteX3" fmla="*/ 5329866 w 5329866"/>
              <a:gd name="connsiteY3" fmla="*/ 2378939 h 6857999"/>
              <a:gd name="connsiteX4" fmla="*/ 5326197 w 5329866"/>
              <a:gd name="connsiteY4" fmla="*/ 2451597 h 6857999"/>
              <a:gd name="connsiteX5" fmla="*/ 5329866 w 5329866"/>
              <a:gd name="connsiteY5" fmla="*/ 2451597 h 6857999"/>
              <a:gd name="connsiteX6" fmla="*/ 5329866 w 5329866"/>
              <a:gd name="connsiteY6" fmla="*/ 4479062 h 6857999"/>
              <a:gd name="connsiteX7" fmla="*/ 5329866 w 5329866"/>
              <a:gd name="connsiteY7" fmla="*/ 4613614 h 6857999"/>
              <a:gd name="connsiteX8" fmla="*/ 5323072 w 5329866"/>
              <a:gd name="connsiteY8" fmla="*/ 4613614 h 6857999"/>
              <a:gd name="connsiteX9" fmla="*/ 5316108 w 5329866"/>
              <a:gd name="connsiteY9" fmla="*/ 4751536 h 6857999"/>
              <a:gd name="connsiteX10" fmla="*/ 4074162 w 5329866"/>
              <a:gd name="connsiteY10" fmla="*/ 6741331 h 6857999"/>
              <a:gd name="connsiteX11" fmla="*/ 3866902 w 5329866"/>
              <a:gd name="connsiteY11" fmla="*/ 6857999 h 6857999"/>
              <a:gd name="connsiteX12" fmla="*/ 1462965 w 5329866"/>
              <a:gd name="connsiteY12" fmla="*/ 6857999 h 6857999"/>
              <a:gd name="connsiteX13" fmla="*/ 1255705 w 5329866"/>
              <a:gd name="connsiteY13" fmla="*/ 6741331 h 6857999"/>
              <a:gd name="connsiteX14" fmla="*/ 13759 w 5329866"/>
              <a:gd name="connsiteY14" fmla="*/ 4751536 h 6857999"/>
              <a:gd name="connsiteX15" fmla="*/ 6794 w 5329866"/>
              <a:gd name="connsiteY15" fmla="*/ 4613614 h 6857999"/>
              <a:gd name="connsiteX16" fmla="*/ 2 w 5329866"/>
              <a:gd name="connsiteY16" fmla="*/ 4613614 h 6857999"/>
              <a:gd name="connsiteX17" fmla="*/ 2 w 5329866"/>
              <a:gd name="connsiteY17" fmla="*/ 4479104 h 6857999"/>
              <a:gd name="connsiteX18" fmla="*/ 0 w 5329866"/>
              <a:gd name="connsiteY18" fmla="*/ 4479062 h 6857999"/>
              <a:gd name="connsiteX19" fmla="*/ 2 w 5329866"/>
              <a:gd name="connsiteY19" fmla="*/ 4479020 h 6857999"/>
              <a:gd name="connsiteX20" fmla="*/ 2 w 5329866"/>
              <a:gd name="connsiteY20" fmla="*/ 2451597 h 6857999"/>
              <a:gd name="connsiteX21" fmla="*/ 3670 w 5329866"/>
              <a:gd name="connsiteY21" fmla="*/ 2451597 h 6857999"/>
              <a:gd name="connsiteX22" fmla="*/ 0 w 5329866"/>
              <a:gd name="connsiteY22" fmla="*/ 2378939 h 6857999"/>
              <a:gd name="connsiteX23" fmla="*/ 1394668 w 5329866"/>
              <a:gd name="connsiteY23" fmla="*/ 3564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7999">
                <a:moveTo>
                  <a:pt x="1468669" y="0"/>
                </a:moveTo>
                <a:lnTo>
                  <a:pt x="3861198" y="0"/>
                </a:lnTo>
                <a:lnTo>
                  <a:pt x="3935198" y="35648"/>
                </a:lnTo>
                <a:cubicBezTo>
                  <a:pt x="4765925" y="486926"/>
                  <a:pt x="5329866" y="1367075"/>
                  <a:pt x="5329866" y="2378939"/>
                </a:cubicBezTo>
                <a:lnTo>
                  <a:pt x="5326197" y="2451597"/>
                </a:lnTo>
                <a:lnTo>
                  <a:pt x="5329866" y="2451597"/>
                </a:lnTo>
                <a:lnTo>
                  <a:pt x="5329866" y="4479062"/>
                </a:lnTo>
                <a:lnTo>
                  <a:pt x="5329866" y="4613614"/>
                </a:lnTo>
                <a:lnTo>
                  <a:pt x="5323072" y="4613614"/>
                </a:lnTo>
                <a:lnTo>
                  <a:pt x="5316108" y="4751536"/>
                </a:lnTo>
                <a:cubicBezTo>
                  <a:pt x="5230813" y="5591417"/>
                  <a:pt x="4755512" y="6316001"/>
                  <a:pt x="4074162" y="6741331"/>
                </a:cubicBezTo>
                <a:lnTo>
                  <a:pt x="3866902" y="6857999"/>
                </a:lnTo>
                <a:lnTo>
                  <a:pt x="1462965" y="6857999"/>
                </a:lnTo>
                <a:lnTo>
                  <a:pt x="1255705" y="6741331"/>
                </a:lnTo>
                <a:cubicBezTo>
                  <a:pt x="574355" y="6316001"/>
                  <a:pt x="99054" y="5591417"/>
                  <a:pt x="13759" y="4751536"/>
                </a:cubicBezTo>
                <a:lnTo>
                  <a:pt x="6794" y="4613614"/>
                </a:lnTo>
                <a:lnTo>
                  <a:pt x="2" y="4613614"/>
                </a:lnTo>
                <a:lnTo>
                  <a:pt x="2" y="4479104"/>
                </a:lnTo>
                <a:lnTo>
                  <a:pt x="0" y="4479062"/>
                </a:lnTo>
                <a:lnTo>
                  <a:pt x="2" y="4479020"/>
                </a:lnTo>
                <a:lnTo>
                  <a:pt x="2" y="2451597"/>
                </a:lnTo>
                <a:lnTo>
                  <a:pt x="3670" y="2451597"/>
                </a:lnTo>
                <a:lnTo>
                  <a:pt x="0" y="2378939"/>
                </a:lnTo>
                <a:cubicBezTo>
                  <a:pt x="0" y="1367075"/>
                  <a:pt x="563941" y="486926"/>
                  <a:pt x="1394668" y="35648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88BC5D-D10D-D2EE-8AE9-4CDCE46A2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681" y="2404268"/>
            <a:ext cx="7217511" cy="20494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8000" b="0" i="0" spc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3151779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45CA8F2-58D1-3DCE-8413-CE65DE3496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0962" y="-801666"/>
            <a:ext cx="4667994" cy="782523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 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AB6B870-F337-8AB9-902B-76B31B88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39033"/>
            <a:ext cx="3478306" cy="3186954"/>
          </a:xfr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50000"/>
              </a:lnSpc>
              <a:defRPr lang="en-US" sz="1600" b="1" i="0" spc="5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413E8F7-437B-CCB5-23CA-F7ABF62FD0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0962" y="1467062"/>
            <a:ext cx="4667994" cy="2420772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08256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37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86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34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2705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141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9454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346275D-4318-15D0-8F4A-3820A657D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624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6E3E36D-049D-0336-4B5E-9DB64D9DE6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1175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0" y="452387"/>
            <a:ext cx="54203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355481-CCC4-3C4D-A9BD-DF34116B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400" y="4521200"/>
            <a:ext cx="54203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95667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81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526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69117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2918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3207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208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4788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4598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43250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9854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2561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36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842261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737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177537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03" y="740002"/>
            <a:ext cx="10664992" cy="1108799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B123-E35D-F0AD-599A-36331CA67F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3503" y="1930401"/>
            <a:ext cx="10664981" cy="11087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AD5CE30-2042-C9F0-1D52-67FF1CCCF5B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flipH="1">
            <a:off x="763503" y="3125456"/>
            <a:ext cx="10664990" cy="3003882"/>
          </a:xfrm>
          <a:custGeom>
            <a:avLst/>
            <a:gdLst>
              <a:gd name="connsiteX0" fmla="*/ 717565 w 10664990"/>
              <a:gd name="connsiteY0" fmla="*/ 0 h 3003882"/>
              <a:gd name="connsiteX1" fmla="*/ 10664990 w 10664990"/>
              <a:gd name="connsiteY1" fmla="*/ 0 h 3003882"/>
              <a:gd name="connsiteX2" fmla="*/ 10664990 w 10664990"/>
              <a:gd name="connsiteY2" fmla="*/ 2040791 h 3003882"/>
              <a:gd name="connsiteX3" fmla="*/ 9701899 w 10664990"/>
              <a:gd name="connsiteY3" fmla="*/ 3003882 h 3003882"/>
              <a:gd name="connsiteX4" fmla="*/ 0 w 10664990"/>
              <a:gd name="connsiteY4" fmla="*/ 3003882 h 3003882"/>
              <a:gd name="connsiteX5" fmla="*/ 0 w 10664990"/>
              <a:gd name="connsiteY5" fmla="*/ 807576 h 3003882"/>
              <a:gd name="connsiteX6" fmla="*/ 6866 w 10664990"/>
              <a:gd name="connsiteY6" fmla="*/ 739470 h 3003882"/>
              <a:gd name="connsiteX7" fmla="*/ 663997 w 10664990"/>
              <a:gd name="connsiteY7" fmla="*/ 13774 h 300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64990" h="3003882">
                <a:moveTo>
                  <a:pt x="717565" y="0"/>
                </a:moveTo>
                <a:lnTo>
                  <a:pt x="10664990" y="0"/>
                </a:lnTo>
                <a:lnTo>
                  <a:pt x="10664990" y="2040791"/>
                </a:lnTo>
                <a:cubicBezTo>
                  <a:pt x="10664990" y="2572691"/>
                  <a:pt x="10233799" y="3003882"/>
                  <a:pt x="9701899" y="3003882"/>
                </a:cubicBezTo>
                <a:lnTo>
                  <a:pt x="0" y="3003882"/>
                </a:lnTo>
                <a:lnTo>
                  <a:pt x="0" y="807576"/>
                </a:lnTo>
                <a:lnTo>
                  <a:pt x="6866" y="739470"/>
                </a:lnTo>
                <a:cubicBezTo>
                  <a:pt x="77427" y="394648"/>
                  <a:pt x="332267" y="116953"/>
                  <a:pt x="663997" y="137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CA2A0CC-FD1D-090E-B032-2727A33C2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14E31B0-796E-475E-1937-AD368956E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F8FA102-64A1-8ADA-C519-B41858DD3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EBE4D70A-6370-D227-8C8A-E57CB8CE7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270487BC-62D0-8122-EE28-32BF73CE6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009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427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1216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1340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6883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199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1225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2085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6073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9594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33068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6585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8058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884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7334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617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607FA20-5F9E-5F1A-2995-42DE292E2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E53118E-49A5-7AAB-EB8C-E3E57CD9F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755146-626F-5951-A77D-DC3012AB5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2F96DE7D-2B90-57E1-B338-BE484C519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92356EB0-27E3-E63B-5A46-EF32523AD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23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679631-7C3B-D21E-7FA5-358FCF45E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EAF229-1E32-0FE6-E4A3-E02C9FAAA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76071C-D183-B427-F1DA-639AE2B34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47BC41E4-A5C6-BE0D-6E66-832679642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8E0779B7-1774-CFF8-ED50-658BA7EE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71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7933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2690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72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EFA2AD-E749-9F60-705D-DE0941E26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138B0B-E7B2-93DE-E6AD-66530C4A9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8BC1B4-A19E-EF55-F8A5-8DB265F1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B3027282-55C0-23E2-F9D0-56E40795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DC379414-CF7D-9895-A99E-1AA396B9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309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19029B-E3E6-1F4D-FA22-F5BD87417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40A4B2-F740-621D-1480-FB55668AE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A48FF9-74DF-1DDE-C86D-58BAE32E8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43E09413-BF03-4EDB-7DA9-C0CBF04FE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873150D4-24A2-988A-C893-A637A2FA9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77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24B5ABA-190E-BEB5-573F-F64D2D575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FB98919-5529-CCFE-1092-A9D62454C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31FAD-95BD-D50C-3496-63D8FB39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8B23DD3-BCFF-9795-0CA9-AE9401F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535FCD9B-34CE-58F0-8CB6-B7CB1EEF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52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46127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1065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9006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8208A5D7-2403-1350-DEF6-007D02B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A25D2A-079E-516D-CCAD-920165503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29139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C32326B-44AF-69A5-8950-3E83EB14E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790" y="2076889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CCC11960-F75C-F63F-D4E4-8C19C5B89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2792" y="2851360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FF347C45-9CAA-BA8B-3731-BEB81073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CDFDE77-EF7F-9B62-D5CB-295BB8C3EB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29139" y="392215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290AD35-CF09-6504-D01E-4C05D706F1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2162" y="3407356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05368349-BD70-533F-1B19-8FD3F67FB7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2164" y="4181827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CAC0BE5A-3FD4-01C0-EFCD-14242177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67C06B3-86F3-BA14-C074-170923D252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29139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C7E3638A-E47B-2C16-051A-8CB00B9F895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2162" y="4732585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4CC468-3A85-49F0-099C-BC1F0F566D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2164" y="5507056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B592A1D3-2017-F169-B0A7-3173FF77C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5F3B0A-2795-1AB7-EDA7-048B8FFC18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1203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0F680350-5C6D-05CD-2861-1CBCFF6E39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17532" y="4732585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6541D57-A12D-E924-D596-DE278CD7F4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17534" y="5507056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E8A6C772-C164-3CEA-A046-D9723CBD9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3C2B03-4A5F-AABA-EC88-7F0800831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1203" y="392216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BEE5F4-6259-F130-927E-7FFB60A40F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17532" y="3407356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6237AC4-EBD4-DD9E-69D9-8D385F6C75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17534" y="4181827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1" name="Rectangle 56">
            <a:extLst>
              <a:ext uri="{FF2B5EF4-FFF2-40B4-BE49-F238E27FC236}">
                <a16:creationId xmlns:a16="http://schemas.microsoft.com/office/drawing/2014/main" id="{3C5137EE-3743-D56F-8A63-2370A4C0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DB5C80C-26F8-0C95-154F-6DEEEDB323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81203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06</a:t>
            </a:r>
            <a:endParaRPr lang="zh-CN" alt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1580A2FB-D18E-CCE5-D7D5-AB29B0225C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18160" y="2076889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8B832846-EB9F-5EFA-F397-ED05D7CD5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8162" y="2851360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B4CA34A-70A6-28B9-6E95-DFAAFE588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3CF4D40-3350-82F9-020E-252774AD8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4E27F63-E2E4-6C68-FD7F-46614FEC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6F924045-417C-C278-4D5D-0671DFFEA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Oval 42">
            <a:extLst>
              <a:ext uri="{FF2B5EF4-FFF2-40B4-BE49-F238E27FC236}">
                <a16:creationId xmlns:a16="http://schemas.microsoft.com/office/drawing/2014/main" id="{5BC3F4C5-4FB3-F517-627A-E393C3CE2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Oval 50">
            <a:extLst>
              <a:ext uri="{FF2B5EF4-FFF2-40B4-BE49-F238E27FC236}">
                <a16:creationId xmlns:a16="http://schemas.microsoft.com/office/drawing/2014/main" id="{1B466D3D-3E71-2F97-7F18-51F8A46E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2873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Oval 58">
            <a:extLst>
              <a:ext uri="{FF2B5EF4-FFF2-40B4-BE49-F238E27FC236}">
                <a16:creationId xmlns:a16="http://schemas.microsoft.com/office/drawing/2014/main" id="{00CD6578-9EEA-5E52-3E03-6000B3C4C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Oval 83">
            <a:extLst>
              <a:ext uri="{FF2B5EF4-FFF2-40B4-BE49-F238E27FC236}">
                <a16:creationId xmlns:a16="http://schemas.microsoft.com/office/drawing/2014/main" id="{CD7CB540-1BF1-F1AC-AE10-C8B626E0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Oval 91">
            <a:extLst>
              <a:ext uri="{FF2B5EF4-FFF2-40B4-BE49-F238E27FC236}">
                <a16:creationId xmlns:a16="http://schemas.microsoft.com/office/drawing/2014/main" id="{B18690F7-0CC3-4A81-2333-82F551900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879507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0" name="Freeform: Shape 8">
            <a:extLst>
              <a:ext uri="{FF2B5EF4-FFF2-40B4-BE49-F238E27FC236}">
                <a16:creationId xmlns:a16="http://schemas.microsoft.com/office/drawing/2014/main" id="{2AD7E1B5-43F5-AA4B-C9F4-7A7B6668F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160311" y="2094269"/>
            <a:ext cx="1831860" cy="3988301"/>
          </a:xfrm>
          <a:custGeom>
            <a:avLst/>
            <a:gdLst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0 w 2268638"/>
              <a:gd name="connsiteY3" fmla="*/ 5034987 h 5034987"/>
              <a:gd name="connsiteX4" fmla="*/ 0 w 2268638"/>
              <a:gd name="connsiteY4" fmla="*/ 1134319 h 5034987"/>
              <a:gd name="connsiteX5" fmla="*/ 1134319 w 2268638"/>
              <a:gd name="connsiteY5" fmla="*/ 0 h 5034987"/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486137 w 2268638"/>
              <a:gd name="connsiteY3" fmla="*/ 5023412 h 5034987"/>
              <a:gd name="connsiteX4" fmla="*/ 0 w 2268638"/>
              <a:gd name="connsiteY4" fmla="*/ 5034987 h 5034987"/>
              <a:gd name="connsiteX5" fmla="*/ 0 w 2268638"/>
              <a:gd name="connsiteY5" fmla="*/ 1134319 h 5034987"/>
              <a:gd name="connsiteX6" fmla="*/ 1134319 w 2268638"/>
              <a:gd name="connsiteY6" fmla="*/ 0 h 5034987"/>
              <a:gd name="connsiteX0" fmla="*/ 486137 w 2268638"/>
              <a:gd name="connsiteY0" fmla="*/ 5023412 h 5114852"/>
              <a:gd name="connsiteX1" fmla="*/ 0 w 2268638"/>
              <a:gd name="connsiteY1" fmla="*/ 5034987 h 5114852"/>
              <a:gd name="connsiteX2" fmla="*/ 0 w 2268638"/>
              <a:gd name="connsiteY2" fmla="*/ 1134319 h 5114852"/>
              <a:gd name="connsiteX3" fmla="*/ 1134319 w 2268638"/>
              <a:gd name="connsiteY3" fmla="*/ 0 h 5114852"/>
              <a:gd name="connsiteX4" fmla="*/ 2268638 w 2268638"/>
              <a:gd name="connsiteY4" fmla="*/ 1134319 h 5114852"/>
              <a:gd name="connsiteX5" fmla="*/ 2268637 w 2268638"/>
              <a:gd name="connsiteY5" fmla="*/ 5034987 h 5114852"/>
              <a:gd name="connsiteX6" fmla="*/ 577577 w 2268638"/>
              <a:gd name="connsiteY6" fmla="*/ 5114852 h 5114852"/>
              <a:gd name="connsiteX0" fmla="*/ 486137 w 2268638"/>
              <a:gd name="connsiteY0" fmla="*/ 5023412 h 5034987"/>
              <a:gd name="connsiteX1" fmla="*/ 0 w 2268638"/>
              <a:gd name="connsiteY1" fmla="*/ 5034987 h 5034987"/>
              <a:gd name="connsiteX2" fmla="*/ 0 w 2268638"/>
              <a:gd name="connsiteY2" fmla="*/ 1134319 h 5034987"/>
              <a:gd name="connsiteX3" fmla="*/ 1134319 w 2268638"/>
              <a:gd name="connsiteY3" fmla="*/ 0 h 5034987"/>
              <a:gd name="connsiteX4" fmla="*/ 2268638 w 2268638"/>
              <a:gd name="connsiteY4" fmla="*/ 1134319 h 5034987"/>
              <a:gd name="connsiteX5" fmla="*/ 2268637 w 2268638"/>
              <a:gd name="connsiteY5" fmla="*/ 5034987 h 5034987"/>
              <a:gd name="connsiteX0" fmla="*/ 0 w 2268638"/>
              <a:gd name="connsiteY0" fmla="*/ 5034987 h 5034987"/>
              <a:gd name="connsiteX1" fmla="*/ 0 w 2268638"/>
              <a:gd name="connsiteY1" fmla="*/ 1134319 h 5034987"/>
              <a:gd name="connsiteX2" fmla="*/ 1134319 w 2268638"/>
              <a:gd name="connsiteY2" fmla="*/ 0 h 5034987"/>
              <a:gd name="connsiteX3" fmla="*/ 2268638 w 2268638"/>
              <a:gd name="connsiteY3" fmla="*/ 1134319 h 5034987"/>
              <a:gd name="connsiteX4" fmla="*/ 2268637 w 2268638"/>
              <a:gd name="connsiteY4" fmla="*/ 5034987 h 503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8638" h="5034987">
                <a:moveTo>
                  <a:pt x="0" y="5034987"/>
                </a:moveTo>
                <a:lnTo>
                  <a:pt x="0" y="1134319"/>
                </a:lnTo>
                <a:cubicBezTo>
                  <a:pt x="0" y="507852"/>
                  <a:pt x="507852" y="0"/>
                  <a:pt x="1134319" y="0"/>
                </a:cubicBezTo>
                <a:cubicBezTo>
                  <a:pt x="1760786" y="0"/>
                  <a:pt x="2268638" y="507852"/>
                  <a:pt x="2268638" y="1134319"/>
                </a:cubicBezTo>
                <a:cubicBezTo>
                  <a:pt x="2268638" y="2434542"/>
                  <a:pt x="2268637" y="3734764"/>
                  <a:pt x="2268637" y="5034987"/>
                </a:cubicBezTo>
              </a:path>
            </a:pathLst>
          </a:custGeom>
          <a:noFill/>
          <a:ln>
            <a:solidFill>
              <a:schemeClr val="tx1">
                <a:alpha val="40000"/>
              </a:schemeClr>
            </a:solidFill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170072F3-485C-71D2-6614-C68EABC5F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CED45EB-CA8D-2EBD-0965-E6FEC427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269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2013" y="835983"/>
            <a:ext cx="10504000" cy="1101394"/>
          </a:xfrm>
        </p:spPr>
        <p:txBody>
          <a:bodyPr anchor="b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C3AD345-5725-4194-30F5-9464DB0F89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22685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0B2A43A-4011-3150-37FF-CDAA00D1FC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250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3CF7AD25-AB7B-EDB3-88D7-930BD82D9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250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A43D5B7-B43F-3988-E9BA-9EC6DD74C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77948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28D490E-BCD9-F5BD-3001-E54CAE5488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6046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E90F1AF-FABC-69A4-57F9-02FEEC2D80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6046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248B268-9019-F21D-A6D5-820E2928E5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33211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C85C39-CD2C-6707-E229-98AD380D0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2143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BCFE58-E213-AF4E-97E9-0F38693F3E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2143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26F3044-7765-F477-D32C-4962CDBB29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388473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98182F-B410-1A03-C48A-02C44658B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71564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18BA57-4ECA-6719-5A69-A5A04C9F22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1564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9CFA80-D4AA-3368-BD6D-83BCAE936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A3242F8-9F2E-AD2D-10CD-37A53D94F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1078A5-5A4A-623A-01B6-2AAAAF90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14">
            <a:extLst>
              <a:ext uri="{FF2B5EF4-FFF2-40B4-BE49-F238E27FC236}">
                <a16:creationId xmlns:a16="http://schemas.microsoft.com/office/drawing/2014/main" id="{31074CC2-5937-AFC8-1A1A-7A015DAE7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82042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5">
            <a:extLst>
              <a:ext uri="{FF2B5EF4-FFF2-40B4-BE49-F238E27FC236}">
                <a16:creationId xmlns:a16="http://schemas.microsoft.com/office/drawing/2014/main" id="{64DE9D23-BE63-F4BA-C094-88F0662C2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41804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EE609DF1-B11E-F16C-4627-773F9ED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01566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9645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0144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312063DD-D3D1-D48D-11EA-EDAC9FBA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2586118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4C921615-3B06-6595-B602-0F0849223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354848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E9E2CA2E-652A-8147-2CBE-16BDA0723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450451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1DF87C2B-8C15-4832-1A18-30D66F9D5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547323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7DD0197-E213-DF84-42CD-9887AC3B20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4559" y="1660358"/>
            <a:ext cx="3284621" cy="4393308"/>
          </a:xfrm>
          <a:custGeom>
            <a:avLst/>
            <a:gdLst>
              <a:gd name="connsiteX0" fmla="*/ 0 w 3284621"/>
              <a:gd name="connsiteY0" fmla="*/ 0 h 4393308"/>
              <a:gd name="connsiteX1" fmla="*/ 3284621 w 3284621"/>
              <a:gd name="connsiteY1" fmla="*/ 0 h 4393308"/>
              <a:gd name="connsiteX2" fmla="*/ 3284621 w 3284621"/>
              <a:gd name="connsiteY2" fmla="*/ 3448155 h 4393308"/>
              <a:gd name="connsiteX3" fmla="*/ 2529949 w 3284621"/>
              <a:gd name="connsiteY3" fmla="*/ 4374107 h 4393308"/>
              <a:gd name="connsiteX4" fmla="*/ 2339477 w 3284621"/>
              <a:gd name="connsiteY4" fmla="*/ 4393308 h 4393308"/>
              <a:gd name="connsiteX5" fmla="*/ 0 w 3284621"/>
              <a:gd name="connsiteY5" fmla="*/ 4393308 h 439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4621" h="4393308">
                <a:moveTo>
                  <a:pt x="0" y="0"/>
                </a:moveTo>
                <a:lnTo>
                  <a:pt x="3284621" y="0"/>
                </a:lnTo>
                <a:lnTo>
                  <a:pt x="3284621" y="3448155"/>
                </a:lnTo>
                <a:cubicBezTo>
                  <a:pt x="3284621" y="3904900"/>
                  <a:pt x="2960639" y="4285975"/>
                  <a:pt x="2529949" y="4374107"/>
                </a:cubicBezTo>
                <a:lnTo>
                  <a:pt x="2339477" y="4393308"/>
                </a:lnTo>
                <a:lnTo>
                  <a:pt x="0" y="43933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0AA0A21-9643-792E-B40A-5DB89874EB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99627" y="2583005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4B5D46-5C52-2DA2-8089-EA46733694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52800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504FA2-31FE-468B-69A7-13D5BA10A6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284680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56F2BD-7A25-B79B-656B-55AA898FA3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9627" y="3545436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08D75F3-D873-218C-C569-C3DBD13C4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8" y="347671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37C09B9-3E6B-9A4E-4AA0-F5217106E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7" y="379551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47D3529-314A-3D85-945A-77F8AFC105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99627" y="4507867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CBE0DD6D-C751-78D6-C3E6-B5A77EC802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8" y="442542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DDB38E9-51B6-8E45-20E9-889F943BBB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7" y="474422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79B2345-6BEF-29F4-02D1-5CE78871AB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99627" y="547029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4751958F-7DE9-CA8B-AD8C-3B50910872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71558" y="5375724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C535E19-3BFE-726B-0921-3D3C814BB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71557" y="5694523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13182C9-E43B-4F41-1699-C6BD1ACD7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9C277D2-123D-59B7-B6D8-233FA49BB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AE435D-BDC8-3958-F039-8FE4CF186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0484DEC-5F3C-C8B6-FF32-A87C00F2A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5497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71BB0B2E-198F-B445-B5B4-A2D4125B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0035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177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8">
            <a:extLst>
              <a:ext uri="{FF2B5EF4-FFF2-40B4-BE49-F238E27FC236}">
                <a16:creationId xmlns:a16="http://schemas.microsoft.com/office/drawing/2014/main" id="{F219FF9B-2AB2-FF14-1C42-267613829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288657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0DC9388-2CF6-5752-E430-B0454588A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417590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4800356D-3D68-4E92-38D5-018F74A5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5465247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BA2974B-49DF-3651-519D-5AB366F004D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4210774" cy="6858000"/>
          </a:xfrm>
          <a:custGeom>
            <a:avLst/>
            <a:gdLst>
              <a:gd name="connsiteX0" fmla="*/ 0 w 4210774"/>
              <a:gd name="connsiteY0" fmla="*/ 0 h 6858000"/>
              <a:gd name="connsiteX1" fmla="*/ 660400 w 4210774"/>
              <a:gd name="connsiteY1" fmla="*/ 0 h 6858000"/>
              <a:gd name="connsiteX2" fmla="*/ 1028700 w 4210774"/>
              <a:gd name="connsiteY2" fmla="*/ 0 h 6858000"/>
              <a:gd name="connsiteX3" fmla="*/ 3466332 w 4210774"/>
              <a:gd name="connsiteY3" fmla="*/ 0 h 6858000"/>
              <a:gd name="connsiteX4" fmla="*/ 4210774 w 4210774"/>
              <a:gd name="connsiteY4" fmla="*/ 744442 h 6858000"/>
              <a:gd name="connsiteX5" fmla="*/ 4210774 w 4210774"/>
              <a:gd name="connsiteY5" fmla="*/ 6858000 h 6858000"/>
              <a:gd name="connsiteX6" fmla="*/ 1028700 w 4210774"/>
              <a:gd name="connsiteY6" fmla="*/ 6858000 h 6858000"/>
              <a:gd name="connsiteX7" fmla="*/ 660400 w 4210774"/>
              <a:gd name="connsiteY7" fmla="*/ 6858000 h 6858000"/>
              <a:gd name="connsiteX8" fmla="*/ 0 w 421077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774" h="6858000">
                <a:moveTo>
                  <a:pt x="0" y="0"/>
                </a:moveTo>
                <a:lnTo>
                  <a:pt x="660400" y="0"/>
                </a:lnTo>
                <a:lnTo>
                  <a:pt x="1028700" y="0"/>
                </a:lnTo>
                <a:lnTo>
                  <a:pt x="3466332" y="0"/>
                </a:lnTo>
                <a:cubicBezTo>
                  <a:pt x="3877476" y="0"/>
                  <a:pt x="4210774" y="333298"/>
                  <a:pt x="4210774" y="744442"/>
                </a:cubicBezTo>
                <a:lnTo>
                  <a:pt x="4210774" y="6858000"/>
                </a:lnTo>
                <a:lnTo>
                  <a:pt x="1028700" y="6858000"/>
                </a:lnTo>
                <a:lnTo>
                  <a:pt x="6604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FE3AEC9-EFD5-752C-B069-C72EB6BC6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76360" y="289026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F9B8F46-AC0B-8FA1-C523-CF07533604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826851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4C1C2E9-CE9E-CB42-8A96-9163BED402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3145650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93FF2F-B192-CE88-DD52-228CC59E6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6360" y="417348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41B4613-7F18-F348-A0D5-1A6F1E22A6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5" y="4103192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96AABFD-E1D2-F043-514A-DE1FF59810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434691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96F6E1F-8FDA-954E-935D-511AD1C1C3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76360" y="546509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FCF7760-891C-DE83-4D8A-42471D9674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5" y="537595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9CF86D2-5E53-A8AE-8C23-3A6D4607E8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4" y="570592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B4B489D2-4AE6-F4D6-9934-750DACF52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E49C402-28ED-C05F-9B69-1D2B67A10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FD68EAB-FDC4-C6A2-ADBB-1C2A4C0B1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987C3128-989C-3D0C-C502-4AEEE57A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000626" y="8950"/>
            <a:ext cx="0" cy="684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44B57F24-6A05-F896-ADC6-5E62E176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6346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05650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64243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8C5D408-FFA2-C974-5FEF-CC27E5CC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CDBC60-5DF7-DE99-0EC9-EBE53A356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36DCDC3-178E-8B95-7074-DE6CCA64F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CDAA91D8-83E5-F6A5-73F7-332B82EF9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21357E9-5725-711B-9A81-C74A9E58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516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68B94C1-75B8-863F-960B-8786E9F6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6F973C8-8AF3-68C3-3AD0-FB5CD9ECA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B8209AD-BB7C-894A-7EE2-639C0FC37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4193EBB3-CE5F-A8BE-28F8-FC0734E92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196F95E7-D1CA-3B84-305B-BF7A68286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56222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184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712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1891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04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648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14256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72139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060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8427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54764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06148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32509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580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16029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141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7703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07382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8144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09168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562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72089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0488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264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5718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4559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952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1407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05182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4666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20233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8406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83768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5679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70885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1496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59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8850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9603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4446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13890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15595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840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37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85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65707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14119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06948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92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869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447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31122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91044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0691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18597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20559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54583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60824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117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51587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12470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052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570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75338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39663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2520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13851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44552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686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4426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56441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20766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0096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68097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0977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85B93-457D-2645-8006-56655BA16E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918" y="5270086"/>
            <a:ext cx="8117840" cy="1062134"/>
          </a:xfrm>
          <a:effectLst>
            <a:outerShdw blurRad="152422" dist="77657" sx="110000" sy="110000" algn="ctr" rotWithShape="0">
              <a:schemeClr val="tx1">
                <a:alpha val="93000"/>
              </a:schemeClr>
            </a:outerShdw>
          </a:effectLst>
        </p:spPr>
        <p:txBody>
          <a:bodyPr anchor="ctr" anchorCtr="0">
            <a:noAutofit/>
          </a:bodyPr>
          <a:lstStyle>
            <a:lvl1pPr marL="0" indent="0" algn="l">
              <a:buNone/>
              <a:defRPr sz="2000" cap="all" spc="0" baseline="0">
                <a:solidFill>
                  <a:schemeClr val="bg1"/>
                </a:solidFill>
                <a:effectLst>
                  <a:outerShdw blurRad="228600" dist="77470" dir="16200000" sx="103000" sy="103000" algn="ctr" rotWithShape="0">
                    <a:schemeClr val="tx1">
                      <a:alpha val="93000"/>
                    </a:scheme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EE8A4-7ECF-7343-B9B1-32EB434C36FF}"/>
              </a:ext>
            </a:extLst>
          </p:cNvPr>
          <p:cNvSpPr/>
          <p:nvPr userDrawn="1"/>
        </p:nvSpPr>
        <p:spPr>
          <a:xfrm>
            <a:off x="0" y="3438706"/>
            <a:ext cx="9204267" cy="1709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38706"/>
            <a:ext cx="9204267" cy="1709927"/>
          </a:xfrm>
          <a:solidFill>
            <a:schemeClr val="accent1"/>
          </a:solidFill>
          <a:effectLst/>
        </p:spPr>
        <p:txBody>
          <a:bodyPr lIns="1554480" tIns="182880" anchor="ctr" anchorCtr="0">
            <a:noAutofit/>
          </a:bodyPr>
          <a:lstStyle>
            <a:lvl1pPr algn="l">
              <a:defRPr sz="7200">
                <a:solidFill>
                  <a:schemeClr val="bg2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71035474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993917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14829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4F338E0-1063-4148-8770-A99F9D7362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2917" y="2245545"/>
            <a:ext cx="11221755" cy="396793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DB69A96E-B20D-CB48-8E2A-EFE0AC81548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ABA4509-3D86-7348-997A-E8B425B71E4B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285388" y="6356350"/>
            <a:ext cx="14292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6/15/XX</a:t>
            </a:r>
            <a:endParaRPr lang="en-US" dirty="0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FE904A6-6E84-974C-AAF1-42BF4585906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D3A8E03D-B6D2-2346-B64A-E9A47BD8E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7" y="365125"/>
            <a:ext cx="11221755" cy="114364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FBDFEF7-18A4-064F-B6D7-D5FDB16AE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2917" y="1261872"/>
            <a:ext cx="11221755" cy="649435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708650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5B4E-B37A-42FE-AD0A-48A006152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124" y="28575"/>
            <a:ext cx="11731752" cy="96202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E130486-F789-C1FE-9ED5-86D9266384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0298" y="2307023"/>
            <a:ext cx="1871210" cy="1871210"/>
          </a:xfrm>
          <a:custGeom>
            <a:avLst/>
            <a:gdLst>
              <a:gd name="connsiteX0" fmla="*/ 680210 w 1871210"/>
              <a:gd name="connsiteY0" fmla="*/ 0 h 1871210"/>
              <a:gd name="connsiteX1" fmla="*/ 1871210 w 1871210"/>
              <a:gd name="connsiteY1" fmla="*/ 0 h 1871210"/>
              <a:gd name="connsiteX2" fmla="*/ 1871210 w 1871210"/>
              <a:gd name="connsiteY2" fmla="*/ 1871210 h 1871210"/>
              <a:gd name="connsiteX3" fmla="*/ 0 w 1871210"/>
              <a:gd name="connsiteY3" fmla="*/ 1871210 h 1871210"/>
              <a:gd name="connsiteX4" fmla="*/ 0 w 1871210"/>
              <a:gd name="connsiteY4" fmla="*/ 663088 h 1871210"/>
              <a:gd name="connsiteX5" fmla="*/ 680210 w 1871210"/>
              <a:gd name="connsiteY5" fmla="*/ 663088 h 187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1210" h="1871210">
                <a:moveTo>
                  <a:pt x="680210" y="0"/>
                </a:moveTo>
                <a:lnTo>
                  <a:pt x="1871210" y="0"/>
                </a:lnTo>
                <a:lnTo>
                  <a:pt x="1871210" y="1871210"/>
                </a:lnTo>
                <a:lnTo>
                  <a:pt x="0" y="1871210"/>
                </a:lnTo>
                <a:lnTo>
                  <a:pt x="0" y="663088"/>
                </a:lnTo>
                <a:lnTo>
                  <a:pt x="680210" y="6630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4BB10F-7E48-4E69-4682-61B98C72B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298" y="2307023"/>
            <a:ext cx="680210" cy="68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8525AA-E3C7-4847-51CB-8070CCEA2A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0298" y="2308260"/>
            <a:ext cx="784627" cy="891602"/>
          </a:xfrm>
        </p:spPr>
        <p:txBody>
          <a:bodyPr tIns="0" rIns="0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3200" b="1" cap="all" baseline="0">
                <a:ln w="31750"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7E09C742-5D77-43A5-A33A-73D138825C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0299" y="4191996"/>
            <a:ext cx="2299102" cy="693081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0B3A230-8B78-438B-8350-7C8430DEEFF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299" y="4939990"/>
            <a:ext cx="2299102" cy="419100"/>
          </a:xfrm>
        </p:spPr>
        <p:txBody>
          <a:bodyPr lIns="0" r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DE6B3F-BCDF-FF6E-F5DD-BAF26A49D4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568881" y="2307023"/>
            <a:ext cx="1871210" cy="1871210"/>
          </a:xfrm>
          <a:custGeom>
            <a:avLst/>
            <a:gdLst>
              <a:gd name="connsiteX0" fmla="*/ 680210 w 1871210"/>
              <a:gd name="connsiteY0" fmla="*/ 0 h 1871210"/>
              <a:gd name="connsiteX1" fmla="*/ 1871210 w 1871210"/>
              <a:gd name="connsiteY1" fmla="*/ 0 h 1871210"/>
              <a:gd name="connsiteX2" fmla="*/ 1871210 w 1871210"/>
              <a:gd name="connsiteY2" fmla="*/ 1871210 h 1871210"/>
              <a:gd name="connsiteX3" fmla="*/ 0 w 1871210"/>
              <a:gd name="connsiteY3" fmla="*/ 1871210 h 1871210"/>
              <a:gd name="connsiteX4" fmla="*/ 0 w 1871210"/>
              <a:gd name="connsiteY4" fmla="*/ 663088 h 1871210"/>
              <a:gd name="connsiteX5" fmla="*/ 680210 w 1871210"/>
              <a:gd name="connsiteY5" fmla="*/ 663088 h 187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1210" h="1871210">
                <a:moveTo>
                  <a:pt x="680210" y="0"/>
                </a:moveTo>
                <a:lnTo>
                  <a:pt x="1871210" y="0"/>
                </a:lnTo>
                <a:lnTo>
                  <a:pt x="1871210" y="1871210"/>
                </a:lnTo>
                <a:lnTo>
                  <a:pt x="0" y="1871210"/>
                </a:lnTo>
                <a:lnTo>
                  <a:pt x="0" y="663088"/>
                </a:lnTo>
                <a:lnTo>
                  <a:pt x="680210" y="6630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F787F-FDC0-52A9-42EF-FF0D59C8A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8881" y="2307023"/>
            <a:ext cx="680210" cy="68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D34F37C-CEBE-E1DF-5361-771F61826D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68881" y="2308260"/>
            <a:ext cx="784627" cy="891602"/>
          </a:xfrm>
        </p:spPr>
        <p:txBody>
          <a:bodyPr tIns="0" rIns="0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3200" b="1" cap="all" baseline="0">
                <a:ln w="31750"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878C8350-ACA7-4A8E-B350-5311BA0646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69300" y="4191996"/>
            <a:ext cx="2299103" cy="693081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ED6E9576-E633-4CDE-B44E-7E810BB8B4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68881" y="4939990"/>
            <a:ext cx="2299103" cy="419100"/>
          </a:xfrm>
        </p:spPr>
        <p:txBody>
          <a:bodyPr lIns="0" r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961185-48A1-D8E3-F6F5-303F60C0D18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17615" y="2307023"/>
            <a:ext cx="1871210" cy="1871210"/>
          </a:xfrm>
          <a:custGeom>
            <a:avLst/>
            <a:gdLst>
              <a:gd name="connsiteX0" fmla="*/ 680210 w 1871210"/>
              <a:gd name="connsiteY0" fmla="*/ 0 h 1871210"/>
              <a:gd name="connsiteX1" fmla="*/ 1871210 w 1871210"/>
              <a:gd name="connsiteY1" fmla="*/ 0 h 1871210"/>
              <a:gd name="connsiteX2" fmla="*/ 1871210 w 1871210"/>
              <a:gd name="connsiteY2" fmla="*/ 1871210 h 1871210"/>
              <a:gd name="connsiteX3" fmla="*/ 0 w 1871210"/>
              <a:gd name="connsiteY3" fmla="*/ 1871210 h 1871210"/>
              <a:gd name="connsiteX4" fmla="*/ 0 w 1871210"/>
              <a:gd name="connsiteY4" fmla="*/ 663088 h 1871210"/>
              <a:gd name="connsiteX5" fmla="*/ 680210 w 1871210"/>
              <a:gd name="connsiteY5" fmla="*/ 663088 h 187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1210" h="1871210">
                <a:moveTo>
                  <a:pt x="680210" y="0"/>
                </a:moveTo>
                <a:lnTo>
                  <a:pt x="1871210" y="0"/>
                </a:lnTo>
                <a:lnTo>
                  <a:pt x="1871210" y="1871210"/>
                </a:lnTo>
                <a:lnTo>
                  <a:pt x="0" y="1871210"/>
                </a:lnTo>
                <a:lnTo>
                  <a:pt x="0" y="663088"/>
                </a:lnTo>
                <a:lnTo>
                  <a:pt x="680210" y="6630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03EDF6-0B7E-2391-859E-ED7D4C343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17615" y="2307023"/>
            <a:ext cx="680210" cy="68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05DFB3A7-9240-8723-C04B-8621F1B87B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7615" y="2308260"/>
            <a:ext cx="784627" cy="891602"/>
          </a:xfrm>
        </p:spPr>
        <p:txBody>
          <a:bodyPr tIns="0" rIns="0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3200" b="1" cap="all" baseline="0">
                <a:ln w="31750"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2A8EB81-781B-48A6-AEC3-3C6467F831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6299" y="4191996"/>
            <a:ext cx="2299102" cy="693081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839F3D9E-A504-4099-B225-3C7C0823F1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16299" y="4939990"/>
            <a:ext cx="2299102" cy="419100"/>
          </a:xfrm>
        </p:spPr>
        <p:txBody>
          <a:bodyPr lIns="0" r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E501532-06AD-B03C-CB71-A9894AB80C2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666198" y="2307023"/>
            <a:ext cx="1871210" cy="1871210"/>
          </a:xfrm>
          <a:custGeom>
            <a:avLst/>
            <a:gdLst>
              <a:gd name="connsiteX0" fmla="*/ 680210 w 1871210"/>
              <a:gd name="connsiteY0" fmla="*/ 0 h 1871210"/>
              <a:gd name="connsiteX1" fmla="*/ 1871210 w 1871210"/>
              <a:gd name="connsiteY1" fmla="*/ 0 h 1871210"/>
              <a:gd name="connsiteX2" fmla="*/ 1871210 w 1871210"/>
              <a:gd name="connsiteY2" fmla="*/ 1871210 h 1871210"/>
              <a:gd name="connsiteX3" fmla="*/ 0 w 1871210"/>
              <a:gd name="connsiteY3" fmla="*/ 1871210 h 1871210"/>
              <a:gd name="connsiteX4" fmla="*/ 0 w 1871210"/>
              <a:gd name="connsiteY4" fmla="*/ 663088 h 1871210"/>
              <a:gd name="connsiteX5" fmla="*/ 680210 w 1871210"/>
              <a:gd name="connsiteY5" fmla="*/ 663088 h 187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1210" h="1871210">
                <a:moveTo>
                  <a:pt x="680210" y="0"/>
                </a:moveTo>
                <a:lnTo>
                  <a:pt x="1871210" y="0"/>
                </a:lnTo>
                <a:lnTo>
                  <a:pt x="1871210" y="1871210"/>
                </a:lnTo>
                <a:lnTo>
                  <a:pt x="0" y="1871210"/>
                </a:lnTo>
                <a:lnTo>
                  <a:pt x="0" y="663088"/>
                </a:lnTo>
                <a:lnTo>
                  <a:pt x="680210" y="6630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A943CF-6AD5-3C41-E2B3-70E28E914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66198" y="2307023"/>
            <a:ext cx="680210" cy="68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5D3D0017-E970-9E79-9960-C6E38B5D907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66198" y="2308260"/>
            <a:ext cx="784627" cy="891602"/>
          </a:xfrm>
        </p:spPr>
        <p:txBody>
          <a:bodyPr tIns="0" rIns="0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3200" b="1" cap="all" baseline="0">
                <a:ln w="31750"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xxxx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A9EE98B1-8D2A-449C-96EF-F184DF6107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56633" y="4191996"/>
            <a:ext cx="2306767" cy="693081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29">
            <a:extLst>
              <a:ext uri="{FF2B5EF4-FFF2-40B4-BE49-F238E27FC236}">
                <a16:creationId xmlns:a16="http://schemas.microsoft.com/office/drawing/2014/main" id="{0ACDF000-4FBF-40D1-A089-C38F77F418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56633" y="4939990"/>
            <a:ext cx="2306767" cy="419100"/>
          </a:xfrm>
        </p:spPr>
        <p:txBody>
          <a:bodyPr lIns="0" r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007772-CDC0-1612-CE7D-6E8A3217B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9891" y="4198988"/>
            <a:ext cx="11018626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633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96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04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176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slideLayout" Target="../slideLayouts/slideLayout81.xml"/><Relationship Id="rId63" Type="http://schemas.openxmlformats.org/officeDocument/2006/relationships/theme" Target="../theme/theme3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8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1.xml"/><Relationship Id="rId61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82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5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slideLayout" Target="../slideLayouts/slideLayout80.xml"/><Relationship Id="rId6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26" Type="http://schemas.openxmlformats.org/officeDocument/2006/relationships/slideLayout" Target="../slideLayouts/slideLayout114.xml"/><Relationship Id="rId39" Type="http://schemas.openxmlformats.org/officeDocument/2006/relationships/slideLayout" Target="../slideLayouts/slideLayout127.xml"/><Relationship Id="rId21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122.xml"/><Relationship Id="rId42" Type="http://schemas.openxmlformats.org/officeDocument/2006/relationships/slideLayout" Target="../slideLayouts/slideLayout130.xml"/><Relationship Id="rId47" Type="http://schemas.openxmlformats.org/officeDocument/2006/relationships/slideLayout" Target="../slideLayouts/slideLayout135.xml"/><Relationship Id="rId50" Type="http://schemas.openxmlformats.org/officeDocument/2006/relationships/slideLayout" Target="../slideLayouts/slideLayout138.xml"/><Relationship Id="rId55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12.xml"/><Relationship Id="rId32" Type="http://schemas.openxmlformats.org/officeDocument/2006/relationships/slideLayout" Target="../slideLayouts/slideLayout120.xml"/><Relationship Id="rId37" Type="http://schemas.openxmlformats.org/officeDocument/2006/relationships/slideLayout" Target="../slideLayouts/slideLayout125.xml"/><Relationship Id="rId40" Type="http://schemas.openxmlformats.org/officeDocument/2006/relationships/slideLayout" Target="../slideLayouts/slideLayout128.xml"/><Relationship Id="rId45" Type="http://schemas.openxmlformats.org/officeDocument/2006/relationships/slideLayout" Target="../slideLayouts/slideLayout133.xml"/><Relationship Id="rId53" Type="http://schemas.openxmlformats.org/officeDocument/2006/relationships/slideLayout" Target="../slideLayouts/slideLayout141.xml"/><Relationship Id="rId58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93.xml"/><Relationship Id="rId61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110.xml"/><Relationship Id="rId27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8.xml"/><Relationship Id="rId35" Type="http://schemas.openxmlformats.org/officeDocument/2006/relationships/slideLayout" Target="../slideLayouts/slideLayout123.xml"/><Relationship Id="rId43" Type="http://schemas.openxmlformats.org/officeDocument/2006/relationships/slideLayout" Target="../slideLayouts/slideLayout131.xml"/><Relationship Id="rId48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96.xml"/><Relationship Id="rId51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13.xml"/><Relationship Id="rId33" Type="http://schemas.openxmlformats.org/officeDocument/2006/relationships/slideLayout" Target="../slideLayouts/slideLayout121.xml"/><Relationship Id="rId38" Type="http://schemas.openxmlformats.org/officeDocument/2006/relationships/slideLayout" Target="../slideLayouts/slideLayout126.xml"/><Relationship Id="rId46" Type="http://schemas.openxmlformats.org/officeDocument/2006/relationships/slideLayout" Target="../slideLayouts/slideLayout134.xml"/><Relationship Id="rId59" Type="http://schemas.openxmlformats.org/officeDocument/2006/relationships/slideLayout" Target="../slideLayouts/slideLayout147.xml"/><Relationship Id="rId20" Type="http://schemas.openxmlformats.org/officeDocument/2006/relationships/slideLayout" Target="../slideLayouts/slideLayout108.xml"/><Relationship Id="rId41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142.xml"/><Relationship Id="rId62" Type="http://schemas.openxmlformats.org/officeDocument/2006/relationships/theme" Target="../theme/theme4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11.xml"/><Relationship Id="rId28" Type="http://schemas.openxmlformats.org/officeDocument/2006/relationships/slideLayout" Target="../slideLayouts/slideLayout116.xml"/><Relationship Id="rId36" Type="http://schemas.openxmlformats.org/officeDocument/2006/relationships/slideLayout" Target="../slideLayouts/slideLayout124.xml"/><Relationship Id="rId49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98.xml"/><Relationship Id="rId31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132.xml"/><Relationship Id="rId52" Type="http://schemas.openxmlformats.org/officeDocument/2006/relationships/slideLayout" Target="../slideLayouts/slideLayout140.xml"/><Relationship Id="rId6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7.xml"/><Relationship Id="rId13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6.xml"/><Relationship Id="rId12" Type="http://schemas.openxmlformats.org/officeDocument/2006/relationships/slideLayout" Target="../slideLayouts/slideLayout161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55.xml"/><Relationship Id="rId11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4.xml"/><Relationship Id="rId15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3.xml"/><Relationship Id="rId9" Type="http://schemas.openxmlformats.org/officeDocument/2006/relationships/slideLayout" Target="../slideLayouts/slideLayout158.xml"/><Relationship Id="rId14" Type="http://schemas.openxmlformats.org/officeDocument/2006/relationships/slideLayout" Target="../slideLayouts/slideLayout1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94F4E-FF39-0408-C3C6-A986750D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1" y="365125"/>
            <a:ext cx="10915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616EB-5E9D-04D9-F6DC-33F7E5BB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460" y="1825625"/>
            <a:ext cx="109150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C11A-4AAF-B1E1-B1F3-67C0A55EF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03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63DBDAD-8830-10AA-86C7-A42D12292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460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2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i="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ADB13491-D2D3-4083-6A8B-1287C22AE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7926D9C2-BC4F-E144-A16A-55FF6A79F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9E317CA0-22C4-CA77-01FA-B2BEFBBCD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6146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  <p:sldLayoutId id="2147483738" r:id="rId58"/>
    <p:sldLayoutId id="2147483739" r:id="rId59"/>
    <p:sldLayoutId id="2147483740" r:id="rId60"/>
    <p:sldLayoutId id="2147483741" r:id="rId61"/>
    <p:sldLayoutId id="2147483742" r:id="rId6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  <p:sldLayoutId id="2147483768" r:id="rId25"/>
    <p:sldLayoutId id="2147483769" r:id="rId26"/>
    <p:sldLayoutId id="2147483770" r:id="rId27"/>
    <p:sldLayoutId id="2147483771" r:id="rId28"/>
    <p:sldLayoutId id="2147483772" r:id="rId29"/>
    <p:sldLayoutId id="2147483773" r:id="rId30"/>
    <p:sldLayoutId id="2147483774" r:id="rId31"/>
    <p:sldLayoutId id="2147483775" r:id="rId32"/>
    <p:sldLayoutId id="2147483776" r:id="rId33"/>
    <p:sldLayoutId id="2147483777" r:id="rId34"/>
    <p:sldLayoutId id="2147483778" r:id="rId35"/>
    <p:sldLayoutId id="2147483779" r:id="rId36"/>
    <p:sldLayoutId id="2147483780" r:id="rId37"/>
    <p:sldLayoutId id="2147483781" r:id="rId38"/>
    <p:sldLayoutId id="2147483782" r:id="rId39"/>
    <p:sldLayoutId id="2147483783" r:id="rId40"/>
    <p:sldLayoutId id="2147483784" r:id="rId41"/>
    <p:sldLayoutId id="2147483785" r:id="rId42"/>
    <p:sldLayoutId id="2147483786" r:id="rId43"/>
    <p:sldLayoutId id="2147483787" r:id="rId44"/>
    <p:sldLayoutId id="2147483788" r:id="rId45"/>
    <p:sldLayoutId id="2147483789" r:id="rId46"/>
    <p:sldLayoutId id="2147483790" r:id="rId47"/>
    <p:sldLayoutId id="2147483791" r:id="rId48"/>
    <p:sldLayoutId id="2147483792" r:id="rId49"/>
    <p:sldLayoutId id="2147483793" r:id="rId50"/>
    <p:sldLayoutId id="2147483794" r:id="rId51"/>
    <p:sldLayoutId id="2147483795" r:id="rId52"/>
    <p:sldLayoutId id="2147483796" r:id="rId53"/>
    <p:sldLayoutId id="2147483797" r:id="rId54"/>
    <p:sldLayoutId id="2147483798" r:id="rId55"/>
    <p:sldLayoutId id="2147483799" r:id="rId56"/>
    <p:sldLayoutId id="2147483800" r:id="rId57"/>
    <p:sldLayoutId id="2147483801" r:id="rId58"/>
    <p:sldLayoutId id="2147483802" r:id="rId59"/>
    <p:sldLayoutId id="2147483803" r:id="rId60"/>
    <p:sldLayoutId id="2147483804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F0DE-C48F-4911-F606-50271600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432" y="1582524"/>
            <a:ext cx="5777442" cy="2322576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Requirement Analysis Report </a:t>
            </a:r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DA174-FC3D-8B25-FBB8-DC2004FF79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2687" y="6229438"/>
            <a:ext cx="1738083" cy="274320"/>
          </a:xfrm>
        </p:spPr>
        <p:txBody>
          <a:bodyPr/>
          <a:lstStyle/>
          <a:p>
            <a:r>
              <a:rPr lang="en-GB" altLang="zh-CN" sz="1800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Group 5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2316F9B-3EB8-DF6C-405A-F39B5E1E9AF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22001" r="22001"/>
          <a:stretch/>
        </p:blipFill>
        <p:spPr>
          <a:xfrm>
            <a:off x="6412687" y="0"/>
            <a:ext cx="5779313" cy="687577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A025E2-D592-63D7-1746-A9307E229B90}"/>
              </a:ext>
            </a:extLst>
          </p:cNvPr>
          <p:cNvSpPr/>
          <p:nvPr/>
        </p:nvSpPr>
        <p:spPr>
          <a:xfrm>
            <a:off x="291950" y="4195333"/>
            <a:ext cx="353619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 </a:t>
            </a:r>
            <a:r>
              <a:rPr lang="en-US" sz="2000" i="1" dirty="0">
                <a:solidFill>
                  <a:srgbClr val="0305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</a:t>
            </a:r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Road Map Mobile Notification Application</a:t>
            </a:r>
          </a:p>
        </p:txBody>
      </p:sp>
      <p:grpSp>
        <p:nvGrpSpPr>
          <p:cNvPr id="12" name="Group 11" descr="This image is an icon of three connected human figures. ">
            <a:extLst>
              <a:ext uri="{FF2B5EF4-FFF2-40B4-BE49-F238E27FC236}">
                <a16:creationId xmlns:a16="http://schemas.microsoft.com/office/drawing/2014/main" id="{B92236CF-CC31-5FE2-22F5-9F6A101650A5}"/>
              </a:ext>
            </a:extLst>
          </p:cNvPr>
          <p:cNvGrpSpPr/>
          <p:nvPr/>
        </p:nvGrpSpPr>
        <p:grpSpPr>
          <a:xfrm>
            <a:off x="368967" y="757585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9A3A1FA8-0BE8-2F14-AEBB-65D0C743A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1850F4A0-1234-4422-0550-EFE8045AA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DB71049C-479E-6062-0F42-DA3204B6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8963BCA9-A71F-8612-C145-763ACD199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2575DCC8-A28D-D3C2-F9C8-0B1B7B24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3E1B5251-5EBD-B06E-2D13-3B0F2B19C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9B5DA382-61C9-C210-B72E-ED3B4DA1B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8A089468-E080-A709-996A-4A2FF7B42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080E3067-3AB6-BD6D-1CF8-72138244E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83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32E8-E1C5-8492-C1D5-29FE2DA3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41" y="1155008"/>
            <a:ext cx="7839200" cy="814279"/>
          </a:xfrm>
        </p:spPr>
        <p:txBody>
          <a:bodyPr/>
          <a:lstStyle/>
          <a:p>
            <a:r>
              <a:rPr lang="en-US" sz="4400" dirty="0">
                <a:solidFill>
                  <a:srgbClr val="030553"/>
                </a:solidFill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E0CFF-33BA-40A7-97F0-C6447EB1EA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4941" y="2587692"/>
            <a:ext cx="511674" cy="444763"/>
          </a:xfrm>
        </p:spPr>
        <p:txBody>
          <a:bodyPr/>
          <a:lstStyle/>
          <a:p>
            <a:r>
              <a:rPr lang="en-US" dirty="0">
                <a:solidFill>
                  <a:srgbClr val="030553"/>
                </a:solidFill>
              </a:rPr>
              <a:t>01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6367A-BB7A-8051-6A15-38A5D2FD13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Objective/Methodology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41623-C93A-A988-9072-29441DFDFF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4941" y="3736734"/>
            <a:ext cx="511674" cy="444763"/>
          </a:xfrm>
        </p:spPr>
        <p:txBody>
          <a:bodyPr/>
          <a:lstStyle/>
          <a:p>
            <a:r>
              <a:rPr lang="en-US" dirty="0">
                <a:solidFill>
                  <a:srgbClr val="030553"/>
                </a:solidFill>
              </a:rPr>
              <a:t>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C2CC19-7F2B-EE8A-631D-BF358C4792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/>
          <a:lstStyle/>
          <a:p>
            <a:pPr marL="0" indent="0" algn="l" rtl="0" eaLnBrk="1" latinLnBrk="0" hangingPunct="1">
              <a:spcBef>
                <a:spcPts val="1000"/>
              </a:spcBef>
            </a:pPr>
            <a:r>
              <a:rPr lang="en-US" sz="1800" b="1" kern="1200" dirty="0">
                <a:solidFill>
                  <a:srgbClr val="030553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Requirements Classification</a:t>
            </a:r>
            <a:endParaRPr lang="en-US" dirty="0">
              <a:effectLst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C9990B-4CBC-B95E-82E8-AA6C63575BC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4941" y="4888713"/>
            <a:ext cx="511674" cy="444763"/>
          </a:xfrm>
        </p:spPr>
        <p:txBody>
          <a:bodyPr/>
          <a:lstStyle/>
          <a:p>
            <a:r>
              <a:rPr lang="en-US" dirty="0">
                <a:solidFill>
                  <a:srgbClr val="030553"/>
                </a:solidFill>
              </a:rPr>
              <a:t>03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D7AF39-2A62-109D-9DEE-64F0D0E00B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Proposed Technology Stack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E21D22-9D8E-139A-698A-919C658CAAF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543" y="2590187"/>
            <a:ext cx="511674" cy="444763"/>
          </a:xfrm>
        </p:spPr>
        <p:txBody>
          <a:bodyPr/>
          <a:lstStyle/>
          <a:p>
            <a:r>
              <a:rPr lang="en-US" dirty="0">
                <a:solidFill>
                  <a:srgbClr val="030553"/>
                </a:solidFill>
              </a:rPr>
              <a:t>04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9F7AD9-3F14-3822-9D87-108BA16C2A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Acceptance Test Plan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7CEBF20-4229-EA43-3ED1-C6B2F0188E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85543" y="3736734"/>
            <a:ext cx="511674" cy="444763"/>
          </a:xfrm>
        </p:spPr>
        <p:txBody>
          <a:bodyPr/>
          <a:lstStyle/>
          <a:p>
            <a:r>
              <a:rPr lang="en-US" dirty="0">
                <a:solidFill>
                  <a:srgbClr val="030553"/>
                </a:solidFill>
              </a:rPr>
              <a:t>05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A941DEC-046B-01AD-5A20-4C7BE4862C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35533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03" y="2064036"/>
            <a:ext cx="6735597" cy="3793838"/>
          </a:xfrm>
        </p:spPr>
        <p:txBody>
          <a:bodyPr/>
          <a:lstStyle/>
          <a:p>
            <a:r>
              <a:rPr lang="en-US" altLang="zh-CN" dirty="0">
                <a:solidFill>
                  <a:srgbClr val="002060"/>
                </a:solidFill>
              </a:rPr>
              <a:t>Introduction</a:t>
            </a: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3405134-C726-AB7C-C78B-A4C189A49A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306" r="26306"/>
          <a:stretch/>
        </p:blipFill>
        <p:spPr>
          <a:xfrm flipH="1">
            <a:off x="1000125" y="1316037"/>
            <a:ext cx="3230562" cy="4541837"/>
          </a:xfr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6993907" y="3084351"/>
            <a:ext cx="5128591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030553"/>
                </a:solidFill>
              </a:rPr>
              <a:t>This report, compiled by Group 5, details the planned functional, non-functional, user, system, and legal requirements, alongside the methodology and a proposed test plan</a:t>
            </a:r>
          </a:p>
        </p:txBody>
      </p:sp>
    </p:spTree>
    <p:extLst>
      <p:ext uri="{BB962C8B-B14F-4D97-AF65-F5344CB8AC3E}">
        <p14:creationId xmlns:p14="http://schemas.microsoft.com/office/powerpoint/2010/main" val="251199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6A25-0569-0BFE-AB1C-FC206CC58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</a:rPr>
              <a:t>Objective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5400" dirty="0" err="1">
                <a:solidFill>
                  <a:schemeClr val="bg1">
                    <a:lumMod val="95000"/>
                  </a:schemeClr>
                </a:solidFill>
              </a:rPr>
              <a:t>objective</a:t>
            </a:r>
            <a:r>
              <a:rPr lang="en-US" dirty="0"/>
              <a:t>​</a:t>
            </a:r>
            <a:br>
              <a:rPr lang="en-US" dirty="0"/>
            </a:br>
            <a:r>
              <a:rPr lang="en-US" sz="5400" dirty="0" err="1">
                <a:solidFill>
                  <a:srgbClr val="030553"/>
                </a:solidFill>
              </a:rPr>
              <a:t>objective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5400" dirty="0">
                <a:solidFill>
                  <a:srgbClr val="030553"/>
                </a:solidFill>
              </a:rPr>
              <a:t>Methodology</a:t>
            </a:r>
            <a:br>
              <a:rPr lang="en-US" dirty="0"/>
            </a:br>
            <a:r>
              <a:rPr lang="en-US" sz="5400" dirty="0" err="1">
                <a:solidFill>
                  <a:schemeClr val="bg1">
                    <a:lumMod val="95000"/>
                  </a:schemeClr>
                </a:solidFill>
              </a:rPr>
              <a:t>methodology</a:t>
            </a:r>
            <a:br>
              <a:rPr lang="en-US" dirty="0"/>
            </a:br>
            <a:r>
              <a:rPr lang="en-US" sz="5400" dirty="0" err="1">
                <a:solidFill>
                  <a:schemeClr val="bg1">
                    <a:lumMod val="95000"/>
                  </a:schemeClr>
                </a:solidFill>
              </a:rPr>
              <a:t>methodology</a:t>
            </a:r>
            <a:br>
              <a:rPr lang="en-US" dirty="0"/>
            </a:br>
            <a:r>
              <a:rPr lang="en-US" sz="5400" dirty="0" err="1">
                <a:solidFill>
                  <a:schemeClr val="bg1">
                    <a:lumMod val="95000"/>
                  </a:schemeClr>
                </a:solidFill>
              </a:rPr>
              <a:t>methodology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52D595F4-0989-6A49-2DC9-74FD4AACE7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979" r="23979"/>
          <a:stretch/>
        </p:blipFill>
        <p:spPr>
          <a:xfrm>
            <a:off x="7527925" y="604838"/>
            <a:ext cx="4086225" cy="5135562"/>
          </a:xfrm>
        </p:spPr>
      </p:pic>
    </p:spTree>
    <p:extLst>
      <p:ext uri="{BB962C8B-B14F-4D97-AF65-F5344CB8AC3E}">
        <p14:creationId xmlns:p14="http://schemas.microsoft.com/office/powerpoint/2010/main" val="927122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2A5557B-5BA3-26FB-4A37-255760122B08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/>
          <a:srcRect/>
          <a:stretch/>
        </p:blipFill>
        <p:spPr>
          <a:xfrm>
            <a:off x="421646" y="568763"/>
            <a:ext cx="3884344" cy="5415673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897947-B469-B9FE-BF14-D3F36C685F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7185" y="1354946"/>
            <a:ext cx="2916821" cy="428268"/>
          </a:xfrm>
        </p:spPr>
        <p:txBody>
          <a:bodyPr/>
          <a:lstStyle/>
          <a:p>
            <a:r>
              <a:rPr lang="en-US" sz="2000" dirty="0">
                <a:solidFill>
                  <a:srgbClr val="0305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endParaRPr lang="en-US" sz="2000" dirty="0">
              <a:solidFill>
                <a:srgbClr val="0305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7510DD-84F1-3900-70E8-FE08D029C5F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853533" y="1318547"/>
            <a:ext cx="2916821" cy="428268"/>
          </a:xfrm>
        </p:spPr>
        <p:txBody>
          <a:bodyPr/>
          <a:lstStyle/>
          <a:p>
            <a:r>
              <a:rPr lang="en-US" dirty="0">
                <a:solidFill>
                  <a:srgbClr val="0305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1506EC-0924-5261-B6EA-746D20E0C5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47185" y="2052825"/>
            <a:ext cx="3335144" cy="3058361"/>
          </a:xfrm>
        </p:spPr>
        <p:txBody>
          <a:bodyPr/>
          <a:lstStyle/>
          <a:p>
            <a:r>
              <a:rPr lang="en-US" sz="1400" dirty="0">
                <a:solidFill>
                  <a:srgbClr val="030553"/>
                </a:solidFill>
                <a:effectLst/>
                <a:ea typeface="Georgia" panose="02040502050405020303" pitchFamily="18" charset="0"/>
                <a:cs typeface="Calibri Light" panose="020F0302020204030204" pitchFamily="34" charset="0"/>
              </a:rPr>
              <a:t>To identify and Prioritize user needs</a:t>
            </a:r>
          </a:p>
          <a:p>
            <a:r>
              <a:rPr lang="en-US" sz="14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To define the planned requirements for the proposed application</a:t>
            </a:r>
            <a:endParaRPr lang="en-US" sz="1400" dirty="0">
              <a:solidFill>
                <a:srgbClr val="030553"/>
              </a:solidFill>
              <a:ea typeface="Georgia" panose="02040502050405020303" pitchFamily="18" charset="0"/>
              <a:cs typeface="Calibri Light" panose="020F0302020204030204" pitchFamily="34" charset="0"/>
            </a:endParaRPr>
          </a:p>
          <a:p>
            <a:r>
              <a:rPr lang="en-US" sz="14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To establish a clear framework for the design and development framework</a:t>
            </a:r>
            <a:endParaRPr lang="en-US" sz="1400" dirty="0">
              <a:solidFill>
                <a:srgbClr val="030553"/>
              </a:solidFill>
              <a:effectLst/>
              <a:ea typeface="Georgia" panose="02040502050405020303" pitchFamily="18" charset="0"/>
              <a:cs typeface="Calibri Light" panose="020F0302020204030204" pitchFamily="34" charset="0"/>
            </a:endParaRPr>
          </a:p>
          <a:p>
            <a:endParaRPr lang="en-US" sz="1400" dirty="0">
              <a:solidFill>
                <a:srgbClr val="030553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92DA987-3F13-6F52-C518-DD2467E3B5A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23524" y="2052825"/>
            <a:ext cx="2916821" cy="315996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30553"/>
                </a:solidFill>
              </a:rPr>
              <a:t>Stake Holder Interview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30553"/>
                </a:solidFill>
              </a:rPr>
              <a:t>Document 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30553"/>
                </a:solidFill>
              </a:rPr>
              <a:t>Comparative Legal Benchmarking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30553"/>
                </a:solidFill>
              </a:rPr>
              <a:t>Risk Assessment Workshops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B0563-2076-A96B-B015-632F6A459D9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Requirement Analysis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D12BC6-4065-D53A-6BB3-EEC98521BBF3}"/>
              </a:ext>
            </a:extLst>
          </p:cNvPr>
          <p:cNvCxnSpPr/>
          <p:nvPr/>
        </p:nvCxnSpPr>
        <p:spPr>
          <a:xfrm>
            <a:off x="8269357" y="1043609"/>
            <a:ext cx="0" cy="3339548"/>
          </a:xfrm>
          <a:prstGeom prst="line">
            <a:avLst/>
          </a:prstGeom>
          <a:ln>
            <a:solidFill>
              <a:srgbClr val="03055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50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A3A8791-CF87-0AA1-D741-6F654EEE12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>
          <a:xfrm>
            <a:off x="838200" y="947855"/>
            <a:ext cx="4085468" cy="467236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A060666-64CF-CEC4-9B8C-56A22899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851" y="0"/>
            <a:ext cx="8160152" cy="6858000"/>
          </a:xfrm>
        </p:spPr>
        <p:txBody>
          <a:bodyPr/>
          <a:lstStyle/>
          <a:p>
            <a:r>
              <a:rPr lang="en-US" sz="6600" dirty="0"/>
              <a:t>Requirements</a:t>
            </a:r>
            <a:br>
              <a:rPr lang="en-US" dirty="0"/>
            </a:br>
            <a:r>
              <a:rPr lang="en-US" sz="6600" dirty="0" err="1"/>
              <a:t>Requirements</a:t>
            </a:r>
            <a:br>
              <a:rPr lang="en-US" dirty="0"/>
            </a:br>
            <a:r>
              <a:rPr lang="en-US" sz="6600" dirty="0" err="1">
                <a:solidFill>
                  <a:srgbClr val="030553"/>
                </a:solidFill>
              </a:rPr>
              <a:t>Requirements</a:t>
            </a:r>
            <a:br>
              <a:rPr lang="en-US" dirty="0">
                <a:solidFill>
                  <a:srgbClr val="030553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Classification</a:t>
            </a:r>
            <a:br>
              <a:rPr lang="en-US" dirty="0"/>
            </a:br>
            <a:r>
              <a:rPr lang="en-US" sz="6600" dirty="0" err="1"/>
              <a:t>Classification</a:t>
            </a:r>
            <a:br>
              <a:rPr lang="en-US" dirty="0"/>
            </a:br>
            <a:r>
              <a:rPr lang="en-US" sz="6600" dirty="0" err="1"/>
              <a:t>Classification</a:t>
            </a:r>
            <a:br>
              <a:rPr lang="en-US" dirty="0"/>
            </a:br>
            <a:r>
              <a:rPr lang="en-US" sz="6600" dirty="0" err="1"/>
              <a:t>Classification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0C90-6BBE-F64E-8A60-EF9E60B2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spc="500" dirty="0">
                <a:solidFill>
                  <a:srgbClr val="030553"/>
                </a:solidFill>
                <a:latin typeface="Arial Black" panose="020B0A04020102020204" pitchFamily="34" charset="0"/>
              </a:rPr>
              <a:t>Functional Requirements</a:t>
            </a:r>
            <a:endParaRPr lang="en-US" sz="5400" dirty="0">
              <a:solidFill>
                <a:srgbClr val="030553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EEB4B-BEE5-ACC5-4BA2-AA619461663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rgbClr val="030553"/>
                </a:solidFill>
              </a:rPr>
              <a:t>Requirement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385F-CA51-6573-9F21-D1C4A381BD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" name="Group 5" descr="Timeline">
            <a:extLst>
              <a:ext uri="{FF2B5EF4-FFF2-40B4-BE49-F238E27FC236}">
                <a16:creationId xmlns:a16="http://schemas.microsoft.com/office/drawing/2014/main" id="{2D1EEEAF-5F3C-A2EF-525E-3E4299ED501F}"/>
              </a:ext>
            </a:extLst>
          </p:cNvPr>
          <p:cNvGrpSpPr/>
          <p:nvPr/>
        </p:nvGrpSpPr>
        <p:grpSpPr>
          <a:xfrm>
            <a:off x="698699" y="1813692"/>
            <a:ext cx="10915077" cy="3931302"/>
            <a:chOff x="419100" y="2172508"/>
            <a:chExt cx="11353799" cy="39313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4F79C9-63CA-B09F-DB82-34E2BBFC2D8E}"/>
                </a:ext>
              </a:extLst>
            </p:cNvPr>
            <p:cNvSpPr/>
            <p:nvPr/>
          </p:nvSpPr>
          <p:spPr>
            <a:xfrm>
              <a:off x="419100" y="2172508"/>
              <a:ext cx="11353799" cy="3931302"/>
            </a:xfrm>
            <a:prstGeom prst="rect">
              <a:avLst/>
            </a:prstGeom>
            <a:noFill/>
          </p:spPr>
        </p:sp>
        <p:sp>
          <p:nvSpPr>
            <p:cNvPr id="8" name="Notched Right Arrow 7">
              <a:extLst>
                <a:ext uri="{FF2B5EF4-FFF2-40B4-BE49-F238E27FC236}">
                  <a16:creationId xmlns:a16="http://schemas.microsoft.com/office/drawing/2014/main" id="{EA27270A-BF3C-89DA-2EF4-37896691B69A}"/>
                </a:ext>
              </a:extLst>
            </p:cNvPr>
            <p:cNvSpPr/>
            <p:nvPr/>
          </p:nvSpPr>
          <p:spPr>
            <a:xfrm>
              <a:off x="419100" y="4070289"/>
              <a:ext cx="11353799" cy="148791"/>
            </a:xfrm>
            <a:prstGeom prst="notchedRightArrow">
              <a:avLst/>
            </a:prstGeom>
            <a:solidFill>
              <a:schemeClr val="accent4"/>
            </a:solidFill>
          </p:spPr>
          <p:style>
            <a:lnRef idx="0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D403014-9A9E-F590-D686-87CC339A03ED}"/>
                </a:ext>
              </a:extLst>
            </p:cNvPr>
            <p:cNvSpPr/>
            <p:nvPr/>
          </p:nvSpPr>
          <p:spPr>
            <a:xfrm>
              <a:off x="801839" y="2172508"/>
              <a:ext cx="1812071" cy="1572520"/>
            </a:xfrm>
            <a:custGeom>
              <a:avLst/>
              <a:gdLst>
                <a:gd name="connsiteX0" fmla="*/ 0 w 1812071"/>
                <a:gd name="connsiteY0" fmla="*/ 0 h 1572520"/>
                <a:gd name="connsiteX1" fmla="*/ 1812071 w 1812071"/>
                <a:gd name="connsiteY1" fmla="*/ 0 h 1572520"/>
                <a:gd name="connsiteX2" fmla="*/ 1812071 w 1812071"/>
                <a:gd name="connsiteY2" fmla="*/ 1572520 h 1572520"/>
                <a:gd name="connsiteX3" fmla="*/ 0 w 1812071"/>
                <a:gd name="connsiteY3" fmla="*/ 1572520 h 1572520"/>
                <a:gd name="connsiteX4" fmla="*/ 0 w 1812071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2071" h="1572520">
                  <a:moveTo>
                    <a:pt x="0" y="0"/>
                  </a:moveTo>
                  <a:lnTo>
                    <a:pt x="1812071" y="0"/>
                  </a:lnTo>
                  <a:lnTo>
                    <a:pt x="1812071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spc="50" baseline="0" dirty="0">
                  <a:solidFill>
                    <a:srgbClr val="030553"/>
                  </a:solidFill>
                </a:rPr>
                <a:t>1</a:t>
              </a:r>
              <a:br>
                <a:rPr lang="en-US" sz="2000" b="1" i="0" kern="1200" spc="50" baseline="0" dirty="0">
                  <a:solidFill>
                    <a:srgbClr val="030553"/>
                  </a:solidFill>
                </a:rPr>
              </a:br>
              <a:r>
                <a:rPr lang="en-US" sz="1600" kern="1200" spc="50" baseline="0" dirty="0">
                  <a:solidFill>
                    <a:srgbClr val="030553"/>
                  </a:solidFill>
                </a:rPr>
                <a:t>Road Sign Directory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EEF42C-BCC4-2F65-E5AD-F55E1DF828A6}"/>
                </a:ext>
              </a:extLst>
            </p:cNvPr>
            <p:cNvSpPr/>
            <p:nvPr/>
          </p:nvSpPr>
          <p:spPr>
            <a:xfrm>
              <a:off x="1573619" y="4003901"/>
              <a:ext cx="268515" cy="268515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FC9BFA-540C-62E3-110B-DB45E2B1997F}"/>
                </a:ext>
              </a:extLst>
            </p:cNvPr>
            <p:cNvSpPr/>
            <p:nvPr/>
          </p:nvSpPr>
          <p:spPr>
            <a:xfrm>
              <a:off x="2613911" y="4428521"/>
              <a:ext cx="1767544" cy="1572520"/>
            </a:xfrm>
            <a:custGeom>
              <a:avLst/>
              <a:gdLst>
                <a:gd name="connsiteX0" fmla="*/ 0 w 1767544"/>
                <a:gd name="connsiteY0" fmla="*/ 0 h 1572520"/>
                <a:gd name="connsiteX1" fmla="*/ 1767544 w 1767544"/>
                <a:gd name="connsiteY1" fmla="*/ 0 h 1572520"/>
                <a:gd name="connsiteX2" fmla="*/ 1767544 w 1767544"/>
                <a:gd name="connsiteY2" fmla="*/ 1572520 h 1572520"/>
                <a:gd name="connsiteX3" fmla="*/ 0 w 1767544"/>
                <a:gd name="connsiteY3" fmla="*/ 1572520 h 1572520"/>
                <a:gd name="connsiteX4" fmla="*/ 0 w 1767544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7544" h="1572520">
                  <a:moveTo>
                    <a:pt x="0" y="0"/>
                  </a:moveTo>
                  <a:lnTo>
                    <a:pt x="1767544" y="0"/>
                  </a:lnTo>
                  <a:lnTo>
                    <a:pt x="1767544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spc="50" baseline="0" dirty="0">
                  <a:solidFill>
                    <a:srgbClr val="030553"/>
                  </a:solidFill>
                </a:rPr>
                <a:t>2</a:t>
              </a:r>
              <a:br>
                <a:rPr lang="en-US" sz="2000" b="1" i="0" kern="1200" spc="50" baseline="0" dirty="0">
                  <a:solidFill>
                    <a:srgbClr val="030553"/>
                  </a:solidFill>
                </a:rPr>
              </a:br>
              <a:r>
                <a:rPr lang="en-US" sz="1600" kern="1200" spc="50" baseline="0" dirty="0">
                  <a:solidFill>
                    <a:srgbClr val="030553"/>
                  </a:solidFill>
                </a:rPr>
                <a:t>Real-Time</a:t>
              </a:r>
            </a:p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spc="50" dirty="0">
                  <a:solidFill>
                    <a:srgbClr val="030553"/>
                  </a:solidFill>
                </a:rPr>
                <a:t>Alerts</a:t>
              </a:r>
              <a:endParaRPr lang="en-US" sz="1600" kern="1200" spc="50" baseline="0" dirty="0">
                <a:solidFill>
                  <a:srgbClr val="030553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E64EDBF-2E4C-F9F1-9707-2384BF78C378}"/>
                </a:ext>
              </a:extLst>
            </p:cNvPr>
            <p:cNvSpPr/>
            <p:nvPr/>
          </p:nvSpPr>
          <p:spPr>
            <a:xfrm>
              <a:off x="3311411" y="4003901"/>
              <a:ext cx="268515" cy="268515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6561523-6EE6-2AAF-AC2A-03E4526FF936}"/>
                </a:ext>
              </a:extLst>
            </p:cNvPr>
            <p:cNvSpPr/>
            <p:nvPr/>
          </p:nvSpPr>
          <p:spPr>
            <a:xfrm>
              <a:off x="4317692" y="2192091"/>
              <a:ext cx="1715648" cy="1572520"/>
            </a:xfrm>
            <a:custGeom>
              <a:avLst/>
              <a:gdLst>
                <a:gd name="connsiteX0" fmla="*/ 0 w 1715648"/>
                <a:gd name="connsiteY0" fmla="*/ 0 h 1572520"/>
                <a:gd name="connsiteX1" fmla="*/ 1715648 w 1715648"/>
                <a:gd name="connsiteY1" fmla="*/ 0 h 1572520"/>
                <a:gd name="connsiteX2" fmla="*/ 1715648 w 1715648"/>
                <a:gd name="connsiteY2" fmla="*/ 1572520 h 1572520"/>
                <a:gd name="connsiteX3" fmla="*/ 0 w 1715648"/>
                <a:gd name="connsiteY3" fmla="*/ 1572520 h 1572520"/>
                <a:gd name="connsiteX4" fmla="*/ 0 w 1715648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5648" h="1572520">
                  <a:moveTo>
                    <a:pt x="0" y="0"/>
                  </a:moveTo>
                  <a:lnTo>
                    <a:pt x="1715648" y="0"/>
                  </a:lnTo>
                  <a:lnTo>
                    <a:pt x="1715648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1" kern="1200" spc="50" baseline="0" dirty="0">
                  <a:solidFill>
                    <a:srgbClr val="030553"/>
                  </a:solidFill>
                </a:rPr>
                <a:t>3</a:t>
              </a:r>
            </a:p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spc="50" baseline="0" dirty="0">
                  <a:solidFill>
                    <a:srgbClr val="030553"/>
                  </a:solidFill>
                </a:rPr>
                <a:t>Crowd Reporting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24421DD-214B-4390-073C-8A09479EEAE5}"/>
                </a:ext>
              </a:extLst>
            </p:cNvPr>
            <p:cNvSpPr/>
            <p:nvPr/>
          </p:nvSpPr>
          <p:spPr>
            <a:xfrm>
              <a:off x="5033769" y="4003901"/>
              <a:ext cx="268515" cy="268515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132750B-025F-97C1-C842-FCFF6F7D9138}"/>
                </a:ext>
              </a:extLst>
            </p:cNvPr>
            <p:cNvSpPr/>
            <p:nvPr/>
          </p:nvSpPr>
          <p:spPr>
            <a:xfrm>
              <a:off x="6117155" y="4405640"/>
              <a:ext cx="1574120" cy="1572520"/>
            </a:xfrm>
            <a:custGeom>
              <a:avLst/>
              <a:gdLst>
                <a:gd name="connsiteX0" fmla="*/ 0 w 1574120"/>
                <a:gd name="connsiteY0" fmla="*/ 0 h 1572520"/>
                <a:gd name="connsiteX1" fmla="*/ 1574120 w 1574120"/>
                <a:gd name="connsiteY1" fmla="*/ 0 h 1572520"/>
                <a:gd name="connsiteX2" fmla="*/ 1574120 w 1574120"/>
                <a:gd name="connsiteY2" fmla="*/ 1572520 h 1572520"/>
                <a:gd name="connsiteX3" fmla="*/ 0 w 1574120"/>
                <a:gd name="connsiteY3" fmla="*/ 1572520 h 1572520"/>
                <a:gd name="connsiteX4" fmla="*/ 0 w 1574120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4120" h="1572520">
                  <a:moveTo>
                    <a:pt x="0" y="0"/>
                  </a:moveTo>
                  <a:lnTo>
                    <a:pt x="1574120" y="0"/>
                  </a:lnTo>
                  <a:lnTo>
                    <a:pt x="1574120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spc="50" baseline="0" dirty="0">
                  <a:solidFill>
                    <a:srgbClr val="030553"/>
                  </a:solidFill>
                </a:rPr>
                <a:t>4</a:t>
              </a:r>
            </a:p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spc="50" baseline="0" dirty="0">
                  <a:solidFill>
                    <a:srgbClr val="030553"/>
                  </a:solidFill>
                </a:rPr>
                <a:t>GPS </a:t>
              </a:r>
              <a:r>
                <a:rPr lang="en-US" sz="1600" spc="50" dirty="0">
                  <a:solidFill>
                    <a:srgbClr val="030553"/>
                  </a:solidFill>
                </a:rPr>
                <a:t>Navigation</a:t>
              </a:r>
              <a:endParaRPr lang="en-US" sz="1600" kern="1200" spc="50" baseline="0" dirty="0">
                <a:solidFill>
                  <a:srgbClr val="030553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FEA52D8-6EF3-E96B-AC17-D7D812BB2F09}"/>
                </a:ext>
              </a:extLst>
            </p:cNvPr>
            <p:cNvSpPr/>
            <p:nvPr/>
          </p:nvSpPr>
          <p:spPr>
            <a:xfrm>
              <a:off x="6753900" y="4011476"/>
              <a:ext cx="268515" cy="268515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65AD21D-AA9C-9F26-96E1-8CF61AFE5F1B}"/>
                </a:ext>
              </a:extLst>
            </p:cNvPr>
            <p:cNvSpPr/>
            <p:nvPr/>
          </p:nvSpPr>
          <p:spPr>
            <a:xfrm>
              <a:off x="7691275" y="2244821"/>
              <a:ext cx="1715648" cy="1572520"/>
            </a:xfrm>
            <a:custGeom>
              <a:avLst/>
              <a:gdLst>
                <a:gd name="connsiteX0" fmla="*/ 0 w 1637527"/>
                <a:gd name="connsiteY0" fmla="*/ 0 h 1572520"/>
                <a:gd name="connsiteX1" fmla="*/ 1637527 w 1637527"/>
                <a:gd name="connsiteY1" fmla="*/ 0 h 1572520"/>
                <a:gd name="connsiteX2" fmla="*/ 1637527 w 1637527"/>
                <a:gd name="connsiteY2" fmla="*/ 1572520 h 1572520"/>
                <a:gd name="connsiteX3" fmla="*/ 0 w 1637527"/>
                <a:gd name="connsiteY3" fmla="*/ 1572520 h 1572520"/>
                <a:gd name="connsiteX4" fmla="*/ 0 w 1637527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7527" h="1572520">
                  <a:moveTo>
                    <a:pt x="0" y="0"/>
                  </a:moveTo>
                  <a:lnTo>
                    <a:pt x="1637527" y="0"/>
                  </a:lnTo>
                  <a:lnTo>
                    <a:pt x="1637527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spc="50" baseline="0" dirty="0">
                  <a:solidFill>
                    <a:srgbClr val="030553"/>
                  </a:solidFill>
                </a:rPr>
                <a:t>5</a:t>
              </a:r>
            </a:p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spc="50" baseline="0" dirty="0">
                  <a:solidFill>
                    <a:srgbClr val="030553"/>
                  </a:solidFill>
                </a:rPr>
                <a:t>Customizable Notification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A9EFEED-3A11-AFAC-A7F7-5F1FD77728F5}"/>
                </a:ext>
              </a:extLst>
            </p:cNvPr>
            <p:cNvSpPr/>
            <p:nvPr/>
          </p:nvSpPr>
          <p:spPr>
            <a:xfrm>
              <a:off x="8486833" y="4003901"/>
              <a:ext cx="268515" cy="268515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70B2B44-057F-D78B-D8F4-C9A2F1E4B374}"/>
                </a:ext>
              </a:extLst>
            </p:cNvPr>
            <p:cNvSpPr/>
            <p:nvPr/>
          </p:nvSpPr>
          <p:spPr>
            <a:xfrm>
              <a:off x="10224548" y="4003901"/>
              <a:ext cx="268515" cy="268515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5" name="Freeform 16">
            <a:extLst>
              <a:ext uri="{FF2B5EF4-FFF2-40B4-BE49-F238E27FC236}">
                <a16:creationId xmlns:a16="http://schemas.microsoft.com/office/drawing/2014/main" id="{2B14679C-2D59-D85E-D5BB-FA315B7312AE}"/>
              </a:ext>
            </a:extLst>
          </p:cNvPr>
          <p:cNvSpPr/>
          <p:nvPr/>
        </p:nvSpPr>
        <p:spPr>
          <a:xfrm>
            <a:off x="9367799" y="3785868"/>
            <a:ext cx="1649354" cy="1572520"/>
          </a:xfrm>
          <a:custGeom>
            <a:avLst/>
            <a:gdLst>
              <a:gd name="connsiteX0" fmla="*/ 0 w 1637527"/>
              <a:gd name="connsiteY0" fmla="*/ 0 h 1572520"/>
              <a:gd name="connsiteX1" fmla="*/ 1637527 w 1637527"/>
              <a:gd name="connsiteY1" fmla="*/ 0 h 1572520"/>
              <a:gd name="connsiteX2" fmla="*/ 1637527 w 1637527"/>
              <a:gd name="connsiteY2" fmla="*/ 1572520 h 1572520"/>
              <a:gd name="connsiteX3" fmla="*/ 0 w 1637527"/>
              <a:gd name="connsiteY3" fmla="*/ 1572520 h 1572520"/>
              <a:gd name="connsiteX4" fmla="*/ 0 w 1637527"/>
              <a:gd name="connsiteY4" fmla="*/ 0 h 157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7527" h="1572520">
                <a:moveTo>
                  <a:pt x="0" y="0"/>
                </a:moveTo>
                <a:lnTo>
                  <a:pt x="1637527" y="0"/>
                </a:lnTo>
                <a:lnTo>
                  <a:pt x="1637527" y="1572520"/>
                </a:lnTo>
                <a:lnTo>
                  <a:pt x="0" y="15725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b" anchorCtr="0">
            <a:noAutofit/>
          </a:bodyPr>
          <a:lstStyle/>
          <a:p>
            <a:pPr marL="0" lvl="0" indent="0" algn="ctr" defTabSz="8001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i="0" kern="1200" spc="50" baseline="0" dirty="0">
                <a:solidFill>
                  <a:srgbClr val="030553"/>
                </a:solidFill>
              </a:rPr>
              <a:t>6</a:t>
            </a:r>
          </a:p>
          <a:p>
            <a:pPr marL="0" lvl="0" indent="0" algn="ctr" defTabSz="8001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spc="50" baseline="0" dirty="0">
                <a:solidFill>
                  <a:srgbClr val="030553"/>
                </a:solidFill>
              </a:rPr>
              <a:t>Location Sharing</a:t>
            </a:r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3C449DC5-F74F-A7AB-E6A5-D6637CFB5D91}"/>
              </a:ext>
            </a:extLst>
          </p:cNvPr>
          <p:cNvSpPr/>
          <p:nvPr/>
        </p:nvSpPr>
        <p:spPr>
          <a:xfrm>
            <a:off x="10316487" y="1782006"/>
            <a:ext cx="1649354" cy="1572520"/>
          </a:xfrm>
          <a:custGeom>
            <a:avLst/>
            <a:gdLst>
              <a:gd name="connsiteX0" fmla="*/ 0 w 1637527"/>
              <a:gd name="connsiteY0" fmla="*/ 0 h 1572520"/>
              <a:gd name="connsiteX1" fmla="*/ 1637527 w 1637527"/>
              <a:gd name="connsiteY1" fmla="*/ 0 h 1572520"/>
              <a:gd name="connsiteX2" fmla="*/ 1637527 w 1637527"/>
              <a:gd name="connsiteY2" fmla="*/ 1572520 h 1572520"/>
              <a:gd name="connsiteX3" fmla="*/ 0 w 1637527"/>
              <a:gd name="connsiteY3" fmla="*/ 1572520 h 1572520"/>
              <a:gd name="connsiteX4" fmla="*/ 0 w 1637527"/>
              <a:gd name="connsiteY4" fmla="*/ 0 h 157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7527" h="1572520">
                <a:moveTo>
                  <a:pt x="0" y="0"/>
                </a:moveTo>
                <a:lnTo>
                  <a:pt x="1637527" y="0"/>
                </a:lnTo>
                <a:lnTo>
                  <a:pt x="1637527" y="1572520"/>
                </a:lnTo>
                <a:lnTo>
                  <a:pt x="0" y="15725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b" anchorCtr="0">
            <a:noAutofit/>
          </a:bodyPr>
          <a:lstStyle/>
          <a:p>
            <a:pPr marL="0" lvl="0" indent="0" algn="ctr" defTabSz="8001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i="0" kern="1200" spc="50" baseline="0" dirty="0">
                <a:solidFill>
                  <a:srgbClr val="030553"/>
                </a:solidFill>
              </a:rPr>
              <a:t>7</a:t>
            </a:r>
          </a:p>
          <a:p>
            <a:pPr marL="0" lvl="0" indent="0" algn="ctr" defTabSz="8001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spc="50" baseline="0" dirty="0">
                <a:solidFill>
                  <a:srgbClr val="030553"/>
                </a:solidFill>
              </a:rPr>
              <a:t>Offline Mode</a:t>
            </a:r>
          </a:p>
        </p:txBody>
      </p:sp>
    </p:spTree>
    <p:extLst>
      <p:ext uri="{BB962C8B-B14F-4D97-AF65-F5344CB8AC3E}">
        <p14:creationId xmlns:p14="http://schemas.microsoft.com/office/powerpoint/2010/main" val="381480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67BE-B026-1F48-8512-45DC759C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95270"/>
            <a:ext cx="10915076" cy="1553680"/>
          </a:xfrm>
        </p:spPr>
        <p:txBody>
          <a:bodyPr/>
          <a:lstStyle/>
          <a:p>
            <a:r>
              <a:rPr lang="en-US" sz="4400" dirty="0">
                <a:solidFill>
                  <a:srgbClr val="030553"/>
                </a:solidFill>
                <a:latin typeface="Arial Black" panose="020B0A04020102020204" pitchFamily="34" charset="0"/>
              </a:rPr>
              <a:t>Non-Functional Requirements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2DDF84-DF3E-9DBB-67F6-123251884EE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97434" y="1360493"/>
            <a:ext cx="1743075" cy="3884612"/>
          </a:xfrm>
        </p:spPr>
        <p:txBody>
          <a:bodyPr/>
          <a:lstStyle/>
          <a:p>
            <a:r>
              <a:rPr lang="en-US" sz="17300" dirty="0">
                <a:solidFill>
                  <a:srgbClr val="030553">
                    <a:alpha val="10000"/>
                  </a:srgbClr>
                </a:solidFill>
              </a:rPr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C3CFB-D853-978B-6688-1A361A5D69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85664" y="1875523"/>
            <a:ext cx="1743062" cy="2503346"/>
          </a:xfrm>
        </p:spPr>
        <p:txBody>
          <a:bodyPr/>
          <a:lstStyle/>
          <a:p>
            <a:r>
              <a:rPr lang="en-US" sz="1800" b="1" dirty="0">
                <a:solidFill>
                  <a:srgbClr val="030553"/>
                </a:solidFill>
                <a:effectLst/>
                <a:latin typeface="Calibri" panose="020F0502020204030204" pitchFamily="34" charset="0"/>
                <a:ea typeface="Georgia" panose="02040502050405020303" pitchFamily="18" charset="0"/>
              </a:rPr>
              <a:t>Performance</a:t>
            </a:r>
            <a:endParaRPr lang="pt-BR" dirty="0">
              <a:solidFill>
                <a:srgbClr val="030553"/>
              </a:solidFill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10B3F0F-637F-BBEC-B050-71F3B5F8072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44047" y="1394909"/>
            <a:ext cx="1743075" cy="3884612"/>
          </a:xfrm>
        </p:spPr>
        <p:txBody>
          <a:bodyPr/>
          <a:lstStyle/>
          <a:p>
            <a:r>
              <a:rPr lang="en-US" sz="17300" dirty="0">
                <a:solidFill>
                  <a:srgbClr val="030553">
                    <a:alpha val="10000"/>
                  </a:srgbClr>
                </a:solidFill>
              </a:rPr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59DD27-4FCB-2F22-0412-F235D0699C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647598" y="1763780"/>
            <a:ext cx="1743062" cy="250334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sz="1800" b="1" dirty="0">
                <a:solidFill>
                  <a:srgbClr val="030553"/>
                </a:solidFill>
                <a:effectLst/>
                <a:latin typeface="Calibri" panose="020F0502020204030204" pitchFamily="34" charset="0"/>
                <a:ea typeface="Georgia" panose="02040502050405020303" pitchFamily="18" charset="0"/>
              </a:rPr>
              <a:t>Security</a:t>
            </a:r>
            <a:endParaRPr lang="en-US" dirty="0">
              <a:solidFill>
                <a:srgbClr val="030553"/>
              </a:solidFill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F769E73-A82C-1A16-49AC-EDA4F69F34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05994" y="1348940"/>
            <a:ext cx="3090675" cy="4160119"/>
          </a:xfrm>
        </p:spPr>
        <p:txBody>
          <a:bodyPr/>
          <a:lstStyle/>
          <a:p>
            <a:r>
              <a:rPr lang="en-US" sz="17300" dirty="0">
                <a:solidFill>
                  <a:srgbClr val="030553">
                    <a:alpha val="10000"/>
                  </a:srgbClr>
                </a:solidFill>
              </a:rPr>
              <a:t>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21E2C0-775D-81A7-EA2E-E3DAC45405B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418610" y="1737154"/>
            <a:ext cx="1743062" cy="2503346"/>
          </a:xfrm>
        </p:spPr>
        <p:txBody>
          <a:bodyPr/>
          <a:lstStyle/>
          <a:p>
            <a:r>
              <a:rPr lang="en-US" sz="1800" b="1" dirty="0">
                <a:solidFill>
                  <a:srgbClr val="030553"/>
                </a:solidFill>
                <a:effectLst/>
                <a:latin typeface="Calibri" panose="020F0502020204030204" pitchFamily="34" charset="0"/>
                <a:ea typeface="Georgia" panose="02040502050405020303" pitchFamily="18" charset="0"/>
              </a:rPr>
              <a:t>Reliability</a:t>
            </a:r>
            <a:endParaRPr lang="en-US" dirty="0">
              <a:solidFill>
                <a:srgbClr val="030553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FA47D-FD90-943F-AB0C-D1A2CC3586D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Requirement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3AF59-9CE7-4CE6-C397-FFB5DBD78F4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7A2252C1-6A08-4D4B-4B97-2306217AC4B3}"/>
              </a:ext>
            </a:extLst>
          </p:cNvPr>
          <p:cNvSpPr txBox="1">
            <a:spLocks/>
          </p:cNvSpPr>
          <p:nvPr/>
        </p:nvSpPr>
        <p:spPr>
          <a:xfrm>
            <a:off x="588308" y="3743896"/>
            <a:ext cx="1743075" cy="3884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0" b="0" i="0" kern="1200" spc="500" baseline="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300" dirty="0">
                <a:solidFill>
                  <a:srgbClr val="030553">
                    <a:alpha val="10000"/>
                  </a:srgbClr>
                </a:solidFill>
              </a:rPr>
              <a:t>4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6774BF3-F99A-A85F-3401-0323D8E18682}"/>
              </a:ext>
            </a:extLst>
          </p:cNvPr>
          <p:cNvSpPr txBox="1">
            <a:spLocks/>
          </p:cNvSpPr>
          <p:nvPr/>
        </p:nvSpPr>
        <p:spPr>
          <a:xfrm>
            <a:off x="1956883" y="4146178"/>
            <a:ext cx="1743062" cy="250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30553"/>
                </a:solidFill>
                <a:latin typeface="Calibri" panose="020F0502020204030204" pitchFamily="34" charset="0"/>
                <a:ea typeface="Georgia" panose="02040502050405020303" pitchFamily="18" charset="0"/>
              </a:rPr>
              <a:t>Compatibility</a:t>
            </a:r>
            <a:endParaRPr lang="pt-BR" dirty="0">
              <a:solidFill>
                <a:srgbClr val="030553"/>
              </a:solidFill>
            </a:endParaRP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9F956615-E6CF-DDDF-800F-D11FB2E41A99}"/>
              </a:ext>
            </a:extLst>
          </p:cNvPr>
          <p:cNvSpPr txBox="1">
            <a:spLocks/>
          </p:cNvSpPr>
          <p:nvPr/>
        </p:nvSpPr>
        <p:spPr>
          <a:xfrm>
            <a:off x="4160726" y="3759854"/>
            <a:ext cx="1743075" cy="3884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0" b="0" i="0" kern="1200" spc="500" baseline="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300" dirty="0">
                <a:solidFill>
                  <a:srgbClr val="030553">
                    <a:alpha val="10000"/>
                  </a:srgbClr>
                </a:solidFill>
              </a:rPr>
              <a:t>5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0E42E64-2777-54DE-5933-D503ACD74DF7}"/>
              </a:ext>
            </a:extLst>
          </p:cNvPr>
          <p:cNvSpPr txBox="1">
            <a:spLocks/>
          </p:cNvSpPr>
          <p:nvPr/>
        </p:nvSpPr>
        <p:spPr>
          <a:xfrm>
            <a:off x="5761124" y="4035566"/>
            <a:ext cx="1743062" cy="25033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30553"/>
                </a:solidFill>
                <a:latin typeface="Calibri" panose="020F0502020204030204" pitchFamily="34" charset="0"/>
                <a:ea typeface="Georgia" panose="02040502050405020303" pitchFamily="18" charset="0"/>
              </a:rPr>
              <a:t>Scalability</a:t>
            </a:r>
            <a:endParaRPr lang="en-US" dirty="0">
              <a:solidFill>
                <a:srgbClr val="030553"/>
              </a:solidFill>
            </a:endParaRP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561C5400-C71F-C6DA-A343-26E6ECF3D196}"/>
              </a:ext>
            </a:extLst>
          </p:cNvPr>
          <p:cNvSpPr txBox="1">
            <a:spLocks/>
          </p:cNvSpPr>
          <p:nvPr/>
        </p:nvSpPr>
        <p:spPr>
          <a:xfrm>
            <a:off x="8005993" y="3743896"/>
            <a:ext cx="3090675" cy="416011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0" b="0" i="0" kern="1200" spc="500" baseline="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300" dirty="0">
                <a:solidFill>
                  <a:srgbClr val="030553">
                    <a:alpha val="10000"/>
                  </a:srgbClr>
                </a:solidFill>
              </a:rPr>
              <a:t>6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E1467E5-CBEC-2409-3D2B-26A0F6A1A46F}"/>
              </a:ext>
            </a:extLst>
          </p:cNvPr>
          <p:cNvSpPr txBox="1">
            <a:spLocks/>
          </p:cNvSpPr>
          <p:nvPr/>
        </p:nvSpPr>
        <p:spPr>
          <a:xfrm>
            <a:off x="9492852" y="3993432"/>
            <a:ext cx="1743062" cy="250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30553"/>
                </a:solidFill>
                <a:latin typeface="Calibri" panose="020F0502020204030204" pitchFamily="34" charset="0"/>
                <a:ea typeface="Georgia" panose="02040502050405020303" pitchFamily="18" charset="0"/>
              </a:rPr>
              <a:t>Usability</a:t>
            </a:r>
            <a:endParaRPr lang="en-US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70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B51A-48B2-1AA7-553B-75EB9666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2" y="444357"/>
            <a:ext cx="7016816" cy="791970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System Requirements</a:t>
            </a:r>
            <a:endParaRPr lang="zh-CN" altLang="en-US" dirty="0">
              <a:solidFill>
                <a:srgbClr val="030553"/>
              </a:solidFill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27CC6FDA-D46B-9C00-4D2A-D67CAA13722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7527" r="27527"/>
          <a:stretch/>
        </p:blipFill>
        <p:spPr>
          <a:xfrm>
            <a:off x="0" y="0"/>
            <a:ext cx="4210774" cy="685800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6F2EDDA-BA68-C643-A74B-A2F911582C3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76360" y="2890268"/>
            <a:ext cx="462842" cy="468312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02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1BD13-F43F-E3F4-E8B5-BA27ADF5DE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4" y="2972723"/>
            <a:ext cx="6342304" cy="566362"/>
          </a:xfrm>
        </p:spPr>
        <p:txBody>
          <a:bodyPr/>
          <a:lstStyle/>
          <a:p>
            <a:r>
              <a:rPr lang="en-US" sz="16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Back-End Cloud Storage</a:t>
            </a:r>
            <a:endParaRPr lang="zh-CN" altLang="en-US" sz="1200" dirty="0">
              <a:solidFill>
                <a:srgbClr val="030553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4E74B2-2C30-52D6-3CCF-D7926A8BD5F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76360" y="4173480"/>
            <a:ext cx="462842" cy="468312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03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7E2E19-0569-13F7-77B3-8F2AA14FCF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298095"/>
            <a:ext cx="6342304" cy="566362"/>
          </a:xfrm>
        </p:spPr>
        <p:txBody>
          <a:bodyPr/>
          <a:lstStyle/>
          <a:p>
            <a:r>
              <a:rPr lang="en-US" sz="16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Offline Mode</a:t>
            </a:r>
            <a:endParaRPr lang="zh-CN" altLang="en-US" sz="1200" dirty="0">
              <a:solidFill>
                <a:srgbClr val="030553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C9CA5AA-8342-475D-7005-D2DFF0F7E0B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76360" y="5465091"/>
            <a:ext cx="462842" cy="468312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04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23F4BF-3D8F-CA3C-DADA-0E01DC465568}"/>
              </a:ext>
            </a:extLst>
          </p:cNvPr>
          <p:cNvSpPr/>
          <p:nvPr/>
        </p:nvSpPr>
        <p:spPr>
          <a:xfrm>
            <a:off x="4776360" y="1607056"/>
            <a:ext cx="462842" cy="4683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11E2255-AE71-EA11-8936-F4ABAA0B537B}"/>
              </a:ext>
            </a:extLst>
          </p:cNvPr>
          <p:cNvSpPr txBox="1">
            <a:spLocks/>
          </p:cNvSpPr>
          <p:nvPr/>
        </p:nvSpPr>
        <p:spPr>
          <a:xfrm>
            <a:off x="4776360" y="1607056"/>
            <a:ext cx="462842" cy="46831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30553"/>
                </a:solidFill>
              </a:rPr>
              <a:t>01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62444C-4DBF-E32C-584F-FA6475932C18}"/>
              </a:ext>
            </a:extLst>
          </p:cNvPr>
          <p:cNvSpPr txBox="1">
            <a:spLocks/>
          </p:cNvSpPr>
          <p:nvPr/>
        </p:nvSpPr>
        <p:spPr>
          <a:xfrm>
            <a:off x="5371554" y="1658015"/>
            <a:ext cx="6342304" cy="5663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30553"/>
                </a:solidFill>
              </a:rPr>
              <a:t>Minimum Smartphone Spec</a:t>
            </a:r>
            <a:endParaRPr lang="zh-CN" altLang="en-US" sz="1600" dirty="0">
              <a:solidFill>
                <a:srgbClr val="030553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E4CA838-DA63-81A4-C156-2E32B639D97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4" y="5465091"/>
            <a:ext cx="6342304" cy="566362"/>
          </a:xfrm>
        </p:spPr>
        <p:txBody>
          <a:bodyPr/>
          <a:lstStyle/>
          <a:p>
            <a:r>
              <a:rPr lang="en-US" sz="16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API Integration</a:t>
            </a:r>
            <a:endParaRPr lang="en-US" sz="1200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18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5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 descr="SmartArt chevron graphic">
            <a:extLst>
              <a:ext uri="{FF2B5EF4-FFF2-40B4-BE49-F238E27FC236}">
                <a16:creationId xmlns:a16="http://schemas.microsoft.com/office/drawing/2014/main" id="{BEE1D2BE-3C63-BBD7-4481-305BB05F02AC}"/>
              </a:ext>
            </a:extLst>
          </p:cNvPr>
          <p:cNvGrpSpPr/>
          <p:nvPr/>
        </p:nvGrpSpPr>
        <p:grpSpPr>
          <a:xfrm>
            <a:off x="1422747" y="2195062"/>
            <a:ext cx="9371187" cy="2467875"/>
            <a:chOff x="2161874" y="3833157"/>
            <a:chExt cx="9935857" cy="881843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C2AADA1B-D4FD-69B4-0920-ED318A6CBF9C}"/>
                </a:ext>
              </a:extLst>
            </p:cNvPr>
            <p:cNvSpPr/>
            <p:nvPr/>
          </p:nvSpPr>
          <p:spPr>
            <a:xfrm>
              <a:off x="2161874" y="3833991"/>
              <a:ext cx="2923513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65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Localization</a:t>
              </a: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004088DA-F734-CB62-BB61-8BAA880AEA9D}"/>
                </a:ext>
              </a:extLst>
            </p:cNvPr>
            <p:cNvSpPr/>
            <p:nvPr/>
          </p:nvSpPr>
          <p:spPr>
            <a:xfrm>
              <a:off x="4495677" y="3833991"/>
              <a:ext cx="2979406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>
                <a:alpha val="70000"/>
              </a:srgb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spc="50" dirty="0">
                  <a:solidFill>
                    <a:srgbClr val="FFFFFF"/>
                  </a:solidFill>
                  <a:latin typeface="Avenir Heavy" panose="02000503020000020003" pitchFamily="2" charset="0"/>
                </a:rPr>
                <a:t>Partnerships</a:t>
              </a:r>
              <a:endParaRPr kumimoji="0" lang="en-US" sz="2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endParaRP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47CF5BA0-79E3-C49D-0AF2-517AEECB09D0}"/>
                </a:ext>
              </a:extLst>
            </p:cNvPr>
            <p:cNvSpPr/>
            <p:nvPr/>
          </p:nvSpPr>
          <p:spPr>
            <a:xfrm>
              <a:off x="6885372" y="3833991"/>
              <a:ext cx="2923513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>
                <a:alpha val="90000"/>
              </a:srgb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Safety</a:t>
              </a: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AC0F72C7-D890-FC6B-9838-C9BA125DC139}"/>
                </a:ext>
              </a:extLst>
            </p:cNvPr>
            <p:cNvSpPr/>
            <p:nvPr/>
          </p:nvSpPr>
          <p:spPr>
            <a:xfrm>
              <a:off x="9219175" y="3833157"/>
              <a:ext cx="2878556" cy="881009"/>
            </a:xfrm>
            <a:custGeom>
              <a:avLst/>
              <a:gdLst>
                <a:gd name="connsiteX0" fmla="*/ 0 w 2702625"/>
                <a:gd name="connsiteY0" fmla="*/ 0 h 1078996"/>
                <a:gd name="connsiteX1" fmla="*/ 2163127 w 2702625"/>
                <a:gd name="connsiteY1" fmla="*/ 0 h 1078996"/>
                <a:gd name="connsiteX2" fmla="*/ 2702625 w 2702625"/>
                <a:gd name="connsiteY2" fmla="*/ 539498 h 1078996"/>
                <a:gd name="connsiteX3" fmla="*/ 2163127 w 2702625"/>
                <a:gd name="connsiteY3" fmla="*/ 1078996 h 1078996"/>
                <a:gd name="connsiteX4" fmla="*/ 0 w 2702625"/>
                <a:gd name="connsiteY4" fmla="*/ 1078996 h 1078996"/>
                <a:gd name="connsiteX5" fmla="*/ 539498 w 2702625"/>
                <a:gd name="connsiteY5" fmla="*/ 539498 h 1078996"/>
                <a:gd name="connsiteX6" fmla="*/ 0 w 2702625"/>
                <a:gd name="connsiteY6" fmla="*/ 0 h 1078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78996">
                  <a:moveTo>
                    <a:pt x="0" y="0"/>
                  </a:moveTo>
                  <a:lnTo>
                    <a:pt x="2163127" y="0"/>
                  </a:lnTo>
                  <a:lnTo>
                    <a:pt x="2702625" y="539498"/>
                  </a:lnTo>
                  <a:lnTo>
                    <a:pt x="2163127" y="1078996"/>
                  </a:lnTo>
                  <a:lnTo>
                    <a:pt x="0" y="1078996"/>
                  </a:lnTo>
                  <a:lnTo>
                    <a:pt x="539498" y="539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spc="50" dirty="0">
                  <a:solidFill>
                    <a:srgbClr val="FFFFFF"/>
                  </a:solidFill>
                  <a:latin typeface="Avenir Heavy" panose="02000503020000020003" pitchFamily="2" charset="0"/>
                </a:rPr>
                <a:t>Accessibility</a:t>
              </a:r>
              <a:endParaRPr kumimoji="0" lang="en-US" sz="2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endParaRP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C99B58-F005-E2E5-3428-9FF2234D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30553"/>
                </a:solidFill>
                <a:latin typeface="Arial Black" panose="020B0A04020102020204" pitchFamily="34" charset="0"/>
              </a:rPr>
              <a:t>User Requirements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2922F-A15F-768D-01E9-E582DDCC398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Requirement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5FBFE-22FC-0622-D5CB-2219B82ED72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45A64-4C87-5154-7482-63D91052D1A2}"/>
              </a:ext>
            </a:extLst>
          </p:cNvPr>
          <p:cNvSpPr txBox="1"/>
          <p:nvPr/>
        </p:nvSpPr>
        <p:spPr>
          <a:xfrm>
            <a:off x="2259660" y="1826899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070CA-8B6F-E686-6A40-8BBEC354C801}"/>
              </a:ext>
            </a:extLst>
          </p:cNvPr>
          <p:cNvSpPr txBox="1"/>
          <p:nvPr/>
        </p:nvSpPr>
        <p:spPr>
          <a:xfrm>
            <a:off x="6688357" y="1824565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 3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DD3C5-0E3F-5863-256B-65D03C69D617}"/>
              </a:ext>
            </a:extLst>
          </p:cNvPr>
          <p:cNvSpPr txBox="1"/>
          <p:nvPr/>
        </p:nvSpPr>
        <p:spPr>
          <a:xfrm>
            <a:off x="4585792" y="1826899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C2E6E-310B-BFC0-2640-E02247FD37D2}"/>
              </a:ext>
            </a:extLst>
          </p:cNvPr>
          <p:cNvSpPr txBox="1"/>
          <p:nvPr/>
        </p:nvSpPr>
        <p:spPr>
          <a:xfrm>
            <a:off x="8854671" y="1824565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022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DE7D47-0AA4-4FAF-E6F6-290D0E895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30553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Prioritized</a:t>
            </a:r>
            <a:br>
              <a:rPr lang="en-US" dirty="0">
                <a:solidFill>
                  <a:srgbClr val="030553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030553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Requirements</a:t>
            </a:r>
          </a:p>
        </p:txBody>
      </p:sp>
      <p:pic>
        <p:nvPicPr>
          <p:cNvPr id="18" name="Picture Placeholder 17" descr="Tag outline">
            <a:extLst>
              <a:ext uri="{FF2B5EF4-FFF2-40B4-BE49-F238E27FC236}">
                <a16:creationId xmlns:a16="http://schemas.microsoft.com/office/drawing/2014/main" id="{CD187774-6ADB-4DE4-13DC-40D123E4636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pic>
        <p:nvPicPr>
          <p:cNvPr id="20" name="Picture Placeholder 19" descr="Packing Box Open outline">
            <a:extLst>
              <a:ext uri="{FF2B5EF4-FFF2-40B4-BE49-F238E27FC236}">
                <a16:creationId xmlns:a16="http://schemas.microsoft.com/office/drawing/2014/main" id="{7E440645-225C-A495-3796-F50752D488B2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5191047" y="2539313"/>
            <a:ext cx="685800" cy="685800"/>
          </a:xfrm>
        </p:spPr>
      </p:pic>
      <p:pic>
        <p:nvPicPr>
          <p:cNvPr id="24" name="Picture Placeholder 23" descr="Loan outline">
            <a:extLst>
              <a:ext uri="{FF2B5EF4-FFF2-40B4-BE49-F238E27FC236}">
                <a16:creationId xmlns:a16="http://schemas.microsoft.com/office/drawing/2014/main" id="{014DE197-C3BA-F6B3-76D8-091FDBC2F2E5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DD750-113F-552A-76BE-A45D3B116A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030553"/>
                </a:solidFill>
              </a:rPr>
              <a:t>Voice Alerts for Traffic/ Accidents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7189-E242-4F90-CEC8-0EF45532016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982328" y="3347906"/>
            <a:ext cx="2227344" cy="430688"/>
          </a:xfrm>
        </p:spPr>
        <p:txBody>
          <a:bodyPr/>
          <a:lstStyle/>
          <a:p>
            <a:r>
              <a:rPr lang="en-US" sz="1800" b="1" dirty="0">
                <a:solidFill>
                  <a:srgbClr val="030553"/>
                </a:solidFill>
                <a:effectLst/>
                <a:ea typeface="Calibri" panose="020F0502020204030204" pitchFamily="34" charset="0"/>
              </a:rPr>
              <a:t>Road Sign Directories</a:t>
            </a:r>
            <a:endParaRPr lang="en-US" dirty="0">
              <a:solidFill>
                <a:srgbClr val="030553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B3B460-7E37-57DB-683F-AA8F3764AA8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968383" y="3397602"/>
            <a:ext cx="2227344" cy="430688"/>
          </a:xfrm>
        </p:spPr>
        <p:txBody>
          <a:bodyPr/>
          <a:lstStyle/>
          <a:p>
            <a:r>
              <a:rPr lang="en-US" dirty="0">
                <a:solidFill>
                  <a:srgbClr val="030553"/>
                </a:solidFill>
              </a:rPr>
              <a:t>Real Time Road Condition Alerts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686A9-083D-0D40-5B10-04C6E0BF196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30553"/>
                </a:solidFill>
                <a:latin typeface="Avenir Next LT Pro"/>
              </a:rPr>
              <a:t>Requirement Analysis</a:t>
            </a:r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03055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93EA4-ADA3-5220-BB00-52821F87DC0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9" name="Picture Placeholder 17" descr="Tag outline">
            <a:extLst>
              <a:ext uri="{FF2B5EF4-FFF2-40B4-BE49-F238E27FC236}">
                <a16:creationId xmlns:a16="http://schemas.microsoft.com/office/drawing/2014/main" id="{81B2F699-3CAE-89D3-4DFB-698EE7A08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23900" y="4343863"/>
            <a:ext cx="685800" cy="685800"/>
          </a:xfrm>
          <a:prstGeom prst="rect">
            <a:avLst/>
          </a:prstGeom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67DA306B-212C-6F1E-D1EF-095AD0C34DEC}"/>
              </a:ext>
            </a:extLst>
          </p:cNvPr>
          <p:cNvSpPr txBox="1">
            <a:spLocks/>
          </p:cNvSpPr>
          <p:nvPr/>
        </p:nvSpPr>
        <p:spPr>
          <a:xfrm>
            <a:off x="638460" y="5262318"/>
            <a:ext cx="2227344" cy="430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30553"/>
                </a:solidFill>
              </a:rPr>
              <a:t>Crowd Reporting Interface</a:t>
            </a:r>
          </a:p>
        </p:txBody>
      </p:sp>
      <p:pic>
        <p:nvPicPr>
          <p:cNvPr id="22" name="Picture Placeholder 19" descr="Packing Box Open outline">
            <a:extLst>
              <a:ext uri="{FF2B5EF4-FFF2-40B4-BE49-F238E27FC236}">
                <a16:creationId xmlns:a16="http://schemas.microsoft.com/office/drawing/2014/main" id="{01FC05BA-67CD-C07E-2D08-FFA5319EE4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5178959" y="4376788"/>
            <a:ext cx="685800" cy="685800"/>
          </a:xfrm>
          <a:prstGeom prst="rect">
            <a:avLst/>
          </a:prstGeom>
        </p:spPr>
      </p:pic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19571A9C-F404-225C-FE8C-B521D8A97F9F}"/>
              </a:ext>
            </a:extLst>
          </p:cNvPr>
          <p:cNvSpPr txBox="1">
            <a:spLocks/>
          </p:cNvSpPr>
          <p:nvPr/>
        </p:nvSpPr>
        <p:spPr>
          <a:xfrm>
            <a:off x="5027725" y="5230094"/>
            <a:ext cx="1750761" cy="430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30553"/>
                </a:solidFill>
                <a:ea typeface="Calibri" panose="020F0502020204030204" pitchFamily="34" charset="0"/>
              </a:rPr>
              <a:t>Offline Mode</a:t>
            </a:r>
            <a:endParaRPr lang="en-US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721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 hidden="1">
            <a:extLst>
              <a:ext uri="{FF2B5EF4-FFF2-40B4-BE49-F238E27FC236}">
                <a16:creationId xmlns:a16="http://schemas.microsoft.com/office/drawing/2014/main" id="{6FF5F564-0C08-4A3C-8BAC-1FADF459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4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3DF722C9-361F-401E-AD34-54132A8436B3}"/>
              </a:ext>
            </a:extLst>
          </p:cNvPr>
          <p:cNvSpPr txBox="1"/>
          <p:nvPr/>
        </p:nvSpPr>
        <p:spPr>
          <a:xfrm>
            <a:off x="9295964" y="4467030"/>
            <a:ext cx="285312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Emergency Service Compliance</a:t>
            </a:r>
          </a:p>
        </p:txBody>
      </p:sp>
      <p:grpSp>
        <p:nvGrpSpPr>
          <p:cNvPr id="40" name="Group 39" descr="This image is an icon of 1 person interacting with three people. ">
            <a:extLst>
              <a:ext uri="{FF2B5EF4-FFF2-40B4-BE49-F238E27FC236}">
                <a16:creationId xmlns:a16="http://schemas.microsoft.com/office/drawing/2014/main" id="{6163EC3B-1C70-4943-88AE-C995F6AF3D2D}"/>
              </a:ext>
            </a:extLst>
          </p:cNvPr>
          <p:cNvGrpSpPr/>
          <p:nvPr/>
        </p:nvGrpSpPr>
        <p:grpSpPr>
          <a:xfrm>
            <a:off x="5459412" y="1395413"/>
            <a:ext cx="1273175" cy="1271588"/>
            <a:chOff x="5459412" y="1395413"/>
            <a:chExt cx="1273175" cy="1271588"/>
          </a:xfrm>
          <a:solidFill>
            <a:srgbClr val="030553"/>
          </a:solidFill>
        </p:grpSpPr>
        <p:sp>
          <p:nvSpPr>
            <p:cNvPr id="34" name="Oval 26">
              <a:extLst>
                <a:ext uri="{FF2B5EF4-FFF2-40B4-BE49-F238E27FC236}">
                  <a16:creationId xmlns:a16="http://schemas.microsoft.com/office/drawing/2014/main" id="{BAB1D2D2-1913-4FAF-8141-A2217D47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2" y="1395413"/>
              <a:ext cx="1273175" cy="1271588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14E63ABA-A2BE-460E-AEC1-558B63A0D598}"/>
                </a:ext>
              </a:extLst>
            </p:cNvPr>
            <p:cNvGrpSpPr/>
            <p:nvPr/>
          </p:nvGrpSpPr>
          <p:grpSpPr>
            <a:xfrm>
              <a:off x="5781290" y="1569642"/>
              <a:ext cx="584970" cy="674403"/>
              <a:chOff x="2686050" y="2895601"/>
              <a:chExt cx="330200" cy="346075"/>
            </a:xfrm>
            <a:grpFill/>
          </p:grpSpPr>
          <p:sp>
            <p:nvSpPr>
              <p:cNvPr id="154" name="Oval 309">
                <a:extLst>
                  <a:ext uri="{FF2B5EF4-FFF2-40B4-BE49-F238E27FC236}">
                    <a16:creationId xmlns:a16="http://schemas.microsoft.com/office/drawing/2014/main" id="{AC91C28A-AC97-43D2-BB20-485D353E8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310">
                <a:extLst>
                  <a:ext uri="{FF2B5EF4-FFF2-40B4-BE49-F238E27FC236}">
                    <a16:creationId xmlns:a16="http://schemas.microsoft.com/office/drawing/2014/main" id="{307DC6B5-75A0-4610-B431-35147A890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Oval 311">
                <a:extLst>
                  <a:ext uri="{FF2B5EF4-FFF2-40B4-BE49-F238E27FC236}">
                    <a16:creationId xmlns:a16="http://schemas.microsoft.com/office/drawing/2014/main" id="{16EA5084-E99D-4DD5-B478-224937E08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Freeform 312">
                <a:extLst>
                  <a:ext uri="{FF2B5EF4-FFF2-40B4-BE49-F238E27FC236}">
                    <a16:creationId xmlns:a16="http://schemas.microsoft.com/office/drawing/2014/main" id="{210EC1C6-3182-40F6-869F-33B0ABF2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Oval 313">
                <a:extLst>
                  <a:ext uri="{FF2B5EF4-FFF2-40B4-BE49-F238E27FC236}">
                    <a16:creationId xmlns:a16="http://schemas.microsoft.com/office/drawing/2014/main" id="{168ACDC4-22F5-4D4B-A783-44D3655B8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314">
                <a:extLst>
                  <a:ext uri="{FF2B5EF4-FFF2-40B4-BE49-F238E27FC236}">
                    <a16:creationId xmlns:a16="http://schemas.microsoft.com/office/drawing/2014/main" id="{9350080E-FAD1-420D-A674-785E5FD1F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Oval 315">
                <a:extLst>
                  <a:ext uri="{FF2B5EF4-FFF2-40B4-BE49-F238E27FC236}">
                    <a16:creationId xmlns:a16="http://schemas.microsoft.com/office/drawing/2014/main" id="{A3A96249-064E-4E4F-800D-F3E32321B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316">
                <a:extLst>
                  <a:ext uri="{FF2B5EF4-FFF2-40B4-BE49-F238E27FC236}">
                    <a16:creationId xmlns:a16="http://schemas.microsoft.com/office/drawing/2014/main" id="{5B0FA9F4-74E7-4069-9E66-4CD168516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Oval 317">
                <a:extLst>
                  <a:ext uri="{FF2B5EF4-FFF2-40B4-BE49-F238E27FC236}">
                    <a16:creationId xmlns:a16="http://schemas.microsoft.com/office/drawing/2014/main" id="{8B1079C4-08A2-4532-BF93-C9FBD28FC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318">
                <a:extLst>
                  <a:ext uri="{FF2B5EF4-FFF2-40B4-BE49-F238E27FC236}">
                    <a16:creationId xmlns:a16="http://schemas.microsoft.com/office/drawing/2014/main" id="{D2176F15-45A0-4989-901D-43FEBC8C6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319">
                <a:extLst>
                  <a:ext uri="{FF2B5EF4-FFF2-40B4-BE49-F238E27FC236}">
                    <a16:creationId xmlns:a16="http://schemas.microsoft.com/office/drawing/2014/main" id="{E441EEB4-0ED1-401E-BCE2-44490D08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Line 320">
                <a:extLst>
                  <a:ext uri="{FF2B5EF4-FFF2-40B4-BE49-F238E27FC236}">
                    <a16:creationId xmlns:a16="http://schemas.microsoft.com/office/drawing/2014/main" id="{DE0936E5-0224-4C3C-9815-CA2E7C97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40" name="TextBox 339">
            <a:extLst>
              <a:ext uri="{FF2B5EF4-FFF2-40B4-BE49-F238E27FC236}">
                <a16:creationId xmlns:a16="http://schemas.microsoft.com/office/drawing/2014/main" id="{246A1BD9-59BD-467C-9A84-D6A5E4382773}"/>
              </a:ext>
            </a:extLst>
          </p:cNvPr>
          <p:cNvSpPr txBox="1"/>
          <p:nvPr/>
        </p:nvSpPr>
        <p:spPr>
          <a:xfrm>
            <a:off x="1181389" y="2522929"/>
            <a:ext cx="230238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 Consent For Local Sharing</a:t>
            </a:r>
          </a:p>
        </p:txBody>
      </p:sp>
      <p:grpSp>
        <p:nvGrpSpPr>
          <p:cNvPr id="41" name="Group 40" descr="This image is an icon of three people interacting. ">
            <a:extLst>
              <a:ext uri="{FF2B5EF4-FFF2-40B4-BE49-F238E27FC236}">
                <a16:creationId xmlns:a16="http://schemas.microsoft.com/office/drawing/2014/main" id="{7095B44D-041E-4DC3-A3B8-C4DBA721F0CF}"/>
              </a:ext>
            </a:extLst>
          </p:cNvPr>
          <p:cNvGrpSpPr/>
          <p:nvPr/>
        </p:nvGrpSpPr>
        <p:grpSpPr>
          <a:xfrm>
            <a:off x="3489325" y="2143125"/>
            <a:ext cx="1397000" cy="1397000"/>
            <a:chOff x="3438525" y="2143125"/>
            <a:chExt cx="1397000" cy="1397000"/>
          </a:xfrm>
          <a:solidFill>
            <a:srgbClr val="030553"/>
          </a:solidFill>
        </p:grpSpPr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2A9CD09-E5BD-4051-A55B-752BE1EA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525" y="2143125"/>
              <a:ext cx="1397000" cy="1397000"/>
            </a:xfrm>
            <a:custGeom>
              <a:avLst/>
              <a:gdLst>
                <a:gd name="T0" fmla="*/ 276 w 336"/>
                <a:gd name="T1" fmla="*/ 276 h 336"/>
                <a:gd name="T2" fmla="*/ 60 w 336"/>
                <a:gd name="T3" fmla="*/ 276 h 336"/>
                <a:gd name="T4" fmla="*/ 60 w 336"/>
                <a:gd name="T5" fmla="*/ 60 h 336"/>
                <a:gd name="T6" fmla="*/ 276 w 336"/>
                <a:gd name="T7" fmla="*/ 60 h 336"/>
                <a:gd name="T8" fmla="*/ 276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276" y="276"/>
                  </a:moveTo>
                  <a:cubicBezTo>
                    <a:pt x="217" y="336"/>
                    <a:pt x="120" y="336"/>
                    <a:pt x="60" y="276"/>
                  </a:cubicBez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F3A32F3A-3EA3-4F6F-905C-AE7E326402EF}"/>
                </a:ext>
              </a:extLst>
            </p:cNvPr>
            <p:cNvGrpSpPr/>
            <p:nvPr/>
          </p:nvGrpSpPr>
          <p:grpSpPr>
            <a:xfrm>
              <a:off x="3810316" y="2465099"/>
              <a:ext cx="613094" cy="674403"/>
              <a:chOff x="3398838" y="2895601"/>
              <a:chExt cx="346075" cy="346075"/>
            </a:xfrm>
            <a:grpFill/>
          </p:grpSpPr>
          <p:sp>
            <p:nvSpPr>
              <p:cNvPr id="167" name="Freeform 49">
                <a:extLst>
                  <a:ext uri="{FF2B5EF4-FFF2-40B4-BE49-F238E27FC236}">
                    <a16:creationId xmlns:a16="http://schemas.microsoft.com/office/drawing/2014/main" id="{740B54FD-C512-4C4B-90F2-B8FE96027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50">
                <a:extLst>
                  <a:ext uri="{FF2B5EF4-FFF2-40B4-BE49-F238E27FC236}">
                    <a16:creationId xmlns:a16="http://schemas.microsoft.com/office/drawing/2014/main" id="{4FDC5A8D-821C-42CD-8C45-FB309BF76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Oval 51">
                <a:extLst>
                  <a:ext uri="{FF2B5EF4-FFF2-40B4-BE49-F238E27FC236}">
                    <a16:creationId xmlns:a16="http://schemas.microsoft.com/office/drawing/2014/main" id="{627888DD-F7D4-4895-B336-F188BAF1D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52">
                <a:extLst>
                  <a:ext uri="{FF2B5EF4-FFF2-40B4-BE49-F238E27FC236}">
                    <a16:creationId xmlns:a16="http://schemas.microsoft.com/office/drawing/2014/main" id="{21C53BAF-A1BD-4D9D-8C56-C5A5E296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53">
                <a:extLst>
                  <a:ext uri="{FF2B5EF4-FFF2-40B4-BE49-F238E27FC236}">
                    <a16:creationId xmlns:a16="http://schemas.microsoft.com/office/drawing/2014/main" id="{B30A39F9-E915-4B71-94A4-3436CE4B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54">
                <a:extLst>
                  <a:ext uri="{FF2B5EF4-FFF2-40B4-BE49-F238E27FC236}">
                    <a16:creationId xmlns:a16="http://schemas.microsoft.com/office/drawing/2014/main" id="{92A91763-2FE9-4F49-81B3-F46A31888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Oval 55">
                <a:extLst>
                  <a:ext uri="{FF2B5EF4-FFF2-40B4-BE49-F238E27FC236}">
                    <a16:creationId xmlns:a16="http://schemas.microsoft.com/office/drawing/2014/main" id="{5D56157D-44A4-414B-A115-78056741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56">
                <a:extLst>
                  <a:ext uri="{FF2B5EF4-FFF2-40B4-BE49-F238E27FC236}">
                    <a16:creationId xmlns:a16="http://schemas.microsoft.com/office/drawing/2014/main" id="{62DA9A80-F152-45F5-94C2-BB31EDA3C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 57">
                <a:extLst>
                  <a:ext uri="{FF2B5EF4-FFF2-40B4-BE49-F238E27FC236}">
                    <a16:creationId xmlns:a16="http://schemas.microsoft.com/office/drawing/2014/main" id="{003EFD2E-CF90-4AC0-BEC7-7BC685648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58">
                <a:extLst>
                  <a:ext uri="{FF2B5EF4-FFF2-40B4-BE49-F238E27FC236}">
                    <a16:creationId xmlns:a16="http://schemas.microsoft.com/office/drawing/2014/main" id="{17D242C7-DED5-4760-974B-1C0C2CED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Oval 59">
                <a:extLst>
                  <a:ext uri="{FF2B5EF4-FFF2-40B4-BE49-F238E27FC236}">
                    <a16:creationId xmlns:a16="http://schemas.microsoft.com/office/drawing/2014/main" id="{4029ED17-8FD3-4AF2-A688-F0EE0CED0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60">
                <a:extLst>
                  <a:ext uri="{FF2B5EF4-FFF2-40B4-BE49-F238E27FC236}">
                    <a16:creationId xmlns:a16="http://schemas.microsoft.com/office/drawing/2014/main" id="{635ABD1D-573A-4AEB-BA17-43168A9B8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Line 61">
                <a:extLst>
                  <a:ext uri="{FF2B5EF4-FFF2-40B4-BE49-F238E27FC236}">
                    <a16:creationId xmlns:a16="http://schemas.microsoft.com/office/drawing/2014/main" id="{5DC54740-A0D8-4879-95BC-57FB1ACC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Line 62">
                <a:extLst>
                  <a:ext uri="{FF2B5EF4-FFF2-40B4-BE49-F238E27FC236}">
                    <a16:creationId xmlns:a16="http://schemas.microsoft.com/office/drawing/2014/main" id="{E3DB3D49-FAF6-4080-AE40-81CF5899A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8" descr="This image is an icon of three people interacting. ">
            <a:extLst>
              <a:ext uri="{FF2B5EF4-FFF2-40B4-BE49-F238E27FC236}">
                <a16:creationId xmlns:a16="http://schemas.microsoft.com/office/drawing/2014/main" id="{D7F5E6C2-3449-4D64-AEF0-8F9AE58743E4}"/>
              </a:ext>
            </a:extLst>
          </p:cNvPr>
          <p:cNvGrpSpPr/>
          <p:nvPr/>
        </p:nvGrpSpPr>
        <p:grpSpPr>
          <a:xfrm>
            <a:off x="7305675" y="2143125"/>
            <a:ext cx="1397000" cy="1397000"/>
            <a:chOff x="7356475" y="2143125"/>
            <a:chExt cx="1397000" cy="1397000"/>
          </a:xfrm>
          <a:solidFill>
            <a:srgbClr val="030553"/>
          </a:solidFill>
        </p:grpSpPr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AAE4382C-A236-4EFC-A5CF-301D418C6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75" y="2143125"/>
              <a:ext cx="1397000" cy="1397000"/>
            </a:xfrm>
            <a:custGeom>
              <a:avLst/>
              <a:gdLst>
                <a:gd name="T0" fmla="*/ 60 w 336"/>
                <a:gd name="T1" fmla="*/ 276 h 336"/>
                <a:gd name="T2" fmla="*/ 60 w 336"/>
                <a:gd name="T3" fmla="*/ 60 h 336"/>
                <a:gd name="T4" fmla="*/ 276 w 336"/>
                <a:gd name="T5" fmla="*/ 60 h 336"/>
                <a:gd name="T6" fmla="*/ 276 w 336"/>
                <a:gd name="T7" fmla="*/ 276 h 336"/>
                <a:gd name="T8" fmla="*/ 60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60" y="276"/>
                  </a:move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ubicBezTo>
                    <a:pt x="217" y="336"/>
                    <a:pt x="120" y="336"/>
                    <a:pt x="60" y="27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84CDD73D-3AA4-4625-B9F5-1852145FC880}"/>
                </a:ext>
              </a:extLst>
            </p:cNvPr>
            <p:cNvGrpSpPr/>
            <p:nvPr/>
          </p:nvGrpSpPr>
          <p:grpSpPr>
            <a:xfrm>
              <a:off x="7748428" y="2465099"/>
              <a:ext cx="613094" cy="674403"/>
              <a:chOff x="3398838" y="2895601"/>
              <a:chExt cx="346075" cy="346075"/>
            </a:xfrm>
            <a:grpFill/>
          </p:grpSpPr>
          <p:sp>
            <p:nvSpPr>
              <p:cNvPr id="214" name="Freeform 49">
                <a:extLst>
                  <a:ext uri="{FF2B5EF4-FFF2-40B4-BE49-F238E27FC236}">
                    <a16:creationId xmlns:a16="http://schemas.microsoft.com/office/drawing/2014/main" id="{ABF2711F-75A7-4B4A-BF02-2652927EB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50">
                <a:extLst>
                  <a:ext uri="{FF2B5EF4-FFF2-40B4-BE49-F238E27FC236}">
                    <a16:creationId xmlns:a16="http://schemas.microsoft.com/office/drawing/2014/main" id="{82DE05A5-FAEC-4B16-BF1A-19901B942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Oval 51">
                <a:extLst>
                  <a:ext uri="{FF2B5EF4-FFF2-40B4-BE49-F238E27FC236}">
                    <a16:creationId xmlns:a16="http://schemas.microsoft.com/office/drawing/2014/main" id="{0E0CD678-477B-451D-9104-A48469B39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52">
                <a:extLst>
                  <a:ext uri="{FF2B5EF4-FFF2-40B4-BE49-F238E27FC236}">
                    <a16:creationId xmlns:a16="http://schemas.microsoft.com/office/drawing/2014/main" id="{26FA0A70-D241-45F0-830E-0A67FE310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Freeform 53">
                <a:extLst>
                  <a:ext uri="{FF2B5EF4-FFF2-40B4-BE49-F238E27FC236}">
                    <a16:creationId xmlns:a16="http://schemas.microsoft.com/office/drawing/2014/main" id="{A59E8B52-245F-4ACF-8281-9CF552059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Freeform 54">
                <a:extLst>
                  <a:ext uri="{FF2B5EF4-FFF2-40B4-BE49-F238E27FC236}">
                    <a16:creationId xmlns:a16="http://schemas.microsoft.com/office/drawing/2014/main" id="{899BF9CE-E77F-4F48-9450-66E3BECCB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Oval 55">
                <a:extLst>
                  <a:ext uri="{FF2B5EF4-FFF2-40B4-BE49-F238E27FC236}">
                    <a16:creationId xmlns:a16="http://schemas.microsoft.com/office/drawing/2014/main" id="{4BEF1ED3-5C78-40B2-8A93-4068B9D5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Freeform 56">
                <a:extLst>
                  <a:ext uri="{FF2B5EF4-FFF2-40B4-BE49-F238E27FC236}">
                    <a16:creationId xmlns:a16="http://schemas.microsoft.com/office/drawing/2014/main" id="{A2AAED8D-F9E0-4ECB-9AB3-CBBAFB83B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57">
                <a:extLst>
                  <a:ext uri="{FF2B5EF4-FFF2-40B4-BE49-F238E27FC236}">
                    <a16:creationId xmlns:a16="http://schemas.microsoft.com/office/drawing/2014/main" id="{6002DB15-DE43-4C77-9619-8D419321F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58">
                <a:extLst>
                  <a:ext uri="{FF2B5EF4-FFF2-40B4-BE49-F238E27FC236}">
                    <a16:creationId xmlns:a16="http://schemas.microsoft.com/office/drawing/2014/main" id="{96593802-B775-42A3-AF14-F045D7024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Oval 59">
                <a:extLst>
                  <a:ext uri="{FF2B5EF4-FFF2-40B4-BE49-F238E27FC236}">
                    <a16:creationId xmlns:a16="http://schemas.microsoft.com/office/drawing/2014/main" id="{E9093A9B-C057-4965-9778-D32C3435B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60">
                <a:extLst>
                  <a:ext uri="{FF2B5EF4-FFF2-40B4-BE49-F238E27FC236}">
                    <a16:creationId xmlns:a16="http://schemas.microsoft.com/office/drawing/2014/main" id="{25E38B6F-D336-4A2F-AB1E-5483A6711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Line 61">
                <a:extLst>
                  <a:ext uri="{FF2B5EF4-FFF2-40B4-BE49-F238E27FC236}">
                    <a16:creationId xmlns:a16="http://schemas.microsoft.com/office/drawing/2014/main" id="{C97F06C5-8609-4F4A-94C8-8D52F4857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Line 62">
                <a:extLst>
                  <a:ext uri="{FF2B5EF4-FFF2-40B4-BE49-F238E27FC236}">
                    <a16:creationId xmlns:a16="http://schemas.microsoft.com/office/drawing/2014/main" id="{7A7E2673-DEC0-43F1-9033-64A7A4DA5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7" name="TextBox 336">
            <a:extLst>
              <a:ext uri="{FF2B5EF4-FFF2-40B4-BE49-F238E27FC236}">
                <a16:creationId xmlns:a16="http://schemas.microsoft.com/office/drawing/2014/main" id="{3380BC47-47FB-44F3-9E0B-80B83E426031}"/>
              </a:ext>
            </a:extLst>
          </p:cNvPr>
          <p:cNvSpPr txBox="1"/>
          <p:nvPr/>
        </p:nvSpPr>
        <p:spPr>
          <a:xfrm>
            <a:off x="8822339" y="2595404"/>
            <a:ext cx="218827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Accessibility Standards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36571B2F-0463-48D1-8CC7-EA6BC8F3FB67}"/>
              </a:ext>
            </a:extLst>
          </p:cNvPr>
          <p:cNvSpPr txBox="1"/>
          <p:nvPr/>
        </p:nvSpPr>
        <p:spPr>
          <a:xfrm>
            <a:off x="173993" y="4572618"/>
            <a:ext cx="24445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Compliance With Local Data Privacy Laws</a:t>
            </a:r>
          </a:p>
        </p:txBody>
      </p:sp>
      <p:grpSp>
        <p:nvGrpSpPr>
          <p:cNvPr id="42" name="Group 41" descr="This image is an icon of three people and a globe. ">
            <a:extLst>
              <a:ext uri="{FF2B5EF4-FFF2-40B4-BE49-F238E27FC236}">
                <a16:creationId xmlns:a16="http://schemas.microsoft.com/office/drawing/2014/main" id="{0F9B9E83-7B40-4A58-B9B6-072ADD8AF2AD}"/>
              </a:ext>
            </a:extLst>
          </p:cNvPr>
          <p:cNvGrpSpPr/>
          <p:nvPr/>
        </p:nvGrpSpPr>
        <p:grpSpPr>
          <a:xfrm>
            <a:off x="2741612" y="4162425"/>
            <a:ext cx="1271588" cy="1273175"/>
            <a:chOff x="2690812" y="4162425"/>
            <a:chExt cx="1271588" cy="1273175"/>
          </a:xfrm>
        </p:grpSpPr>
        <p:sp>
          <p:nvSpPr>
            <p:cNvPr id="32" name="Oval 24">
              <a:extLst>
                <a:ext uri="{FF2B5EF4-FFF2-40B4-BE49-F238E27FC236}">
                  <a16:creationId xmlns:a16="http://schemas.microsoft.com/office/drawing/2014/main" id="{16A34343-0998-42BB-80E4-28FB10F8B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812" y="4162425"/>
              <a:ext cx="1271588" cy="1273175"/>
            </a:xfrm>
            <a:prstGeom prst="ellipse">
              <a:avLst/>
            </a:prstGeom>
            <a:solidFill>
              <a:srgbClr val="030553"/>
            </a:solidFill>
            <a:ln w="12700" cap="flat">
              <a:solidFill>
                <a:srgbClr val="0305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6EF0E095-962C-4FF0-89AE-50E91D8B01BD}"/>
                </a:ext>
              </a:extLst>
            </p:cNvPr>
            <p:cNvGrpSpPr/>
            <p:nvPr/>
          </p:nvGrpSpPr>
          <p:grpSpPr>
            <a:xfrm>
              <a:off x="3011359" y="4426329"/>
              <a:ext cx="610282" cy="674403"/>
              <a:chOff x="4841875" y="2895601"/>
              <a:chExt cx="344488" cy="346075"/>
            </a:xfrm>
          </p:grpSpPr>
          <p:sp>
            <p:nvSpPr>
              <p:cNvPr id="192" name="Freeform 258">
                <a:extLst>
                  <a:ext uri="{FF2B5EF4-FFF2-40B4-BE49-F238E27FC236}">
                    <a16:creationId xmlns:a16="http://schemas.microsoft.com/office/drawing/2014/main" id="{6406E6B6-1167-46C8-948E-C5EF17DA0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259">
                <a:extLst>
                  <a:ext uri="{FF2B5EF4-FFF2-40B4-BE49-F238E27FC236}">
                    <a16:creationId xmlns:a16="http://schemas.microsoft.com/office/drawing/2014/main" id="{72ECCE91-FE4E-4D18-8094-A898EA086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260">
                <a:extLst>
                  <a:ext uri="{FF2B5EF4-FFF2-40B4-BE49-F238E27FC236}">
                    <a16:creationId xmlns:a16="http://schemas.microsoft.com/office/drawing/2014/main" id="{3548F75A-EA11-4316-A1F6-0CAEB678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Line 261">
                <a:extLst>
                  <a:ext uri="{FF2B5EF4-FFF2-40B4-BE49-F238E27FC236}">
                    <a16:creationId xmlns:a16="http://schemas.microsoft.com/office/drawing/2014/main" id="{5124F4E9-141F-499A-8EEC-1241D51B2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Line 262">
                <a:extLst>
                  <a:ext uri="{FF2B5EF4-FFF2-40B4-BE49-F238E27FC236}">
                    <a16:creationId xmlns:a16="http://schemas.microsoft.com/office/drawing/2014/main" id="{F8299F61-1975-4EE9-BAB2-3CE9A446F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Line 263">
                <a:extLst>
                  <a:ext uri="{FF2B5EF4-FFF2-40B4-BE49-F238E27FC236}">
                    <a16:creationId xmlns:a16="http://schemas.microsoft.com/office/drawing/2014/main" id="{21DCC590-EB7E-4BE9-BE74-8FD7163D4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Oval 264">
                <a:extLst>
                  <a:ext uri="{FF2B5EF4-FFF2-40B4-BE49-F238E27FC236}">
                    <a16:creationId xmlns:a16="http://schemas.microsoft.com/office/drawing/2014/main" id="{9DD4333D-6A4C-43A4-873D-73945A8A3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Oval 265">
                <a:extLst>
                  <a:ext uri="{FF2B5EF4-FFF2-40B4-BE49-F238E27FC236}">
                    <a16:creationId xmlns:a16="http://schemas.microsoft.com/office/drawing/2014/main" id="{4BE9E84A-E911-4211-BBA2-3D0BE5875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Oval 266">
                <a:extLst>
                  <a:ext uri="{FF2B5EF4-FFF2-40B4-BE49-F238E27FC236}">
                    <a16:creationId xmlns:a16="http://schemas.microsoft.com/office/drawing/2014/main" id="{0ECA1A96-AB7F-46A0-88B5-FCD88859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267">
                <a:extLst>
                  <a:ext uri="{FF2B5EF4-FFF2-40B4-BE49-F238E27FC236}">
                    <a16:creationId xmlns:a16="http://schemas.microsoft.com/office/drawing/2014/main" id="{75E1735F-98B1-4E7B-BDDC-FE64527C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 descr="This image is of a man seen from the back. ">
            <a:extLst>
              <a:ext uri="{FF2B5EF4-FFF2-40B4-BE49-F238E27FC236}">
                <a16:creationId xmlns:a16="http://schemas.microsoft.com/office/drawing/2014/main" id="{ABC2A172-1C05-4D6F-B5FB-5CEBE6B7E962}"/>
              </a:ext>
            </a:extLst>
          </p:cNvPr>
          <p:cNvGrpSpPr/>
          <p:nvPr/>
        </p:nvGrpSpPr>
        <p:grpSpPr>
          <a:xfrm>
            <a:off x="4761706" y="3127375"/>
            <a:ext cx="2668588" cy="2679700"/>
            <a:chOff x="4832350" y="3127375"/>
            <a:chExt cx="2668588" cy="267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113D-0844-4CD7-B171-8F00F9D68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CBAFF68D-D572-4371-A91E-AC6024B69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C4C649-8470-4879-B490-47F99A11E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D0BE20-D8F3-4E9A-9E7A-BC6FFF63D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E2CD51-2ACF-4F68-863C-840F1804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19F10DD-B9D3-4B3A-8314-9802E27DC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849D18F-42AB-4436-A00E-CCB48479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D8B039-3C85-439E-9B4E-0AE3B0227E37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6C3AB2-1F41-4F9F-A40A-34C6948A2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3D9C9B8-8241-4452-98F4-6F4696E0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04737AB-59A7-4247-842C-6F97799DA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4EE508E-C139-4549-AD46-4E5E82F7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9F122DD-9773-48CA-B36A-41383E8F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FEF4D20-2077-46B3-889D-C36948145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E67FC6E-679C-4B7D-9F05-FF6856EDE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E28299F-82DC-4BAC-A5BB-7B5EA5A95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F1055DB-0FAF-42E9-A9D9-33EEEA5E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3DD8503-AB72-4432-BEC9-FC488705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34A953-9B6C-444B-B25F-6DF0B880B296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981B24C-CD45-4505-87DD-EBA799A608A0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5F849CF-BB96-4670-91B9-CF85441BB33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 37" descr="This image is an icon of three people and a globe. ">
            <a:extLst>
              <a:ext uri="{FF2B5EF4-FFF2-40B4-BE49-F238E27FC236}">
                <a16:creationId xmlns:a16="http://schemas.microsoft.com/office/drawing/2014/main" id="{A990E334-4A7D-4F5C-A904-F305BFAA954B}"/>
              </a:ext>
            </a:extLst>
          </p:cNvPr>
          <p:cNvGrpSpPr/>
          <p:nvPr/>
        </p:nvGrpSpPr>
        <p:grpSpPr>
          <a:xfrm>
            <a:off x="8229600" y="4182253"/>
            <a:ext cx="1271588" cy="1273175"/>
            <a:chOff x="8229600" y="4162425"/>
            <a:chExt cx="1271588" cy="1273175"/>
          </a:xfrm>
          <a:solidFill>
            <a:srgbClr val="030553"/>
          </a:solidFill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4699FCCF-8ACA-4F41-97A7-AD2C08AE5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162425"/>
              <a:ext cx="1271588" cy="1273175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63DE9C6-B298-4701-B108-E8E84885E8BC}"/>
                </a:ext>
              </a:extLst>
            </p:cNvPr>
            <p:cNvGrpSpPr/>
            <p:nvPr/>
          </p:nvGrpSpPr>
          <p:grpSpPr>
            <a:xfrm>
              <a:off x="8560253" y="4426329"/>
              <a:ext cx="610282" cy="674403"/>
              <a:chOff x="4841875" y="2895601"/>
              <a:chExt cx="344488" cy="346075"/>
            </a:xfrm>
            <a:grpFill/>
          </p:grpSpPr>
          <p:sp>
            <p:nvSpPr>
              <p:cNvPr id="203" name="Freeform 258">
                <a:extLst>
                  <a:ext uri="{FF2B5EF4-FFF2-40B4-BE49-F238E27FC236}">
                    <a16:creationId xmlns:a16="http://schemas.microsoft.com/office/drawing/2014/main" id="{05760EEA-E70F-4460-BC2A-336F9645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Freeform 259">
                <a:extLst>
                  <a:ext uri="{FF2B5EF4-FFF2-40B4-BE49-F238E27FC236}">
                    <a16:creationId xmlns:a16="http://schemas.microsoft.com/office/drawing/2014/main" id="{7AE0CD2C-CD57-47B1-B505-80D106A80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Freeform 260">
                <a:extLst>
                  <a:ext uri="{FF2B5EF4-FFF2-40B4-BE49-F238E27FC236}">
                    <a16:creationId xmlns:a16="http://schemas.microsoft.com/office/drawing/2014/main" id="{872A3131-C536-4756-B975-DACC55DF3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Line 261">
                <a:extLst>
                  <a:ext uri="{FF2B5EF4-FFF2-40B4-BE49-F238E27FC236}">
                    <a16:creationId xmlns:a16="http://schemas.microsoft.com/office/drawing/2014/main" id="{8D6C92E4-36B6-469D-8D9D-7E821A2B6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Line 262">
                <a:extLst>
                  <a:ext uri="{FF2B5EF4-FFF2-40B4-BE49-F238E27FC236}">
                    <a16:creationId xmlns:a16="http://schemas.microsoft.com/office/drawing/2014/main" id="{B9D7D31E-100C-4875-91DB-E3AA306D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Line 263">
                <a:extLst>
                  <a:ext uri="{FF2B5EF4-FFF2-40B4-BE49-F238E27FC236}">
                    <a16:creationId xmlns:a16="http://schemas.microsoft.com/office/drawing/2014/main" id="{29CE937B-2D75-4864-AD7D-EE0DA1EBA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grp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" name="Oval 264">
                <a:extLst>
                  <a:ext uri="{FF2B5EF4-FFF2-40B4-BE49-F238E27FC236}">
                    <a16:creationId xmlns:a16="http://schemas.microsoft.com/office/drawing/2014/main" id="{5C237BA8-A5D9-4E6F-B526-E97148578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" name="Oval 265">
                <a:extLst>
                  <a:ext uri="{FF2B5EF4-FFF2-40B4-BE49-F238E27FC236}">
                    <a16:creationId xmlns:a16="http://schemas.microsoft.com/office/drawing/2014/main" id="{661A5EFA-ECB7-4C9D-A8BD-1FACE7EBB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Oval 266">
                <a:extLst>
                  <a:ext uri="{FF2B5EF4-FFF2-40B4-BE49-F238E27FC236}">
                    <a16:creationId xmlns:a16="http://schemas.microsoft.com/office/drawing/2014/main" id="{6503CA85-38C3-44D1-94CA-34EA501E4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Freeform 267">
                <a:extLst>
                  <a:ext uri="{FF2B5EF4-FFF2-40B4-BE49-F238E27FC236}">
                    <a16:creationId xmlns:a16="http://schemas.microsoft.com/office/drawing/2014/main" id="{AE3AF176-184A-4597-B23C-A8ECB6945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grp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1" name="TextBox 330">
            <a:extLst>
              <a:ext uri="{FF2B5EF4-FFF2-40B4-BE49-F238E27FC236}">
                <a16:creationId xmlns:a16="http://schemas.microsoft.com/office/drawing/2014/main" id="{62109C55-9EBC-4778-80D4-D55D22307915}"/>
              </a:ext>
            </a:extLst>
          </p:cNvPr>
          <p:cNvSpPr txBox="1"/>
          <p:nvPr/>
        </p:nvSpPr>
        <p:spPr>
          <a:xfrm>
            <a:off x="4009812" y="999967"/>
            <a:ext cx="385551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Data Retention Policy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969EBC-E8D3-4914-9A82-8E88F816E77E}"/>
              </a:ext>
            </a:extLst>
          </p:cNvPr>
          <p:cNvSpPr/>
          <p:nvPr/>
        </p:nvSpPr>
        <p:spPr>
          <a:xfrm>
            <a:off x="3796148" y="6192838"/>
            <a:ext cx="54998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Legal And Regulatory Requirements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2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68D147-B183-8713-FBA0-D91A36BD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03" y="2064036"/>
            <a:ext cx="6735597" cy="3793838"/>
          </a:xfrm>
        </p:spPr>
        <p:txBody>
          <a:bodyPr/>
          <a:lstStyle/>
          <a:p>
            <a:r>
              <a:rPr lang="en-US" altLang="zh-CN" dirty="0">
                <a:solidFill>
                  <a:srgbClr val="002060"/>
                </a:solidFill>
              </a:rPr>
              <a:t>Proposed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Technology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Stack</a:t>
            </a: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729FBF7-C685-D83C-8129-D5317CE5C1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306" r="26306"/>
          <a:stretch/>
        </p:blipFill>
        <p:spPr>
          <a:xfrm flipH="1">
            <a:off x="1000125" y="1316037"/>
            <a:ext cx="3230562" cy="4541837"/>
          </a:xfrm>
        </p:spPr>
      </p:pic>
    </p:spTree>
    <p:extLst>
      <p:ext uri="{BB962C8B-B14F-4D97-AF65-F5344CB8AC3E}">
        <p14:creationId xmlns:p14="http://schemas.microsoft.com/office/powerpoint/2010/main" val="1486135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58D1C-B172-E24C-A480-B61A6D0B929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92917" y="6356350"/>
            <a:ext cx="11049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56BFF5-A11A-234E-A308-E7366A2858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5E2E3E-148D-4BE4-88A4-447C4BC3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7" y="365125"/>
            <a:ext cx="11221755" cy="1143645"/>
          </a:xfrm>
        </p:spPr>
        <p:txBody>
          <a:bodyPr/>
          <a:lstStyle/>
          <a:p>
            <a:r>
              <a:rPr lang="en-US" b="1" dirty="0">
                <a:solidFill>
                  <a:srgbClr val="030553"/>
                </a:solidFill>
              </a:rPr>
              <a:t>Business Plan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75602D-A417-409C-A61B-D487B5E366BC}"/>
              </a:ext>
            </a:extLst>
          </p:cNvPr>
          <p:cNvSpPr/>
          <p:nvPr/>
        </p:nvSpPr>
        <p:spPr>
          <a:xfrm>
            <a:off x="722387" y="1641308"/>
            <a:ext cx="3039083" cy="1030125"/>
          </a:xfrm>
          <a:custGeom>
            <a:avLst/>
            <a:gdLst>
              <a:gd name="connsiteX0" fmla="*/ 0 w 2575312"/>
              <a:gd name="connsiteY0" fmla="*/ 0 h 1030125"/>
              <a:gd name="connsiteX1" fmla="*/ 2060250 w 2575312"/>
              <a:gd name="connsiteY1" fmla="*/ 0 h 1030125"/>
              <a:gd name="connsiteX2" fmla="*/ 2575312 w 2575312"/>
              <a:gd name="connsiteY2" fmla="*/ 515063 h 1030125"/>
              <a:gd name="connsiteX3" fmla="*/ 2060250 w 2575312"/>
              <a:gd name="connsiteY3" fmla="*/ 1030125 h 1030125"/>
              <a:gd name="connsiteX4" fmla="*/ 0 w 2575312"/>
              <a:gd name="connsiteY4" fmla="*/ 1030125 h 1030125"/>
              <a:gd name="connsiteX5" fmla="*/ 515063 w 2575312"/>
              <a:gd name="connsiteY5" fmla="*/ 515063 h 1030125"/>
              <a:gd name="connsiteX6" fmla="*/ 0 w 2575312"/>
              <a:gd name="connsiteY6" fmla="*/ 0 h 103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5312" h="1030125">
                <a:moveTo>
                  <a:pt x="0" y="0"/>
                </a:moveTo>
                <a:lnTo>
                  <a:pt x="2060250" y="0"/>
                </a:lnTo>
                <a:lnTo>
                  <a:pt x="2575312" y="515063"/>
                </a:lnTo>
                <a:lnTo>
                  <a:pt x="2060250" y="1030125"/>
                </a:lnTo>
                <a:lnTo>
                  <a:pt x="0" y="1030125"/>
                </a:lnTo>
                <a:lnTo>
                  <a:pt x="515063" y="5150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7943" tIns="91440" rIns="606502" bIns="18669" numCol="1" spcCol="1270" anchor="ctr" anchorCtr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Front-End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E37D3C-87AC-4528-AEDD-15C3694EAC12}"/>
              </a:ext>
            </a:extLst>
          </p:cNvPr>
          <p:cNvSpPr/>
          <p:nvPr/>
        </p:nvSpPr>
        <p:spPr>
          <a:xfrm>
            <a:off x="607653" y="2685083"/>
            <a:ext cx="2930876" cy="1170000"/>
          </a:xfrm>
          <a:custGeom>
            <a:avLst/>
            <a:gdLst>
              <a:gd name="connsiteX0" fmla="*/ 0 w 2060250"/>
              <a:gd name="connsiteY0" fmla="*/ 0 h 1170000"/>
              <a:gd name="connsiteX1" fmla="*/ 2060250 w 2060250"/>
              <a:gd name="connsiteY1" fmla="*/ 0 h 1170000"/>
              <a:gd name="connsiteX2" fmla="*/ 2060250 w 2060250"/>
              <a:gd name="connsiteY2" fmla="*/ 1170000 h 1170000"/>
              <a:gd name="connsiteX3" fmla="*/ 0 w 2060250"/>
              <a:gd name="connsiteY3" fmla="*/ 1170000 h 1170000"/>
              <a:gd name="connsiteX4" fmla="*/ 0 w 2060250"/>
              <a:gd name="connsiteY4" fmla="*/ 0 h 11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0250" h="1170000">
                <a:moveTo>
                  <a:pt x="0" y="0"/>
                </a:moveTo>
                <a:lnTo>
                  <a:pt x="2060250" y="0"/>
                </a:lnTo>
                <a:lnTo>
                  <a:pt x="2060250" y="1170000"/>
                </a:lnTo>
                <a:lnTo>
                  <a:pt x="0" y="117000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182880" rIns="91440" bIns="0" numCol="1" spcCol="1270" anchor="t" anchorCtr="0">
            <a:noAutofit/>
          </a:bodyPr>
          <a:lstStyle/>
          <a:p>
            <a:pPr marL="171450" marR="0" lvl="1" indent="-17145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React Native (Java Script)-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Enables cross-platform mobile app development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383C90-4390-4284-89BE-E95A8A3C34F2}"/>
              </a:ext>
            </a:extLst>
          </p:cNvPr>
          <p:cNvSpPr/>
          <p:nvPr/>
        </p:nvSpPr>
        <p:spPr>
          <a:xfrm>
            <a:off x="4441359" y="1641308"/>
            <a:ext cx="3039083" cy="1030125"/>
          </a:xfrm>
          <a:custGeom>
            <a:avLst/>
            <a:gdLst>
              <a:gd name="connsiteX0" fmla="*/ 0 w 2575312"/>
              <a:gd name="connsiteY0" fmla="*/ 0 h 1030125"/>
              <a:gd name="connsiteX1" fmla="*/ 2060250 w 2575312"/>
              <a:gd name="connsiteY1" fmla="*/ 0 h 1030125"/>
              <a:gd name="connsiteX2" fmla="*/ 2575312 w 2575312"/>
              <a:gd name="connsiteY2" fmla="*/ 515063 h 1030125"/>
              <a:gd name="connsiteX3" fmla="*/ 2060250 w 2575312"/>
              <a:gd name="connsiteY3" fmla="*/ 1030125 h 1030125"/>
              <a:gd name="connsiteX4" fmla="*/ 0 w 2575312"/>
              <a:gd name="connsiteY4" fmla="*/ 1030125 h 1030125"/>
              <a:gd name="connsiteX5" fmla="*/ 515063 w 2575312"/>
              <a:gd name="connsiteY5" fmla="*/ 515063 h 1030125"/>
              <a:gd name="connsiteX6" fmla="*/ 0 w 2575312"/>
              <a:gd name="connsiteY6" fmla="*/ 0 h 103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5312" h="1030125">
                <a:moveTo>
                  <a:pt x="0" y="0"/>
                </a:moveTo>
                <a:lnTo>
                  <a:pt x="2060250" y="0"/>
                </a:lnTo>
                <a:lnTo>
                  <a:pt x="2575312" y="515063"/>
                </a:lnTo>
                <a:lnTo>
                  <a:pt x="2060250" y="1030125"/>
                </a:lnTo>
                <a:lnTo>
                  <a:pt x="0" y="1030125"/>
                </a:lnTo>
                <a:lnTo>
                  <a:pt x="515063" y="515063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7943" tIns="91440" rIns="533731" bIns="18669" numCol="1" spcCol="1270" anchor="ctr" anchorCtr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Back-End and API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508B1F-4C12-4AC0-855D-A3539588A2EF}"/>
              </a:ext>
            </a:extLst>
          </p:cNvPr>
          <p:cNvSpPr/>
          <p:nvPr/>
        </p:nvSpPr>
        <p:spPr>
          <a:xfrm>
            <a:off x="722387" y="3980732"/>
            <a:ext cx="3039083" cy="1030125"/>
          </a:xfrm>
          <a:custGeom>
            <a:avLst/>
            <a:gdLst>
              <a:gd name="connsiteX0" fmla="*/ 0 w 2575312"/>
              <a:gd name="connsiteY0" fmla="*/ 0 h 1030125"/>
              <a:gd name="connsiteX1" fmla="*/ 2060250 w 2575312"/>
              <a:gd name="connsiteY1" fmla="*/ 0 h 1030125"/>
              <a:gd name="connsiteX2" fmla="*/ 2575312 w 2575312"/>
              <a:gd name="connsiteY2" fmla="*/ 515063 h 1030125"/>
              <a:gd name="connsiteX3" fmla="*/ 2060250 w 2575312"/>
              <a:gd name="connsiteY3" fmla="*/ 1030125 h 1030125"/>
              <a:gd name="connsiteX4" fmla="*/ 0 w 2575312"/>
              <a:gd name="connsiteY4" fmla="*/ 1030125 h 1030125"/>
              <a:gd name="connsiteX5" fmla="*/ 515063 w 2575312"/>
              <a:gd name="connsiteY5" fmla="*/ 515063 h 1030125"/>
              <a:gd name="connsiteX6" fmla="*/ 0 w 2575312"/>
              <a:gd name="connsiteY6" fmla="*/ 0 h 103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5312" h="1030125">
                <a:moveTo>
                  <a:pt x="0" y="0"/>
                </a:moveTo>
                <a:lnTo>
                  <a:pt x="2060250" y="0"/>
                </a:lnTo>
                <a:lnTo>
                  <a:pt x="2575312" y="515063"/>
                </a:lnTo>
                <a:lnTo>
                  <a:pt x="2060250" y="1030125"/>
                </a:lnTo>
                <a:lnTo>
                  <a:pt x="0" y="1030125"/>
                </a:lnTo>
                <a:lnTo>
                  <a:pt x="515063" y="5150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7943" tIns="91440" rIns="533731" bIns="18669" numCol="1" spcCol="1270" anchor="ctr" anchorCtr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Mapping and Geolocation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C5AE33B-8269-47AB-AF88-F660412BBC0F}"/>
              </a:ext>
            </a:extLst>
          </p:cNvPr>
          <p:cNvSpPr/>
          <p:nvPr/>
        </p:nvSpPr>
        <p:spPr>
          <a:xfrm>
            <a:off x="8160331" y="1641308"/>
            <a:ext cx="3226468" cy="1030125"/>
          </a:xfrm>
          <a:custGeom>
            <a:avLst/>
            <a:gdLst>
              <a:gd name="connsiteX0" fmla="*/ 0 w 2575312"/>
              <a:gd name="connsiteY0" fmla="*/ 0 h 1030125"/>
              <a:gd name="connsiteX1" fmla="*/ 2060250 w 2575312"/>
              <a:gd name="connsiteY1" fmla="*/ 0 h 1030125"/>
              <a:gd name="connsiteX2" fmla="*/ 2575312 w 2575312"/>
              <a:gd name="connsiteY2" fmla="*/ 515063 h 1030125"/>
              <a:gd name="connsiteX3" fmla="*/ 2060250 w 2575312"/>
              <a:gd name="connsiteY3" fmla="*/ 1030125 h 1030125"/>
              <a:gd name="connsiteX4" fmla="*/ 0 w 2575312"/>
              <a:gd name="connsiteY4" fmla="*/ 1030125 h 1030125"/>
              <a:gd name="connsiteX5" fmla="*/ 515063 w 2575312"/>
              <a:gd name="connsiteY5" fmla="*/ 515063 h 1030125"/>
              <a:gd name="connsiteX6" fmla="*/ 0 w 2575312"/>
              <a:gd name="connsiteY6" fmla="*/ 0 h 103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5312" h="1030125">
                <a:moveTo>
                  <a:pt x="0" y="0"/>
                </a:moveTo>
                <a:lnTo>
                  <a:pt x="2060250" y="0"/>
                </a:lnTo>
                <a:lnTo>
                  <a:pt x="2575312" y="515063"/>
                </a:lnTo>
                <a:lnTo>
                  <a:pt x="2060250" y="1030125"/>
                </a:lnTo>
                <a:lnTo>
                  <a:pt x="0" y="1030125"/>
                </a:lnTo>
                <a:lnTo>
                  <a:pt x="515063" y="5150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7943" tIns="91440" rIns="533731" bIns="18669" numCol="1" spcCol="1270" anchor="ctr" anchorCtr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Database and File Storage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12BC549-EF7C-4808-9CCB-EC74C4E2E153}"/>
              </a:ext>
            </a:extLst>
          </p:cNvPr>
          <p:cNvSpPr/>
          <p:nvPr/>
        </p:nvSpPr>
        <p:spPr>
          <a:xfrm>
            <a:off x="4321998" y="2662497"/>
            <a:ext cx="2936054" cy="1170000"/>
          </a:xfrm>
          <a:custGeom>
            <a:avLst/>
            <a:gdLst>
              <a:gd name="connsiteX0" fmla="*/ 0 w 2060250"/>
              <a:gd name="connsiteY0" fmla="*/ 0 h 1170000"/>
              <a:gd name="connsiteX1" fmla="*/ 2060250 w 2060250"/>
              <a:gd name="connsiteY1" fmla="*/ 0 h 1170000"/>
              <a:gd name="connsiteX2" fmla="*/ 2060250 w 2060250"/>
              <a:gd name="connsiteY2" fmla="*/ 1170000 h 1170000"/>
              <a:gd name="connsiteX3" fmla="*/ 0 w 2060250"/>
              <a:gd name="connsiteY3" fmla="*/ 1170000 h 1170000"/>
              <a:gd name="connsiteX4" fmla="*/ 0 w 2060250"/>
              <a:gd name="connsiteY4" fmla="*/ 0 h 11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0250" h="1170000">
                <a:moveTo>
                  <a:pt x="0" y="0"/>
                </a:moveTo>
                <a:lnTo>
                  <a:pt x="2060250" y="0"/>
                </a:lnTo>
                <a:lnTo>
                  <a:pt x="2060250" y="1170000"/>
                </a:lnTo>
                <a:lnTo>
                  <a:pt x="0" y="117000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182880" rIns="91440" bIns="0" numCol="1" spcCol="1270" anchor="t" anchorCtr="0">
            <a:noAutofit/>
          </a:bodyPr>
          <a:lstStyle/>
          <a:p>
            <a:pPr marL="171450" marR="0" lvl="1" indent="-17145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Node.js with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Express.Js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- Creation of lightweight and flexible backend server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A1A816D-F6B8-08D5-50C9-9805412018B0}"/>
              </a:ext>
            </a:extLst>
          </p:cNvPr>
          <p:cNvSpPr/>
          <p:nvPr/>
        </p:nvSpPr>
        <p:spPr>
          <a:xfrm>
            <a:off x="4523629" y="3980692"/>
            <a:ext cx="3039083" cy="1030125"/>
          </a:xfrm>
          <a:custGeom>
            <a:avLst/>
            <a:gdLst>
              <a:gd name="connsiteX0" fmla="*/ 0 w 2575312"/>
              <a:gd name="connsiteY0" fmla="*/ 0 h 1030125"/>
              <a:gd name="connsiteX1" fmla="*/ 2060250 w 2575312"/>
              <a:gd name="connsiteY1" fmla="*/ 0 h 1030125"/>
              <a:gd name="connsiteX2" fmla="*/ 2575312 w 2575312"/>
              <a:gd name="connsiteY2" fmla="*/ 515063 h 1030125"/>
              <a:gd name="connsiteX3" fmla="*/ 2060250 w 2575312"/>
              <a:gd name="connsiteY3" fmla="*/ 1030125 h 1030125"/>
              <a:gd name="connsiteX4" fmla="*/ 0 w 2575312"/>
              <a:gd name="connsiteY4" fmla="*/ 1030125 h 1030125"/>
              <a:gd name="connsiteX5" fmla="*/ 515063 w 2575312"/>
              <a:gd name="connsiteY5" fmla="*/ 515063 h 1030125"/>
              <a:gd name="connsiteX6" fmla="*/ 0 w 2575312"/>
              <a:gd name="connsiteY6" fmla="*/ 0 h 103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5312" h="1030125">
                <a:moveTo>
                  <a:pt x="0" y="0"/>
                </a:moveTo>
                <a:lnTo>
                  <a:pt x="2060250" y="0"/>
                </a:lnTo>
                <a:lnTo>
                  <a:pt x="2575312" y="515063"/>
                </a:lnTo>
                <a:lnTo>
                  <a:pt x="2060250" y="1030125"/>
                </a:lnTo>
                <a:lnTo>
                  <a:pt x="0" y="1030125"/>
                </a:lnTo>
                <a:lnTo>
                  <a:pt x="515063" y="5150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7943" tIns="91440" rIns="533731" bIns="18669" numCol="1" spcCol="1270" anchor="ctr" anchorCtr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Design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0E27E97-34D2-6712-5071-6F93D40DD37C}"/>
              </a:ext>
            </a:extLst>
          </p:cNvPr>
          <p:cNvSpPr/>
          <p:nvPr/>
        </p:nvSpPr>
        <p:spPr>
          <a:xfrm>
            <a:off x="8324871" y="3980692"/>
            <a:ext cx="3039083" cy="1030125"/>
          </a:xfrm>
          <a:custGeom>
            <a:avLst/>
            <a:gdLst>
              <a:gd name="connsiteX0" fmla="*/ 0 w 2575312"/>
              <a:gd name="connsiteY0" fmla="*/ 0 h 1030125"/>
              <a:gd name="connsiteX1" fmla="*/ 2060250 w 2575312"/>
              <a:gd name="connsiteY1" fmla="*/ 0 h 1030125"/>
              <a:gd name="connsiteX2" fmla="*/ 2575312 w 2575312"/>
              <a:gd name="connsiteY2" fmla="*/ 515063 h 1030125"/>
              <a:gd name="connsiteX3" fmla="*/ 2060250 w 2575312"/>
              <a:gd name="connsiteY3" fmla="*/ 1030125 h 1030125"/>
              <a:gd name="connsiteX4" fmla="*/ 0 w 2575312"/>
              <a:gd name="connsiteY4" fmla="*/ 1030125 h 1030125"/>
              <a:gd name="connsiteX5" fmla="*/ 515063 w 2575312"/>
              <a:gd name="connsiteY5" fmla="*/ 515063 h 1030125"/>
              <a:gd name="connsiteX6" fmla="*/ 0 w 2575312"/>
              <a:gd name="connsiteY6" fmla="*/ 0 h 103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5312" h="1030125">
                <a:moveTo>
                  <a:pt x="0" y="0"/>
                </a:moveTo>
                <a:lnTo>
                  <a:pt x="2060250" y="0"/>
                </a:lnTo>
                <a:lnTo>
                  <a:pt x="2575312" y="515063"/>
                </a:lnTo>
                <a:lnTo>
                  <a:pt x="2060250" y="1030125"/>
                </a:lnTo>
                <a:lnTo>
                  <a:pt x="0" y="1030125"/>
                </a:lnTo>
                <a:lnTo>
                  <a:pt x="515063" y="515063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7943" tIns="91440" rIns="533731" bIns="18669" numCol="1" spcCol="1270" anchor="ctr" anchorCtr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Modelling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FFF196E-2F2F-A95B-C198-BD8559070191}"/>
              </a:ext>
            </a:extLst>
          </p:cNvPr>
          <p:cNvSpPr/>
          <p:nvPr/>
        </p:nvSpPr>
        <p:spPr>
          <a:xfrm>
            <a:off x="8160331" y="2662497"/>
            <a:ext cx="2787629" cy="1170000"/>
          </a:xfrm>
          <a:custGeom>
            <a:avLst/>
            <a:gdLst>
              <a:gd name="connsiteX0" fmla="*/ 0 w 2060250"/>
              <a:gd name="connsiteY0" fmla="*/ 0 h 1170000"/>
              <a:gd name="connsiteX1" fmla="*/ 2060250 w 2060250"/>
              <a:gd name="connsiteY1" fmla="*/ 0 h 1170000"/>
              <a:gd name="connsiteX2" fmla="*/ 2060250 w 2060250"/>
              <a:gd name="connsiteY2" fmla="*/ 1170000 h 1170000"/>
              <a:gd name="connsiteX3" fmla="*/ 0 w 2060250"/>
              <a:gd name="connsiteY3" fmla="*/ 1170000 h 1170000"/>
              <a:gd name="connsiteX4" fmla="*/ 0 w 2060250"/>
              <a:gd name="connsiteY4" fmla="*/ 0 h 11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0250" h="1170000">
                <a:moveTo>
                  <a:pt x="0" y="0"/>
                </a:moveTo>
                <a:lnTo>
                  <a:pt x="2060250" y="0"/>
                </a:lnTo>
                <a:lnTo>
                  <a:pt x="2060250" y="1170000"/>
                </a:lnTo>
                <a:lnTo>
                  <a:pt x="0" y="117000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182880" rIns="91440" bIns="0" numCol="1" spcCol="1270" anchor="t" anchorCtr="0">
            <a:noAutofit/>
          </a:bodyPr>
          <a:lstStyle/>
          <a:p>
            <a:pPr marL="171450" marR="0" lvl="1" indent="-17145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PostgreSQL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Reliable, Open-source relational database system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E861BF-1951-478D-894D-5773672E0DE9}"/>
              </a:ext>
            </a:extLst>
          </p:cNvPr>
          <p:cNvSpPr/>
          <p:nvPr/>
        </p:nvSpPr>
        <p:spPr>
          <a:xfrm>
            <a:off x="722387" y="5018789"/>
            <a:ext cx="2701409" cy="1170000"/>
          </a:xfrm>
          <a:custGeom>
            <a:avLst/>
            <a:gdLst>
              <a:gd name="connsiteX0" fmla="*/ 0 w 2060250"/>
              <a:gd name="connsiteY0" fmla="*/ 0 h 1170000"/>
              <a:gd name="connsiteX1" fmla="*/ 2060250 w 2060250"/>
              <a:gd name="connsiteY1" fmla="*/ 0 h 1170000"/>
              <a:gd name="connsiteX2" fmla="*/ 2060250 w 2060250"/>
              <a:gd name="connsiteY2" fmla="*/ 1170000 h 1170000"/>
              <a:gd name="connsiteX3" fmla="*/ 0 w 2060250"/>
              <a:gd name="connsiteY3" fmla="*/ 1170000 h 1170000"/>
              <a:gd name="connsiteX4" fmla="*/ 0 w 2060250"/>
              <a:gd name="connsiteY4" fmla="*/ 0 h 11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0250" h="1170000">
                <a:moveTo>
                  <a:pt x="0" y="0"/>
                </a:moveTo>
                <a:lnTo>
                  <a:pt x="2060250" y="0"/>
                </a:lnTo>
                <a:lnTo>
                  <a:pt x="2060250" y="1170000"/>
                </a:lnTo>
                <a:lnTo>
                  <a:pt x="0" y="117000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182880" rIns="91440" bIns="0" numCol="1" spcCol="1270" anchor="t" anchorCtr="0">
            <a:noAutofit/>
          </a:bodyPr>
          <a:lstStyle/>
          <a:p>
            <a:pPr marL="171450" marR="0" lvl="1" indent="-17145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React-Native Maps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Enables native maps rendering using google maps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BEC3FC-33E3-2770-BD3B-FE5796BC8EE5}"/>
              </a:ext>
            </a:extLst>
          </p:cNvPr>
          <p:cNvSpPr/>
          <p:nvPr/>
        </p:nvSpPr>
        <p:spPr>
          <a:xfrm>
            <a:off x="4523629" y="5019660"/>
            <a:ext cx="2701409" cy="1170000"/>
          </a:xfrm>
          <a:custGeom>
            <a:avLst/>
            <a:gdLst>
              <a:gd name="connsiteX0" fmla="*/ 0 w 2060250"/>
              <a:gd name="connsiteY0" fmla="*/ 0 h 1170000"/>
              <a:gd name="connsiteX1" fmla="*/ 2060250 w 2060250"/>
              <a:gd name="connsiteY1" fmla="*/ 0 h 1170000"/>
              <a:gd name="connsiteX2" fmla="*/ 2060250 w 2060250"/>
              <a:gd name="connsiteY2" fmla="*/ 1170000 h 1170000"/>
              <a:gd name="connsiteX3" fmla="*/ 0 w 2060250"/>
              <a:gd name="connsiteY3" fmla="*/ 1170000 h 1170000"/>
              <a:gd name="connsiteX4" fmla="*/ 0 w 2060250"/>
              <a:gd name="connsiteY4" fmla="*/ 0 h 11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0250" h="1170000">
                <a:moveTo>
                  <a:pt x="0" y="0"/>
                </a:moveTo>
                <a:lnTo>
                  <a:pt x="2060250" y="0"/>
                </a:lnTo>
                <a:lnTo>
                  <a:pt x="2060250" y="1170000"/>
                </a:lnTo>
                <a:lnTo>
                  <a:pt x="0" y="117000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182880" rIns="91440" bIns="0" numCol="1" spcCol="1270" anchor="t" anchorCtr="0">
            <a:noAutofit/>
          </a:bodyPr>
          <a:lstStyle/>
          <a:p>
            <a:pPr marL="171450" marR="0" lvl="1" indent="-17145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Figma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Create high fidelity prototypes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6308FCE-B986-2ABD-0586-5E0CB1BE0834}"/>
              </a:ext>
            </a:extLst>
          </p:cNvPr>
          <p:cNvSpPr/>
          <p:nvPr/>
        </p:nvSpPr>
        <p:spPr>
          <a:xfrm>
            <a:off x="8324871" y="5010817"/>
            <a:ext cx="3039081" cy="1170000"/>
          </a:xfrm>
          <a:custGeom>
            <a:avLst/>
            <a:gdLst>
              <a:gd name="connsiteX0" fmla="*/ 0 w 2060250"/>
              <a:gd name="connsiteY0" fmla="*/ 0 h 1170000"/>
              <a:gd name="connsiteX1" fmla="*/ 2060250 w 2060250"/>
              <a:gd name="connsiteY1" fmla="*/ 0 h 1170000"/>
              <a:gd name="connsiteX2" fmla="*/ 2060250 w 2060250"/>
              <a:gd name="connsiteY2" fmla="*/ 1170000 h 1170000"/>
              <a:gd name="connsiteX3" fmla="*/ 0 w 2060250"/>
              <a:gd name="connsiteY3" fmla="*/ 1170000 h 1170000"/>
              <a:gd name="connsiteX4" fmla="*/ 0 w 2060250"/>
              <a:gd name="connsiteY4" fmla="*/ 0 h 11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0250" h="1170000">
                <a:moveTo>
                  <a:pt x="0" y="0"/>
                </a:moveTo>
                <a:lnTo>
                  <a:pt x="2060250" y="0"/>
                </a:lnTo>
                <a:lnTo>
                  <a:pt x="2060250" y="1170000"/>
                </a:lnTo>
                <a:lnTo>
                  <a:pt x="0" y="117000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182880" rIns="91440" bIns="0" numCol="1" spcCol="1270" anchor="t" anchorCtr="0">
            <a:noAutofit/>
          </a:bodyPr>
          <a:lstStyle/>
          <a:p>
            <a:pPr marL="171450" marR="0" lvl="1" indent="-17145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 UML-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Virtualization and Documentation of system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51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3EBD8-5D39-43C3-9F5E-5E450945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D5F59C-B731-0CB8-7F7E-E0878DBD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03" y="2064036"/>
            <a:ext cx="6735597" cy="3793838"/>
          </a:xfrm>
        </p:spPr>
        <p:txBody>
          <a:bodyPr/>
          <a:lstStyle/>
          <a:p>
            <a:r>
              <a:rPr lang="en-US" altLang="zh-CN" dirty="0">
                <a:solidFill>
                  <a:srgbClr val="002060"/>
                </a:solidFill>
              </a:rPr>
              <a:t>Acceptance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Test Plan</a:t>
            </a: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E86BA19-A4FD-EC81-DD00-79C38EBAFE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306" r="26306"/>
          <a:stretch/>
        </p:blipFill>
        <p:spPr>
          <a:xfrm flipH="1">
            <a:off x="1000125" y="1316037"/>
            <a:ext cx="3230562" cy="4541837"/>
          </a:xfrm>
        </p:spPr>
      </p:pic>
    </p:spTree>
    <p:extLst>
      <p:ext uri="{BB962C8B-B14F-4D97-AF65-F5344CB8AC3E}">
        <p14:creationId xmlns:p14="http://schemas.microsoft.com/office/powerpoint/2010/main" val="4224524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A29DD-C637-6D58-9668-FD966181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Test Team Approach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7EAD9-959E-9DC1-682E-CB26BBBABDA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/>
          <a:lstStyle/>
          <a:p>
            <a:r>
              <a:rPr lang="en-US" sz="2000" dirty="0">
                <a:solidFill>
                  <a:srgbClr val="03055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Preparation</a:t>
            </a:r>
            <a:endParaRPr lang="zh-CN" altLang="en-US" sz="2000" dirty="0">
              <a:solidFill>
                <a:srgbClr val="030553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FA98-E71B-0DD1-2D15-D11B958855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/>
          <a:lstStyle/>
          <a:p>
            <a:r>
              <a:rPr lang="en-US" sz="1800" dirty="0">
                <a:solidFill>
                  <a:srgbClr val="030553"/>
                </a:solidFill>
              </a:rPr>
              <a:t>Define the acceptance criteria and design the test cases</a:t>
            </a:r>
            <a:r>
              <a:rPr lang="en-US" sz="2000" dirty="0"/>
              <a:t>.</a:t>
            </a:r>
            <a:endParaRPr lang="en-US" altLang="zh-CN" sz="15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4B8151-9227-2E1F-90CC-CFCC6E625D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/>
          <a:lstStyle/>
          <a:p>
            <a:r>
              <a:rPr lang="en-US" sz="2000" dirty="0">
                <a:solidFill>
                  <a:srgbClr val="03055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Reporting</a:t>
            </a:r>
            <a:endParaRPr lang="zh-CN" altLang="en-US" sz="2000" dirty="0">
              <a:solidFill>
                <a:srgbClr val="030553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4FF06B-FE34-6544-9BD7-4137086609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80827" y="4932516"/>
            <a:ext cx="4145416" cy="806939"/>
          </a:xfrm>
        </p:spPr>
        <p:txBody>
          <a:bodyPr/>
          <a:lstStyle/>
          <a:p>
            <a:r>
              <a:rPr lang="en-US" sz="1800" dirty="0">
                <a:solidFill>
                  <a:srgbClr val="030553"/>
                </a:solidFill>
              </a:rPr>
              <a:t>Report the test results to the stakeholders</a:t>
            </a:r>
            <a:endParaRPr lang="en-US" altLang="zh-CN" dirty="0">
              <a:solidFill>
                <a:srgbClr val="030553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9F2DCA-60AE-BF82-A2A0-D7CE6B1BD4D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/>
          <a:lstStyle/>
          <a:p>
            <a:r>
              <a:rPr lang="en-US" sz="2000" dirty="0">
                <a:solidFill>
                  <a:srgbClr val="03055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Execution</a:t>
            </a:r>
            <a:endParaRPr lang="zh-CN" altLang="en-US" sz="2000" dirty="0">
              <a:solidFill>
                <a:srgbClr val="030553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006931-D748-8319-4CC6-5C0785AD4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/>
          <a:lstStyle/>
          <a:p>
            <a:r>
              <a:rPr lang="en-US" sz="1800" dirty="0">
                <a:solidFill>
                  <a:srgbClr val="030553"/>
                </a:solidFill>
              </a:rPr>
              <a:t>Execute the test cases and document the results.</a:t>
            </a:r>
            <a:endParaRPr lang="en-US" altLang="zh-CN" dirty="0">
              <a:solidFill>
                <a:srgbClr val="030553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3B1D61-37B3-937B-2699-0D0D0FFFE8B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/>
          <a:lstStyle/>
          <a:p>
            <a:r>
              <a:rPr lang="en-US" sz="2000" dirty="0">
                <a:solidFill>
                  <a:srgbClr val="03055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Retesting And Regression Testing</a:t>
            </a:r>
            <a:endParaRPr lang="zh-CN" altLang="en-US" sz="2000" dirty="0">
              <a:solidFill>
                <a:srgbClr val="030553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755FC0-15B7-4CE6-9003-292C2A6D423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87537"/>
            <a:ext cx="4845282" cy="806939"/>
          </a:xfrm>
        </p:spPr>
        <p:txBody>
          <a:bodyPr/>
          <a:lstStyle/>
          <a:p>
            <a:r>
              <a:rPr lang="en-US" sz="1800" dirty="0">
                <a:solidFill>
                  <a:srgbClr val="030553"/>
                </a:solidFill>
              </a:rPr>
              <a:t>If any defects are identified, they should be fixed and the affected test cases should be retested.</a:t>
            </a:r>
            <a:endParaRPr lang="en-US" altLang="zh-CN" sz="1200" dirty="0">
              <a:solidFill>
                <a:srgbClr val="030553"/>
              </a:solidFill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479CC94-F07B-A4E9-DCE2-D1CE6CC6ADD3}"/>
              </a:ext>
            </a:extLst>
          </p:cNvPr>
          <p:cNvSpPr txBox="1">
            <a:spLocks/>
          </p:cNvSpPr>
          <p:nvPr/>
        </p:nvSpPr>
        <p:spPr>
          <a:xfrm>
            <a:off x="5404081" y="5585317"/>
            <a:ext cx="1155238" cy="73938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30553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Sign-Off</a:t>
            </a:r>
            <a:endParaRPr lang="zh-CN" altLang="en-US" sz="2000" dirty="0">
              <a:solidFill>
                <a:srgbClr val="030553"/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EEC675F-5758-E28D-C46E-C67E17A28574}"/>
              </a:ext>
            </a:extLst>
          </p:cNvPr>
          <p:cNvSpPr txBox="1">
            <a:spLocks/>
          </p:cNvSpPr>
          <p:nvPr/>
        </p:nvSpPr>
        <p:spPr>
          <a:xfrm>
            <a:off x="3743967" y="6030390"/>
            <a:ext cx="5859302" cy="8069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030553"/>
                </a:solidFill>
              </a:rPr>
              <a:t>Upon successful completion of all tests, the stakeholders sign off on the acceptance of the application</a:t>
            </a:r>
            <a:endParaRPr lang="en-US" altLang="zh-CN" sz="1050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723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C58-6D1E-3ED3-84E1-4F042B4E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047" y="461324"/>
            <a:ext cx="4361688" cy="468613"/>
          </a:xfrm>
        </p:spPr>
        <p:txBody>
          <a:bodyPr/>
          <a:lstStyle/>
          <a:p>
            <a:r>
              <a:rPr lang="en-US" sz="3200" dirty="0">
                <a:solidFill>
                  <a:srgbClr val="030553"/>
                </a:solidFill>
              </a:rPr>
              <a:t>Test Cases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C734EF4-DBFD-4193-A73B-D34A74598BA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9746" y="1028700"/>
            <a:ext cx="4362450" cy="2630962"/>
          </a:xfr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311FC1D4-AA8A-2E88-158B-E9E2197F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06836" y="1014219"/>
            <a:ext cx="4312064" cy="2630962"/>
          </a:xfrm>
          <a:prstGeom prst="rect">
            <a:avLst/>
          </a:prstGeom>
        </p:spPr>
      </p:pic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3DDCFF28-E7FD-61DC-032F-A72D602951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68313" y="3951520"/>
            <a:ext cx="4450587" cy="2906480"/>
          </a:xfrm>
          <a:prstGeom prst="rect">
            <a:avLst/>
          </a:prstGeom>
        </p:spPr>
      </p:pic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CEB9305A-7C3D-3041-8366-B804A1675B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9746" y="4092029"/>
            <a:ext cx="4570708" cy="270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56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53A30A-4B1D-5E9A-F615-38DD081D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4" y="2335500"/>
            <a:ext cx="6735597" cy="3793838"/>
          </a:xfrm>
        </p:spPr>
        <p:txBody>
          <a:bodyPr bIns="0"/>
          <a:lstStyle/>
          <a:p>
            <a:r>
              <a:rPr lang="en-US" altLang="zh-CN" sz="6600" dirty="0">
                <a:solidFill>
                  <a:srgbClr val="002060"/>
                </a:solidFill>
              </a:rPr>
              <a:t>Conclusion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br>
              <a:rPr lang="en-US" altLang="zh-CN" dirty="0">
                <a:solidFill>
                  <a:srgbClr val="002060"/>
                </a:solidFill>
              </a:rPr>
            </a:b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9C32DD0-BD2F-6524-4667-DB5E224F94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676" t="-1313" r="45954" b="1313"/>
          <a:stretch/>
        </p:blipFill>
        <p:spPr>
          <a:xfrm>
            <a:off x="6316788" y="1256403"/>
            <a:ext cx="3433914" cy="4541837"/>
          </a:xfrm>
        </p:spPr>
      </p:pic>
    </p:spTree>
    <p:extLst>
      <p:ext uri="{BB962C8B-B14F-4D97-AF65-F5344CB8AC3E}">
        <p14:creationId xmlns:p14="http://schemas.microsoft.com/office/powerpoint/2010/main" val="129312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F166-70CC-C2F7-9854-12BB6D109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15" y="1597866"/>
            <a:ext cx="9758710" cy="3570255"/>
          </a:xfrm>
        </p:spPr>
        <p:txBody>
          <a:bodyPr/>
          <a:lstStyle/>
          <a:p>
            <a:r>
              <a:rPr lang="en-US" altLang="zh-CN" sz="8800" dirty="0">
                <a:solidFill>
                  <a:srgbClr val="030553"/>
                </a:solidFill>
              </a:rPr>
              <a:t>Thank You</a:t>
            </a:r>
            <a:endParaRPr lang="zh-CN" altLang="en-US" sz="8800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925577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Custom Design">
  <a:themeElements>
    <a:clrScheme name="Product-Summary">
      <a:dk1>
        <a:srgbClr val="000000"/>
      </a:dk1>
      <a:lt1>
        <a:srgbClr val="FFFFFF"/>
      </a:lt1>
      <a:dk2>
        <a:srgbClr val="C16548"/>
      </a:dk2>
      <a:lt2>
        <a:srgbClr val="E7E6E6"/>
      </a:lt2>
      <a:accent1>
        <a:srgbClr val="C16548"/>
      </a:accent1>
      <a:accent2>
        <a:srgbClr val="E1C9C1"/>
      </a:accent2>
      <a:accent3>
        <a:srgbClr val="EFE9E7"/>
      </a:accent3>
      <a:accent4>
        <a:srgbClr val="7C8C5F"/>
      </a:accent4>
      <a:accent5>
        <a:srgbClr val="DAE7C3"/>
      </a:accent5>
      <a:accent6>
        <a:srgbClr val="ECF1E3"/>
      </a:accent6>
      <a:hlink>
        <a:srgbClr val="0563C1"/>
      </a:hlink>
      <a:folHlink>
        <a:srgbClr val="954F72"/>
      </a:folHlink>
    </a:clrScheme>
    <a:fontScheme name="Custom 1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lIns="0" tIns="0" rIns="0" bIns="0" rtlCol="0" anchor="t">
        <a:noAutofit/>
      </a:bodyPr>
      <a:lstStyle>
        <a:defPPr algn="l">
          <a:defRPr sz="75000" spc="500" dirty="0">
            <a:solidFill>
              <a:srgbClr val="C16548">
                <a:alpha val="5000"/>
              </a:srgbClr>
            </a:solidFill>
            <a:latin typeface="Felix Titling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">
  <a:themeElements>
    <a:clrScheme name="2.27方案3">
      <a:dk1>
        <a:sysClr val="windowText" lastClr="000000"/>
      </a:dk1>
      <a:lt1>
        <a:sysClr val="window" lastClr="FFFFFF"/>
      </a:lt1>
      <a:dk2>
        <a:srgbClr val="1453D4"/>
      </a:dk2>
      <a:lt2>
        <a:srgbClr val="DBEFF9"/>
      </a:lt2>
      <a:accent1>
        <a:srgbClr val="9BEAFF"/>
      </a:accent1>
      <a:accent2>
        <a:srgbClr val="70A7F3"/>
      </a:accent2>
      <a:accent3>
        <a:srgbClr val="32B7F3"/>
      </a:accent3>
      <a:accent4>
        <a:srgbClr val="071D28"/>
      </a:accent4>
      <a:accent5>
        <a:srgbClr val="598196"/>
      </a:accent5>
      <a:accent6>
        <a:srgbClr val="50BBC1"/>
      </a:accent6>
      <a:hlink>
        <a:srgbClr val="2995AD"/>
      </a:hlink>
      <a:folHlink>
        <a:srgbClr val="85DFD0"/>
      </a:folHlink>
    </a:clrScheme>
    <a:fontScheme name="Custom 2">
      <a:majorFont>
        <a:latin typeface="Arial"/>
        <a:ea typeface=""/>
        <a:cs typeface=""/>
      </a:majorFont>
      <a:minorFont>
        <a:latin typeface="Aptos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18412" b="-39640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2362</TotalTime>
  <Words>423</Words>
  <Application>Microsoft Office PowerPoint</Application>
  <PresentationFormat>Widescreen</PresentationFormat>
  <Paragraphs>126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36" baseType="lpstr">
      <vt:lpstr>Aptos</vt:lpstr>
      <vt:lpstr>Arial</vt:lpstr>
      <vt:lpstr>Arial Black</vt:lpstr>
      <vt:lpstr>Avenir Book</vt:lpstr>
      <vt:lpstr>Avenir Heavy</vt:lpstr>
      <vt:lpstr>Avenir Next LT Pro</vt:lpstr>
      <vt:lpstr>Calibri</vt:lpstr>
      <vt:lpstr>Calibri Light</vt:lpstr>
      <vt:lpstr>Felix Titling</vt:lpstr>
      <vt:lpstr>Inter</vt:lpstr>
      <vt:lpstr>Segoe UI</vt:lpstr>
      <vt:lpstr>Segoe UI Black</vt:lpstr>
      <vt:lpstr>Office Theme</vt:lpstr>
      <vt:lpstr>Custom Design</vt:lpstr>
      <vt:lpstr>Custom</vt:lpstr>
      <vt:lpstr>1_Custom</vt:lpstr>
      <vt:lpstr>1_Office Theme</vt:lpstr>
      <vt:lpstr>Requirement Analysis Report </vt:lpstr>
      <vt:lpstr>Agenda</vt:lpstr>
      <vt:lpstr>Introduction</vt:lpstr>
      <vt:lpstr>Objective objective​ objective Methodology methodology methodology methodology</vt:lpstr>
      <vt:lpstr>PowerPoint Presentation</vt:lpstr>
      <vt:lpstr>Requirements Requirements Requirements Classification Classification Classification Classification</vt:lpstr>
      <vt:lpstr>Functional Requirements</vt:lpstr>
      <vt:lpstr>Non-Functional Requirements</vt:lpstr>
      <vt:lpstr>System Requirements</vt:lpstr>
      <vt:lpstr>User Requirements</vt:lpstr>
      <vt:lpstr>Prioritized Requirements</vt:lpstr>
      <vt:lpstr>Human resources slide 4</vt:lpstr>
      <vt:lpstr>Proposed Technology Stack</vt:lpstr>
      <vt:lpstr>Business Plan</vt:lpstr>
      <vt:lpstr>Acceptance Test Plan</vt:lpstr>
      <vt:lpstr>Test Team Approach</vt:lpstr>
      <vt:lpstr>Test Cases</vt:lpstr>
      <vt:lpstr>Conclusion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Analysis Report </dc:title>
  <dc:creator>User</dc:creator>
  <cp:lastModifiedBy>Tidding Ramsey</cp:lastModifiedBy>
  <cp:revision>67</cp:revision>
  <dcterms:created xsi:type="dcterms:W3CDTF">2022-01-19T22:30:16Z</dcterms:created>
  <dcterms:modified xsi:type="dcterms:W3CDTF">2025-06-04T02:00:29Z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