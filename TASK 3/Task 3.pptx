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3.xml" ContentType="application/vnd.openxmlformats-officedocument.theme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theme/theme4.xml" ContentType="application/vnd.openxmlformats-officedocument.theme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5" r:id="rId5"/>
    <p:sldMasterId id="2147483680" r:id="rId6"/>
    <p:sldMasterId id="2147483743" r:id="rId7"/>
    <p:sldMasterId id="2147483805" r:id="rId8"/>
  </p:sldMasterIdLst>
  <p:notesMasterIdLst>
    <p:notesMasterId r:id="rId28"/>
  </p:notesMasterIdLst>
  <p:handoutMasterIdLst>
    <p:handoutMasterId r:id="rId29"/>
  </p:handoutMasterIdLst>
  <p:sldIdLst>
    <p:sldId id="362" r:id="rId9"/>
    <p:sldId id="389" r:id="rId10"/>
    <p:sldId id="405" r:id="rId11"/>
    <p:sldId id="377" r:id="rId12"/>
    <p:sldId id="388" r:id="rId13"/>
    <p:sldId id="395" r:id="rId14"/>
    <p:sldId id="385" r:id="rId15"/>
    <p:sldId id="382" r:id="rId16"/>
    <p:sldId id="402" r:id="rId17"/>
    <p:sldId id="404" r:id="rId18"/>
    <p:sldId id="397" r:id="rId19"/>
    <p:sldId id="401" r:id="rId20"/>
    <p:sldId id="309" r:id="rId21"/>
    <p:sldId id="279" r:id="rId22"/>
    <p:sldId id="406" r:id="rId23"/>
    <p:sldId id="366" r:id="rId24"/>
    <p:sldId id="400" r:id="rId25"/>
    <p:sldId id="310" r:id="rId26"/>
    <p:sldId id="34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4" userDrawn="1">
          <p15:clr>
            <a:srgbClr val="A4A3A4"/>
          </p15:clr>
        </p15:guide>
        <p15:guide id="2" pos="3768" userDrawn="1">
          <p15:clr>
            <a:srgbClr val="000000"/>
          </p15:clr>
        </p15:guide>
        <p15:guide id="3" pos="456" userDrawn="1">
          <p15:clr>
            <a:srgbClr val="A4A3A4"/>
          </p15:clr>
        </p15:guide>
        <p15:guide id="4" pos="72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0553"/>
    <a:srgbClr val="7BEBD8"/>
    <a:srgbClr val="6C92E1"/>
    <a:srgbClr val="8335E5"/>
    <a:srgbClr val="6B8DE1"/>
    <a:srgbClr val="6313DC"/>
    <a:srgbClr val="1E3ADA"/>
    <a:srgbClr val="7D4BC9"/>
    <a:srgbClr val="16286E"/>
    <a:srgbClr val="6524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54" autoAdjust="0"/>
    <p:restoredTop sz="94652" autoAdjust="0"/>
  </p:normalViewPr>
  <p:slideViewPr>
    <p:cSldViewPr snapToGrid="0" showGuides="1">
      <p:cViewPr varScale="1">
        <p:scale>
          <a:sx n="63" d="100"/>
          <a:sy n="63" d="100"/>
        </p:scale>
        <p:origin x="72" y="96"/>
      </p:cViewPr>
      <p:guideLst>
        <p:guide orient="horz" pos="2064"/>
        <p:guide pos="3768"/>
        <p:guide pos="456"/>
        <p:guide pos="72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60" d="100"/>
          <a:sy n="60" d="100"/>
        </p:scale>
        <p:origin x="3187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AF506F9-91AB-457B-A321-BA32DFC452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71BC67-B9B6-41AE-BB4E-51234F20984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C063D-436A-410C-A490-190D73BB5D3E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E2BB79-F5ED-4C7F-A869-D9A323F2CA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0207CB-184F-4400-BBE4-E0B71DE0626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28996C-DF1E-45F4-80FD-86472FDB10B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6848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B8BDD7-4F37-46AB-9A13-BF4D77EDD71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F8F48A-6110-47DA-8521-A1D1FFD22FE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915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F8F48A-6110-47DA-8521-A1D1FFD22FE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98676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DF8F48A-6110-47DA-8521-A1D1FFD22FE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47285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0BBB5-FEB0-47AD-A01D-A9D346203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07C41-C17D-4E84-B9CC-CA142B94C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5F25D-6082-47DE-9B2C-675944DD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4B0FF-3B25-4E5C-A0A7-4E1636362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77007-1A01-499B-ACAD-C9F9C20B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962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ADCE2-978E-4923-B0E9-4C966B679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B0BD6-F012-4C6D-BDAD-9E90ED25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2F9E5-192C-4E88-9147-D263893B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A7138-3EAF-4C9D-903E-55D9BC04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B0B82-496D-45C3-A682-7AF9AFFB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126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3DAD0-5F6F-47DA-A010-1C4A30C8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EFA6E-A768-42A8-B2C3-F100D8260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46640-E89E-47CE-984D-0C0ECF7CF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77A8F-F167-4C43-AEE7-45067080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DA754-ED79-4909-833D-55BF9A5D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087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AA026-BFE6-4D2A-9ABF-C593B566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747E8-A36B-4B4A-B2A4-B5283152AB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C6B59D-87BD-4F32-B9BC-31F9B1A5D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C49B47-0C41-4DCC-9902-126916D9C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D28B7-2F2D-4E80-A107-C1F266C6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5D650A-4D0F-46AE-A132-267FCD92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9876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4C6F9-F6F6-4EA1-98AA-81B84F7CC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8B83E-B37C-46C9-8284-D6EBA0033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A150B8-0288-44AC-9CE7-E7BD9FB32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F5DCAE-6027-49B9-A818-F45FADE27B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FAE16-DBCB-4A42-BFFC-053F2D529A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8C038-E6A1-499D-9E24-FA598042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F911B6-A759-487E-8CB6-CF9EF737F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906EC0-369D-4138-8D70-148CFDEE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4554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02F8A-97AC-456C-B9E3-45A7D520C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40F483-F2B9-47A3-9B5C-8C264B70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849874-9D9B-4597-B20D-33D6F58BC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35894C-9062-435A-9758-82ED9C6D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7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A3F6AD-4D61-4238-AB7D-613625BFF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CDC9-944D-47C6-B286-82C86AD94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AAC43-3846-4080-B764-AB2DB308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370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F4779-0336-4AFA-B9A7-259EE8BE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2F449-DDC3-4694-81E5-91A4B8F43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0A2C4-3B2E-46AC-9605-73F5B2CC1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909769-F5A5-4635-BD0C-D6049DEB9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52DC3-D3D7-446F-A866-D7820B7BF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CDB00-5218-4567-902B-845073BE8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12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661E4-9FF7-494B-A1C9-C9A1DD705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45657-DA21-4769-84F8-88DC644508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67B310-6692-4981-9CB8-FE79A091F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A2C9E-A9AD-4BB9-A691-90BB84F58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3D45D-C826-4846-BBFC-A0D98B7E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16961-40DC-443E-9DB8-3A987DF4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1333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81C24-32F4-4208-B651-CDCBFCD03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B74779-B577-461F-A409-71F6A5A11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044BD-4FA0-432C-95D7-517D2DE8C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7F283-FE61-4C9A-9E39-74D429C5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9B807-6FE9-4E47-846B-BCB39B7A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985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2594DD-FFD4-4AA9-BCDA-0BA87C1463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C2B6E-24EB-42CE-8B4D-3178D08C7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92C56-63F3-4246-AAEE-2FBC89E8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0319-C816-40EC-B1D0-FD9748E4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4E9AB-6952-407A-9F06-2EB91717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371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6222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159547C-AB38-C793-550F-7C7D6CEE22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78224" y="-1"/>
            <a:ext cx="11035552" cy="6858001"/>
          </a:xfrm>
          <a:noFill/>
        </p:spPr>
        <p:txBody>
          <a:bodyPr lIns="0" tIns="0" rIns="0" bIns="0" anchor="ctr">
            <a:noAutofit/>
          </a:bodyPr>
          <a:lstStyle>
            <a:lvl1pPr algn="l">
              <a:defRPr sz="8000" kern="1200" spc="1000" baseline="0">
                <a:ln>
                  <a:noFill/>
                </a:ln>
                <a:solidFill>
                  <a:srgbClr val="CB6E50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  <p:sp>
        <p:nvSpPr>
          <p:cNvPr id="8" name="Picture Placeholder 26">
            <a:extLst>
              <a:ext uri="{FF2B5EF4-FFF2-40B4-BE49-F238E27FC236}">
                <a16:creationId xmlns:a16="http://schemas.microsoft.com/office/drawing/2014/main" id="{C0B4C216-E27C-7A50-CF5C-D340913FF5A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28308" y="604554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tx2">
              <a:lumMod val="75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C4CF15-8EEB-3E61-A35B-A44FACDCD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8308" y="5901989"/>
            <a:ext cx="4085468" cy="468087"/>
          </a:xfr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800" b="0" i="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972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1399032"/>
            <a:ext cx="5486400" cy="676656"/>
          </a:xfrm>
        </p:spPr>
        <p:txBody>
          <a:bodyPr lIns="0" tIns="0" rIns="0" bIns="0" anchor="ctr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428232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25014DBD-FC37-6FBB-AEBA-C826652821F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28232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F62835A7-C3E7-285E-CDF2-A44B022CFA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326880" y="1481328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326880" y="3941064"/>
            <a:ext cx="2227344" cy="677817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AAD5CDF0-03F4-067C-A930-F9EEE3F0E32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8232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1EA0E8C0-9652-ED9C-4CD9-6B72392D6DF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428232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50155057-5F64-A44D-EBB6-913EC89187C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26880" y="215798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095532FA-0A0C-CF19-D640-F92609A7822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880" y="4626864"/>
            <a:ext cx="2227344" cy="164592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0926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6A67D644-32E7-08DE-4A04-59BC59DA67E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923536" y="697867"/>
            <a:ext cx="4344928" cy="5462266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0"/>
            <a:ext cx="10515600" cy="1736204"/>
          </a:xfrm>
        </p:spPr>
        <p:txBody>
          <a:bodyPr anchor="ctr">
            <a:noAutofit/>
          </a:bodyPr>
          <a:lstStyle>
            <a:lvl1pPr algn="ctr">
              <a:defRPr sz="80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1A91CD-FAA1-12A5-36FC-FB6877A5CFC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7235" y="5501848"/>
            <a:ext cx="10515600" cy="1356152"/>
          </a:xfrm>
        </p:spPr>
        <p:txBody>
          <a:bodyPr anchor="ctr">
            <a:noAutofit/>
          </a:bodyPr>
          <a:lstStyle>
            <a:lvl1pPr marL="0" indent="0" algn="ctr">
              <a:buNone/>
              <a:defRPr sz="8000" b="0" spc="500" baseline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4705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610349A9-96E5-48EF-811D-326560B8C1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5962964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EB251253-703B-546E-AB34-52E0AE4AA63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90571" y="3000733"/>
            <a:ext cx="5763227" cy="2996309"/>
          </a:xfrm>
        </p:spPr>
        <p:txBody>
          <a:bodyPr lIns="0" tIns="0" rIns="0" bIns="0">
            <a:noAutofit/>
          </a:bodyPr>
          <a:lstStyle>
            <a:lvl1pPr marL="285750" indent="-285750">
              <a:buFont typeface="Arial" panose="020B0604020202020204" pitchFamily="34" charset="0"/>
              <a:buChar char="•"/>
              <a:defRPr sz="1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2509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192137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</a:defRPr>
            </a:lvl1pPr>
          </a:lstStyle>
          <a:p>
            <a:r>
              <a:rPr lang="en-US" dirty="0"/>
              <a:t>Click to edit Master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08E835A2-9A63-E732-F9E2-A4F4914B176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6455" y="1834688"/>
            <a:ext cx="5310927" cy="723085"/>
          </a:xfrm>
          <a:solidFill>
            <a:schemeClr val="accent4"/>
          </a:solidFill>
          <a:ln>
            <a:solidFill>
              <a:schemeClr val="accent4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7CA4D69F-DA63-104E-3FB3-1F2D82C3B59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44466" y="1834688"/>
            <a:ext cx="5310927" cy="723085"/>
          </a:xfr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 b="0" i="0" spc="5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6455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:a16="http://schemas.microsoft.com/office/drawing/2014/main" id="{CAC50623-C141-FF48-2679-AD0F48D51D1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05526" y="2557773"/>
            <a:ext cx="1772935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:a16="http://schemas.microsoft.com/office/drawing/2014/main" id="{FAAA39D6-45B2-A7D3-5DC3-C2459FFFC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78310" y="2557773"/>
            <a:ext cx="1769072" cy="425705"/>
          </a:xfr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08456420-6A32-6316-DB13-BD852A1B7EC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244466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4006011E-82D1-0E59-8663-132BB94A82A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013537" y="2557773"/>
            <a:ext cx="1772935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9" name="Text Placeholder 15">
            <a:extLst>
              <a:ext uri="{FF2B5EF4-FFF2-40B4-BE49-F238E27FC236}">
                <a16:creationId xmlns:a16="http://schemas.microsoft.com/office/drawing/2014/main" id="{979E2337-5EFF-E5EE-D81F-00E835015F4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786321" y="2557773"/>
            <a:ext cx="1769072" cy="425705"/>
          </a:xfrm>
          <a:solidFill>
            <a:schemeClr val="accent2"/>
          </a:solidFill>
          <a:ln>
            <a:solidFill>
              <a:schemeClr val="accent1"/>
            </a:solidFill>
          </a:ln>
        </p:spPr>
        <p:txBody>
          <a:bodyPr lIns="91440" tIns="91440" rIns="91440" bIns="91440" anchor="ctr">
            <a:noAutofit/>
          </a:bodyPr>
          <a:lstStyle>
            <a:lvl1pPr marL="0" indent="0" algn="ctr">
              <a:buNone/>
              <a:defRPr sz="1600" b="0" i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Master text</a:t>
            </a:r>
          </a:p>
        </p:txBody>
      </p:sp>
      <p:sp>
        <p:nvSpPr>
          <p:cNvPr id="20" name="Text Placeholder 18">
            <a:extLst>
              <a:ext uri="{FF2B5EF4-FFF2-40B4-BE49-F238E27FC236}">
                <a16:creationId xmlns:a16="http://schemas.microsoft.com/office/drawing/2014/main" id="{BAB66CF5-0D1B-FF68-BB2E-8A5D28F0BC56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6455" y="2983478"/>
            <a:ext cx="1769071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52E7EFCE-36D7-CF86-2FEF-E3734FE9950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2405295" y="2983478"/>
            <a:ext cx="1772935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6E1DCC08-6799-A1AC-28C2-A872BAF1E55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4178463" y="2983478"/>
            <a:ext cx="1768919" cy="2707233"/>
          </a:xfrm>
          <a:ln>
            <a:solidFill>
              <a:schemeClr val="accent4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4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18">
            <a:extLst>
              <a:ext uri="{FF2B5EF4-FFF2-40B4-BE49-F238E27FC236}">
                <a16:creationId xmlns:a16="http://schemas.microsoft.com/office/drawing/2014/main" id="{CE1BF705-AAB1-D537-2C0D-A795D1D4D176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6244466" y="2983478"/>
            <a:ext cx="1769071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1" name="Text Placeholder 18">
            <a:extLst>
              <a:ext uri="{FF2B5EF4-FFF2-40B4-BE49-F238E27FC236}">
                <a16:creationId xmlns:a16="http://schemas.microsoft.com/office/drawing/2014/main" id="{5F504EFC-46D9-97D5-DA53-4D8EB52D134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013306" y="2983478"/>
            <a:ext cx="1772935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C1231552-C2DF-2460-9DCB-33B1379D750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9786474" y="2983478"/>
            <a:ext cx="1768919" cy="2707233"/>
          </a:xfrm>
          <a:ln>
            <a:solidFill>
              <a:schemeClr val="accent1"/>
            </a:solidFill>
          </a:ln>
        </p:spPr>
        <p:txBody>
          <a:bodyPr lIns="182880" tIns="182880" rIns="182880" bIns="18288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1966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87B17915-F2EE-16C0-9704-09115209610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064" y="1655064"/>
            <a:ext cx="11164824" cy="4599432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262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A29FDC8-4969-6E0E-767C-B89B08D3D23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2336" y="2195513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7" name="Text Placeholder 18">
            <a:extLst>
              <a:ext uri="{FF2B5EF4-FFF2-40B4-BE49-F238E27FC236}">
                <a16:creationId xmlns:a16="http://schemas.microsoft.com/office/drawing/2014/main" id="{894B01F3-B2C5-4835-6EF9-A40EB060128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389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49CE4F9C-B2A8-323E-0B57-0B8FD348FA1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820511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E9B260B4-D1BC-635B-D388-0E1A9CF2C18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30848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6470C7D3-57C4-0583-E642-C6AB3565F6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732902" y="2196231"/>
            <a:ext cx="1743075" cy="3884612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30000" b="0" spc="50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914400" lvl="0" indent="-1143000">
              <a:spcBef>
                <a:spcPct val="0"/>
              </a:spcBef>
            </a:pPr>
            <a:r>
              <a:rPr lang="en-US" dirty="0"/>
              <a:t>0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id="{6978037E-3163-1C71-E997-16A7D05981D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810474" y="2703910"/>
            <a:ext cx="1743062" cy="2503346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56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575FF4D9-84C9-19DB-9830-B3FFCD6F52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-621792"/>
            <a:ext cx="12192000" cy="7825231"/>
          </a:xfrm>
        </p:spPr>
        <p:txBody>
          <a:bodyPr lIns="0" tIns="0" rIns="0" bIns="0">
            <a:noAutofit/>
          </a:bodyPr>
          <a:lstStyle>
            <a:lvl1pPr marL="0" indent="0" algn="ctr">
              <a:spcBef>
                <a:spcPts val="0"/>
              </a:spcBef>
              <a:buNone/>
              <a:defRPr sz="85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 title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8CB881-B4B6-F9E5-06B7-B87D6D5300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31067" y="-2"/>
            <a:ext cx="5329866" cy="6858002"/>
          </a:xfrm>
          <a:custGeom>
            <a:avLst/>
            <a:gdLst>
              <a:gd name="connsiteX0" fmla="*/ 1468671 w 5329866"/>
              <a:gd name="connsiteY0" fmla="*/ 0 h 6858002"/>
              <a:gd name="connsiteX1" fmla="*/ 3861196 w 5329866"/>
              <a:gd name="connsiteY1" fmla="*/ 0 h 6858002"/>
              <a:gd name="connsiteX2" fmla="*/ 3935199 w 5329866"/>
              <a:gd name="connsiteY2" fmla="*/ 35649 h 6858002"/>
              <a:gd name="connsiteX3" fmla="*/ 5329866 w 5329866"/>
              <a:gd name="connsiteY3" fmla="*/ 2378940 h 6858002"/>
              <a:gd name="connsiteX4" fmla="*/ 5326197 w 5329866"/>
              <a:gd name="connsiteY4" fmla="*/ 2451598 h 6858002"/>
              <a:gd name="connsiteX5" fmla="*/ 5329866 w 5329866"/>
              <a:gd name="connsiteY5" fmla="*/ 2451598 h 6858002"/>
              <a:gd name="connsiteX6" fmla="*/ 5329866 w 5329866"/>
              <a:gd name="connsiteY6" fmla="*/ 4479063 h 6858002"/>
              <a:gd name="connsiteX7" fmla="*/ 5329866 w 5329866"/>
              <a:gd name="connsiteY7" fmla="*/ 4613615 h 6858002"/>
              <a:gd name="connsiteX8" fmla="*/ 5323072 w 5329866"/>
              <a:gd name="connsiteY8" fmla="*/ 4613615 h 6858002"/>
              <a:gd name="connsiteX9" fmla="*/ 5316108 w 5329866"/>
              <a:gd name="connsiteY9" fmla="*/ 4751537 h 6858002"/>
              <a:gd name="connsiteX10" fmla="*/ 4074162 w 5329866"/>
              <a:gd name="connsiteY10" fmla="*/ 6741332 h 6858002"/>
              <a:gd name="connsiteX11" fmla="*/ 3866899 w 5329866"/>
              <a:gd name="connsiteY11" fmla="*/ 6858002 h 6858002"/>
              <a:gd name="connsiteX12" fmla="*/ 1462968 w 5329866"/>
              <a:gd name="connsiteY12" fmla="*/ 6858002 h 6858002"/>
              <a:gd name="connsiteX13" fmla="*/ 1255705 w 5329866"/>
              <a:gd name="connsiteY13" fmla="*/ 6741332 h 6858002"/>
              <a:gd name="connsiteX14" fmla="*/ 13759 w 5329866"/>
              <a:gd name="connsiteY14" fmla="*/ 4751537 h 6858002"/>
              <a:gd name="connsiteX15" fmla="*/ 6794 w 5329866"/>
              <a:gd name="connsiteY15" fmla="*/ 4613615 h 6858002"/>
              <a:gd name="connsiteX16" fmla="*/ 2 w 5329866"/>
              <a:gd name="connsiteY16" fmla="*/ 4613615 h 6858002"/>
              <a:gd name="connsiteX17" fmla="*/ 2 w 5329866"/>
              <a:gd name="connsiteY17" fmla="*/ 4479105 h 6858002"/>
              <a:gd name="connsiteX18" fmla="*/ 0 w 5329866"/>
              <a:gd name="connsiteY18" fmla="*/ 4479063 h 6858002"/>
              <a:gd name="connsiteX19" fmla="*/ 2 w 5329866"/>
              <a:gd name="connsiteY19" fmla="*/ 4479021 h 6858002"/>
              <a:gd name="connsiteX20" fmla="*/ 2 w 5329866"/>
              <a:gd name="connsiteY20" fmla="*/ 2451598 h 6858002"/>
              <a:gd name="connsiteX21" fmla="*/ 3670 w 5329866"/>
              <a:gd name="connsiteY21" fmla="*/ 2451598 h 6858002"/>
              <a:gd name="connsiteX22" fmla="*/ 0 w 5329866"/>
              <a:gd name="connsiteY22" fmla="*/ 2378940 h 6858002"/>
              <a:gd name="connsiteX23" fmla="*/ 1394668 w 5329866"/>
              <a:gd name="connsiteY23" fmla="*/ 35649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8002">
                <a:moveTo>
                  <a:pt x="1468671" y="0"/>
                </a:moveTo>
                <a:lnTo>
                  <a:pt x="3861196" y="0"/>
                </a:lnTo>
                <a:lnTo>
                  <a:pt x="3935199" y="35649"/>
                </a:lnTo>
                <a:cubicBezTo>
                  <a:pt x="4765925" y="486927"/>
                  <a:pt x="5329866" y="1367076"/>
                  <a:pt x="5329866" y="2378940"/>
                </a:cubicBezTo>
                <a:lnTo>
                  <a:pt x="5326197" y="2451598"/>
                </a:lnTo>
                <a:lnTo>
                  <a:pt x="5329866" y="2451598"/>
                </a:lnTo>
                <a:lnTo>
                  <a:pt x="5329866" y="4479063"/>
                </a:lnTo>
                <a:lnTo>
                  <a:pt x="5329866" y="4613615"/>
                </a:lnTo>
                <a:lnTo>
                  <a:pt x="5323072" y="4613615"/>
                </a:lnTo>
                <a:lnTo>
                  <a:pt x="5316108" y="4751537"/>
                </a:lnTo>
                <a:cubicBezTo>
                  <a:pt x="5230813" y="5591419"/>
                  <a:pt x="4755512" y="6316003"/>
                  <a:pt x="4074162" y="6741332"/>
                </a:cubicBezTo>
                <a:lnTo>
                  <a:pt x="3866899" y="6858002"/>
                </a:lnTo>
                <a:lnTo>
                  <a:pt x="1462968" y="6858002"/>
                </a:lnTo>
                <a:lnTo>
                  <a:pt x="1255705" y="6741332"/>
                </a:lnTo>
                <a:cubicBezTo>
                  <a:pt x="574355" y="6316003"/>
                  <a:pt x="99054" y="5591419"/>
                  <a:pt x="13759" y="4751537"/>
                </a:cubicBezTo>
                <a:lnTo>
                  <a:pt x="6794" y="4613615"/>
                </a:lnTo>
                <a:lnTo>
                  <a:pt x="2" y="4613615"/>
                </a:lnTo>
                <a:lnTo>
                  <a:pt x="2" y="4479105"/>
                </a:lnTo>
                <a:lnTo>
                  <a:pt x="0" y="4479063"/>
                </a:lnTo>
                <a:lnTo>
                  <a:pt x="2" y="4479021"/>
                </a:lnTo>
                <a:lnTo>
                  <a:pt x="2" y="2451598"/>
                </a:lnTo>
                <a:lnTo>
                  <a:pt x="3670" y="2451598"/>
                </a:lnTo>
                <a:lnTo>
                  <a:pt x="0" y="2378940"/>
                </a:lnTo>
                <a:cubicBezTo>
                  <a:pt x="0" y="1367076"/>
                  <a:pt x="563941" y="486927"/>
                  <a:pt x="1394668" y="35649"/>
                </a:cubicBezTo>
                <a:close/>
              </a:path>
            </a:pathLst>
          </a:custGeom>
          <a:solidFill>
            <a:schemeClr val="accent4">
              <a:lumMod val="60000"/>
              <a:lumOff val="4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B731088F-47E0-33BA-856D-6E68D4A69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4054639"/>
            <a:ext cx="12192000" cy="996696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en-US" sz="8500" b="0" i="0" spc="1000" dirty="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 algn="ctr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10907474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0572" y="1188358"/>
            <a:ext cx="6099858" cy="1335273"/>
          </a:xfrm>
        </p:spPr>
        <p:txBody>
          <a:bodyPr lIns="0" tIns="0" rIns="0" bIns="0" anchor="t">
            <a:noAutofit/>
          </a:bodyPr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Master title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7897E40-8096-E77D-E61A-A0AAC64EA41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38481" y="581371"/>
            <a:ext cx="3884344" cy="5415673"/>
          </a:xfrm>
          <a:custGeom>
            <a:avLst/>
            <a:gdLst>
              <a:gd name="connsiteX0" fmla="*/ 1942453 w 3884344"/>
              <a:gd name="connsiteY0" fmla="*/ 0 h 5415673"/>
              <a:gd name="connsiteX1" fmla="*/ 3874878 w 3884344"/>
              <a:gd name="connsiteY1" fmla="*/ 1743849 h 5415673"/>
              <a:gd name="connsiteX2" fmla="*/ 3884344 w 3884344"/>
              <a:gd name="connsiteY2" fmla="*/ 1931324 h 5415673"/>
              <a:gd name="connsiteX3" fmla="*/ 3884344 w 3884344"/>
              <a:gd name="connsiteY3" fmla="*/ 1953581 h 5415673"/>
              <a:gd name="connsiteX4" fmla="*/ 3882232 w 3884344"/>
              <a:gd name="connsiteY4" fmla="*/ 1995413 h 5415673"/>
              <a:gd name="connsiteX5" fmla="*/ 3884344 w 3884344"/>
              <a:gd name="connsiteY5" fmla="*/ 1995413 h 5415673"/>
              <a:gd name="connsiteX6" fmla="*/ 3884344 w 3884344"/>
              <a:gd name="connsiteY6" fmla="*/ 3571294 h 5415673"/>
              <a:gd name="connsiteX7" fmla="*/ 3879954 w 3884344"/>
              <a:gd name="connsiteY7" fmla="*/ 3571294 h 5415673"/>
              <a:gd name="connsiteX8" fmla="*/ 3874878 w 3884344"/>
              <a:gd name="connsiteY8" fmla="*/ 3671825 h 5415673"/>
              <a:gd name="connsiteX9" fmla="*/ 1942453 w 3884344"/>
              <a:gd name="connsiteY9" fmla="*/ 5415673 h 5415673"/>
              <a:gd name="connsiteX10" fmla="*/ 10029 w 3884344"/>
              <a:gd name="connsiteY10" fmla="*/ 3671825 h 5415673"/>
              <a:gd name="connsiteX11" fmla="*/ 4952 w 3884344"/>
              <a:gd name="connsiteY11" fmla="*/ 3571294 h 5415673"/>
              <a:gd name="connsiteX12" fmla="*/ 2 w 3884344"/>
              <a:gd name="connsiteY12" fmla="*/ 3571294 h 5415673"/>
              <a:gd name="connsiteX13" fmla="*/ 2 w 3884344"/>
              <a:gd name="connsiteY13" fmla="*/ 3473251 h 5415673"/>
              <a:gd name="connsiteX14" fmla="*/ 0 w 3884344"/>
              <a:gd name="connsiteY14" fmla="*/ 3473220 h 5415673"/>
              <a:gd name="connsiteX15" fmla="*/ 2 w 3884344"/>
              <a:gd name="connsiteY15" fmla="*/ 3473189 h 5415673"/>
              <a:gd name="connsiteX16" fmla="*/ 2 w 3884344"/>
              <a:gd name="connsiteY16" fmla="*/ 1995413 h 5415673"/>
              <a:gd name="connsiteX17" fmla="*/ 2675 w 3884344"/>
              <a:gd name="connsiteY17" fmla="*/ 1995413 h 5415673"/>
              <a:gd name="connsiteX18" fmla="*/ 0 w 3884344"/>
              <a:gd name="connsiteY18" fmla="*/ 1942453 h 5415673"/>
              <a:gd name="connsiteX19" fmla="*/ 1942453 w 3884344"/>
              <a:gd name="connsiteY19" fmla="*/ 0 h 5415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3884344" h="5415673">
                <a:moveTo>
                  <a:pt x="1942453" y="0"/>
                </a:moveTo>
                <a:cubicBezTo>
                  <a:pt x="2948191" y="0"/>
                  <a:pt x="3775405" y="764355"/>
                  <a:pt x="3874878" y="1743849"/>
                </a:cubicBezTo>
                <a:lnTo>
                  <a:pt x="3884344" y="1931324"/>
                </a:lnTo>
                <a:lnTo>
                  <a:pt x="3884344" y="1953581"/>
                </a:lnTo>
                <a:lnTo>
                  <a:pt x="3882232" y="1995413"/>
                </a:lnTo>
                <a:lnTo>
                  <a:pt x="3884344" y="1995413"/>
                </a:lnTo>
                <a:lnTo>
                  <a:pt x="3884344" y="3571294"/>
                </a:lnTo>
                <a:lnTo>
                  <a:pt x="3879954" y="3571294"/>
                </a:lnTo>
                <a:lnTo>
                  <a:pt x="3874878" y="3671825"/>
                </a:lnTo>
                <a:cubicBezTo>
                  <a:pt x="3775404" y="4651319"/>
                  <a:pt x="2948192" y="5415673"/>
                  <a:pt x="1942453" y="5415673"/>
                </a:cubicBezTo>
                <a:cubicBezTo>
                  <a:pt x="936714" y="5415673"/>
                  <a:pt x="109502" y="4651319"/>
                  <a:pt x="10029" y="3671825"/>
                </a:cubicBezTo>
                <a:lnTo>
                  <a:pt x="4952" y="3571294"/>
                </a:lnTo>
                <a:lnTo>
                  <a:pt x="2" y="3571294"/>
                </a:lnTo>
                <a:lnTo>
                  <a:pt x="2" y="3473251"/>
                </a:lnTo>
                <a:lnTo>
                  <a:pt x="0" y="3473220"/>
                </a:lnTo>
                <a:lnTo>
                  <a:pt x="2" y="3473189"/>
                </a:lnTo>
                <a:lnTo>
                  <a:pt x="2" y="1995413"/>
                </a:lnTo>
                <a:lnTo>
                  <a:pt x="2675" y="1995413"/>
                </a:lnTo>
                <a:lnTo>
                  <a:pt x="0" y="1942453"/>
                </a:lnTo>
                <a:cubicBezTo>
                  <a:pt x="0" y="869666"/>
                  <a:pt x="869666" y="0"/>
                  <a:pt x="1942453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b="0"/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6414DEE6-A86D-4699-E6EF-CE6745F5D44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590571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C68EE5CA-4729-4FEA-F1BC-F976BEEBC48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73609" y="3000733"/>
            <a:ext cx="2916821" cy="42826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CA3BC7A6-D12C-160A-CB5C-E5560525089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590571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2DF7BAB-7F6A-3D7B-F8A9-D7C4BD1D3B6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73609" y="3530279"/>
            <a:ext cx="2916821" cy="2466764"/>
          </a:xfrm>
        </p:spPr>
        <p:txBody>
          <a:bodyPr lIns="0" tIns="0" rIns="0" bIns="0">
            <a:noAutofit/>
          </a:bodyPr>
          <a:lstStyle>
            <a:lvl1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292453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36C06-E9E1-16BE-139D-B69DCBBD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 algn="ctr"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916A793-0543-8519-4E06-4D8E6A4E8CE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9100" y="1837944"/>
            <a:ext cx="11353800" cy="3019086"/>
          </a:xfrm>
        </p:spPr>
        <p:txBody>
          <a:bodyPr>
            <a:noAutofit/>
          </a:bodyPr>
          <a:lstStyle>
            <a:lvl1pPr>
              <a:defRPr sz="3200"/>
            </a:lvl1pPr>
            <a:lvl2pPr marL="457200" indent="0" algn="l">
              <a:buNone/>
              <a:defRPr sz="14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1"/>
            <a:r>
              <a:rPr lang="en-US" dirty="0"/>
              <a:t>Smart Graphic</a:t>
            </a:r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2FA2A82A-5FFB-EAB7-624A-E00F9EA6DEC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8459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1DD59288-2C4C-BA2F-F3C9-CEEC7BBAE55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547242" y="5232509"/>
            <a:ext cx="2188728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A221A6B3-B644-8124-2E99-CBB5C1C0B2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456023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82FC433-EED8-C305-2AE2-E3BC9D42E5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364806" y="5232509"/>
            <a:ext cx="2188729" cy="493151"/>
          </a:xfr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36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Edit</a:t>
            </a:r>
          </a:p>
        </p:txBody>
      </p:sp>
      <p:sp>
        <p:nvSpPr>
          <p:cNvPr id="9" name="Text Placeholder 18">
            <a:extLst>
              <a:ext uri="{FF2B5EF4-FFF2-40B4-BE49-F238E27FC236}">
                <a16:creationId xmlns:a16="http://schemas.microsoft.com/office/drawing/2014/main" id="{0824A580-B433-CC76-2FDC-C607FC5ECF8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8459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5" name="Text Placeholder 18">
            <a:extLst>
              <a:ext uri="{FF2B5EF4-FFF2-40B4-BE49-F238E27FC236}">
                <a16:creationId xmlns:a16="http://schemas.microsoft.com/office/drawing/2014/main" id="{479803CA-9514-7183-8AC8-13CC5B84064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547241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861F1384-35C1-15D1-9228-D96AC95355B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456023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11" name="Text Placeholder 18">
            <a:extLst>
              <a:ext uri="{FF2B5EF4-FFF2-40B4-BE49-F238E27FC236}">
                <a16:creationId xmlns:a16="http://schemas.microsoft.com/office/drawing/2014/main" id="{38B1D216-8DC7-A8D4-4857-4C7529D982EF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64806" y="5742851"/>
            <a:ext cx="2188729" cy="369332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50000"/>
              </a:lnSpc>
              <a:buFont typeface="Arial" panose="020B0604020202020204" pitchFamily="34" charset="0"/>
              <a:buNone/>
              <a:defRPr sz="14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3018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26">
            <a:extLst>
              <a:ext uri="{FF2B5EF4-FFF2-40B4-BE49-F238E27FC236}">
                <a16:creationId xmlns:a16="http://schemas.microsoft.com/office/drawing/2014/main" id="{E0689DF6-C6F5-534C-0D45-ED59D003128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38200" y="860958"/>
            <a:ext cx="4085468" cy="5136084"/>
          </a:xfrm>
          <a:custGeom>
            <a:avLst/>
            <a:gdLst>
              <a:gd name="connsiteX0" fmla="*/ 2247899 w 4495799"/>
              <a:gd name="connsiteY0" fmla="*/ 0 h 5651934"/>
              <a:gd name="connsiteX1" fmla="*/ 4495799 w 4495799"/>
              <a:gd name="connsiteY1" fmla="*/ 2223551 h 5651934"/>
              <a:gd name="connsiteX2" fmla="*/ 4495799 w 4495799"/>
              <a:gd name="connsiteY2" fmla="*/ 5651934 h 5651934"/>
              <a:gd name="connsiteX3" fmla="*/ 0 w 4495799"/>
              <a:gd name="connsiteY3" fmla="*/ 5651934 h 5651934"/>
              <a:gd name="connsiteX4" fmla="*/ 0 w 4495799"/>
              <a:gd name="connsiteY4" fmla="*/ 2223531 h 5651934"/>
              <a:gd name="connsiteX5" fmla="*/ 11605 w 4495799"/>
              <a:gd name="connsiteY5" fmla="*/ 1996206 h 5651934"/>
              <a:gd name="connsiteX6" fmla="*/ 2247899 w 4495799"/>
              <a:gd name="connsiteY6" fmla="*/ 0 h 5651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95799" h="5651934">
                <a:moveTo>
                  <a:pt x="2247899" y="0"/>
                </a:moveTo>
                <a:cubicBezTo>
                  <a:pt x="3489380" y="0"/>
                  <a:pt x="4495799" y="995518"/>
                  <a:pt x="4495799" y="2223551"/>
                </a:cubicBezTo>
                <a:lnTo>
                  <a:pt x="4495799" y="5651934"/>
                </a:lnTo>
                <a:lnTo>
                  <a:pt x="0" y="5651934"/>
                </a:lnTo>
                <a:lnTo>
                  <a:pt x="0" y="2223531"/>
                </a:lnTo>
                <a:lnTo>
                  <a:pt x="11605" y="1996206"/>
                </a:lnTo>
                <a:cubicBezTo>
                  <a:pt x="126720" y="874967"/>
                  <a:pt x="1084011" y="0"/>
                  <a:pt x="2247899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venir Book" panose="020005030200000200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8A60E5-D102-7326-D77E-C6DF8BDDA7D6}"/>
              </a:ext>
            </a:extLst>
          </p:cNvPr>
          <p:cNvSpPr txBox="1"/>
          <p:nvPr userDrawn="1"/>
        </p:nvSpPr>
        <p:spPr>
          <a:xfrm>
            <a:off x="6598508" y="60795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D67076B-6CF0-B20E-9689-27FA1127A7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8851" y="0"/>
            <a:ext cx="8160152" cy="6858000"/>
          </a:xfrm>
        </p:spPr>
        <p:txBody>
          <a:bodyPr anchor="ctr">
            <a:noAutofit/>
          </a:bodyPr>
          <a:lstStyle>
            <a:lvl1pPr algn="l">
              <a:defRPr sz="8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  <a:br>
              <a:rPr lang="en-US" dirty="0"/>
            </a:b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29235182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>
            <a:extLst>
              <a:ext uri="{FF2B5EF4-FFF2-40B4-BE49-F238E27FC236}">
                <a16:creationId xmlns:a16="http://schemas.microsoft.com/office/drawing/2014/main" id="{F986A58D-6106-E01B-0BDC-2F992AD25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42551"/>
            <a:ext cx="10915076" cy="1553680"/>
          </a:xfrm>
        </p:spPr>
        <p:txBody>
          <a:bodyPr lIns="0" tIns="0" rIns="0" bIns="0" anchor="t"/>
          <a:lstStyle>
            <a:lvl1pPr>
              <a:defRPr sz="5500">
                <a:solidFill>
                  <a:schemeClr val="accent4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Picture Placeholder 5">
            <a:extLst>
              <a:ext uri="{FF2B5EF4-FFF2-40B4-BE49-F238E27FC236}">
                <a16:creationId xmlns:a16="http://schemas.microsoft.com/office/drawing/2014/main" id="{3F266306-412A-D7DE-40EF-45BBA13E556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3846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3" name="Picture Placeholder 5">
            <a:extLst>
              <a:ext uri="{FF2B5EF4-FFF2-40B4-BE49-F238E27FC236}">
                <a16:creationId xmlns:a16="http://schemas.microsoft.com/office/drawing/2014/main" id="{28BF9A91-4021-72CF-EEBD-43B8B2F764A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53437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5D88CB52-BC08-9751-260B-B531030DCAB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430282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06E6C850-58C9-7074-08C7-7D24B9A951FD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26190" y="2539313"/>
            <a:ext cx="685800" cy="6858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2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8" name="Text Placeholder 15">
            <a:extLst>
              <a:ext uri="{FF2B5EF4-FFF2-40B4-BE49-F238E27FC236}">
                <a16:creationId xmlns:a16="http://schemas.microsoft.com/office/drawing/2014/main" id="{CC404B5F-F158-CEF8-E5AF-9B7601510FA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846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15">
            <a:extLst>
              <a:ext uri="{FF2B5EF4-FFF2-40B4-BE49-F238E27FC236}">
                <a16:creationId xmlns:a16="http://schemas.microsoft.com/office/drawing/2014/main" id="{0A395A78-D15C-3B71-AC48-52F422FF299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3437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Text Placeholder 15">
            <a:extLst>
              <a:ext uri="{FF2B5EF4-FFF2-40B4-BE49-F238E27FC236}">
                <a16:creationId xmlns:a16="http://schemas.microsoft.com/office/drawing/2014/main" id="{C26292D0-5ED9-B06E-0FEC-5ECF9B61DA1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43028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7025E22B-8EFC-3B41-7DF2-F2F0FBBFC2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326192" y="3397603"/>
            <a:ext cx="2227344" cy="43068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800" b="1" i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8" name="Text Placeholder 18">
            <a:extLst>
              <a:ext uri="{FF2B5EF4-FFF2-40B4-BE49-F238E27FC236}">
                <a16:creationId xmlns:a16="http://schemas.microsoft.com/office/drawing/2014/main" id="{459D7743-7A8F-C73A-B9D5-49190ED512A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63846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Text Placeholder 18">
            <a:extLst>
              <a:ext uri="{FF2B5EF4-FFF2-40B4-BE49-F238E27FC236}">
                <a16:creationId xmlns:a16="http://schemas.microsoft.com/office/drawing/2014/main" id="{D4BD1280-EFE5-3F5B-2E53-29FC62D2218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53437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D7323A54-CEF7-D9AE-B43D-CCF5F95273CC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430282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5" name="Text Placeholder 18">
            <a:extLst>
              <a:ext uri="{FF2B5EF4-FFF2-40B4-BE49-F238E27FC236}">
                <a16:creationId xmlns:a16="http://schemas.microsoft.com/office/drawing/2014/main" id="{C50A54A3-4CD3-53F4-3FFE-F664FBFCB16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326191" y="4000780"/>
            <a:ext cx="2227344" cy="2078744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50000"/>
              </a:lnSpc>
              <a:buFont typeface="Arial" panose="020B0604020202020204" pitchFamily="34" charset="0"/>
              <a:buNone/>
              <a:defRPr sz="1200" b="0" i="0" spc="50" baseline="0">
                <a:solidFill>
                  <a:srgbClr val="C16548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C560A5-5844-81D4-98B4-29211FD2EA1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DFB1A8-4CF1-35AB-0707-AEAF88714AC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3062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5B86244-CE85-A100-2FAE-57F9E99595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3681" y="4554640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BADE24-E02E-B86B-4973-FF07C9C25E1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3681" y="1296361"/>
            <a:ext cx="7156551" cy="992899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8000" b="0" spc="1000" baseline="0">
                <a:solidFill>
                  <a:schemeClr val="bg1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Master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96E5F1B-46ED-3EC5-71CF-9A8DF9B5AA9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78452" y="1"/>
            <a:ext cx="5329866" cy="6857999"/>
          </a:xfrm>
          <a:custGeom>
            <a:avLst/>
            <a:gdLst>
              <a:gd name="connsiteX0" fmla="*/ 1468669 w 5329866"/>
              <a:gd name="connsiteY0" fmla="*/ 0 h 6857999"/>
              <a:gd name="connsiteX1" fmla="*/ 3861198 w 5329866"/>
              <a:gd name="connsiteY1" fmla="*/ 0 h 6857999"/>
              <a:gd name="connsiteX2" fmla="*/ 3935198 w 5329866"/>
              <a:gd name="connsiteY2" fmla="*/ 35648 h 6857999"/>
              <a:gd name="connsiteX3" fmla="*/ 5329866 w 5329866"/>
              <a:gd name="connsiteY3" fmla="*/ 2378939 h 6857999"/>
              <a:gd name="connsiteX4" fmla="*/ 5326197 w 5329866"/>
              <a:gd name="connsiteY4" fmla="*/ 2451597 h 6857999"/>
              <a:gd name="connsiteX5" fmla="*/ 5329866 w 5329866"/>
              <a:gd name="connsiteY5" fmla="*/ 2451597 h 6857999"/>
              <a:gd name="connsiteX6" fmla="*/ 5329866 w 5329866"/>
              <a:gd name="connsiteY6" fmla="*/ 4479062 h 6857999"/>
              <a:gd name="connsiteX7" fmla="*/ 5329866 w 5329866"/>
              <a:gd name="connsiteY7" fmla="*/ 4613614 h 6857999"/>
              <a:gd name="connsiteX8" fmla="*/ 5323072 w 5329866"/>
              <a:gd name="connsiteY8" fmla="*/ 4613614 h 6857999"/>
              <a:gd name="connsiteX9" fmla="*/ 5316108 w 5329866"/>
              <a:gd name="connsiteY9" fmla="*/ 4751536 h 6857999"/>
              <a:gd name="connsiteX10" fmla="*/ 4074162 w 5329866"/>
              <a:gd name="connsiteY10" fmla="*/ 6741331 h 6857999"/>
              <a:gd name="connsiteX11" fmla="*/ 3866902 w 5329866"/>
              <a:gd name="connsiteY11" fmla="*/ 6857999 h 6857999"/>
              <a:gd name="connsiteX12" fmla="*/ 1462965 w 5329866"/>
              <a:gd name="connsiteY12" fmla="*/ 6857999 h 6857999"/>
              <a:gd name="connsiteX13" fmla="*/ 1255705 w 5329866"/>
              <a:gd name="connsiteY13" fmla="*/ 6741331 h 6857999"/>
              <a:gd name="connsiteX14" fmla="*/ 13759 w 5329866"/>
              <a:gd name="connsiteY14" fmla="*/ 4751536 h 6857999"/>
              <a:gd name="connsiteX15" fmla="*/ 6794 w 5329866"/>
              <a:gd name="connsiteY15" fmla="*/ 4613614 h 6857999"/>
              <a:gd name="connsiteX16" fmla="*/ 2 w 5329866"/>
              <a:gd name="connsiteY16" fmla="*/ 4613614 h 6857999"/>
              <a:gd name="connsiteX17" fmla="*/ 2 w 5329866"/>
              <a:gd name="connsiteY17" fmla="*/ 4479104 h 6857999"/>
              <a:gd name="connsiteX18" fmla="*/ 0 w 5329866"/>
              <a:gd name="connsiteY18" fmla="*/ 4479062 h 6857999"/>
              <a:gd name="connsiteX19" fmla="*/ 2 w 5329866"/>
              <a:gd name="connsiteY19" fmla="*/ 4479020 h 6857999"/>
              <a:gd name="connsiteX20" fmla="*/ 2 w 5329866"/>
              <a:gd name="connsiteY20" fmla="*/ 2451597 h 6857999"/>
              <a:gd name="connsiteX21" fmla="*/ 3670 w 5329866"/>
              <a:gd name="connsiteY21" fmla="*/ 2451597 h 6857999"/>
              <a:gd name="connsiteX22" fmla="*/ 0 w 5329866"/>
              <a:gd name="connsiteY22" fmla="*/ 2378939 h 6857999"/>
              <a:gd name="connsiteX23" fmla="*/ 1394668 w 5329866"/>
              <a:gd name="connsiteY23" fmla="*/ 35648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5329866" h="6857999">
                <a:moveTo>
                  <a:pt x="1468669" y="0"/>
                </a:moveTo>
                <a:lnTo>
                  <a:pt x="3861198" y="0"/>
                </a:lnTo>
                <a:lnTo>
                  <a:pt x="3935198" y="35648"/>
                </a:lnTo>
                <a:cubicBezTo>
                  <a:pt x="4765925" y="486926"/>
                  <a:pt x="5329866" y="1367075"/>
                  <a:pt x="5329866" y="2378939"/>
                </a:cubicBezTo>
                <a:lnTo>
                  <a:pt x="5326197" y="2451597"/>
                </a:lnTo>
                <a:lnTo>
                  <a:pt x="5329866" y="2451597"/>
                </a:lnTo>
                <a:lnTo>
                  <a:pt x="5329866" y="4479062"/>
                </a:lnTo>
                <a:lnTo>
                  <a:pt x="5329866" y="4613614"/>
                </a:lnTo>
                <a:lnTo>
                  <a:pt x="5323072" y="4613614"/>
                </a:lnTo>
                <a:lnTo>
                  <a:pt x="5316108" y="4751536"/>
                </a:lnTo>
                <a:cubicBezTo>
                  <a:pt x="5230813" y="5591417"/>
                  <a:pt x="4755512" y="6316001"/>
                  <a:pt x="4074162" y="6741331"/>
                </a:cubicBezTo>
                <a:lnTo>
                  <a:pt x="3866902" y="6857999"/>
                </a:lnTo>
                <a:lnTo>
                  <a:pt x="1462965" y="6857999"/>
                </a:lnTo>
                <a:lnTo>
                  <a:pt x="1255705" y="6741331"/>
                </a:lnTo>
                <a:cubicBezTo>
                  <a:pt x="574355" y="6316001"/>
                  <a:pt x="99054" y="5591417"/>
                  <a:pt x="13759" y="4751536"/>
                </a:cubicBezTo>
                <a:lnTo>
                  <a:pt x="6794" y="4613614"/>
                </a:lnTo>
                <a:lnTo>
                  <a:pt x="2" y="4613614"/>
                </a:lnTo>
                <a:lnTo>
                  <a:pt x="2" y="4479104"/>
                </a:lnTo>
                <a:lnTo>
                  <a:pt x="0" y="4479062"/>
                </a:lnTo>
                <a:lnTo>
                  <a:pt x="2" y="4479020"/>
                </a:lnTo>
                <a:lnTo>
                  <a:pt x="2" y="2451597"/>
                </a:lnTo>
                <a:lnTo>
                  <a:pt x="3670" y="2451597"/>
                </a:lnTo>
                <a:lnTo>
                  <a:pt x="0" y="2378939"/>
                </a:lnTo>
                <a:cubicBezTo>
                  <a:pt x="0" y="1367075"/>
                  <a:pt x="563941" y="486926"/>
                  <a:pt x="1394668" y="35648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 sz="1400" b="0" i="0"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E88BC5D-D10D-D2EE-8AE9-4CDCE46A20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83681" y="2404268"/>
            <a:ext cx="7217511" cy="20494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8000" b="0" i="0" spc="10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Master Title</a:t>
            </a:r>
          </a:p>
        </p:txBody>
      </p:sp>
    </p:spTree>
    <p:extLst>
      <p:ext uri="{BB962C8B-B14F-4D97-AF65-F5344CB8AC3E}">
        <p14:creationId xmlns:p14="http://schemas.microsoft.com/office/powerpoint/2010/main" val="31517799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245CA8F2-58D1-3DCE-8413-CE65DE3496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90962" y="-801666"/>
            <a:ext cx="4667994" cy="7825231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>
                    <a:alpha val="10000"/>
                  </a:schemeClr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</a:t>
            </a:r>
          </a:p>
          <a:p>
            <a:pPr lvl="0"/>
            <a:r>
              <a:rPr lang="en-US" dirty="0"/>
              <a:t>Thank 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  <a:p>
            <a:pPr lvl="0"/>
            <a:r>
              <a:rPr lang="en-US" dirty="0"/>
              <a:t>you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DAB6B870-F337-8AB9-902B-76B31B88B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039033"/>
            <a:ext cx="3478306" cy="3186954"/>
          </a:xfr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150000"/>
              </a:lnSpc>
              <a:defRPr lang="en-US" sz="1600" b="1" i="0" spc="5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>
              <a:spcBef>
                <a:spcPts val="1000"/>
              </a:spcBef>
              <a:buFont typeface="Arial" panose="020B0604020202020204" pitchFamily="34" charset="0"/>
            </a:pPr>
            <a:r>
              <a:rPr lang="en-US" dirty="0"/>
              <a:t>Click to edit Master title style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413E8F7-437B-CCB5-23CA-F7ABF62FD06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90962" y="1467062"/>
            <a:ext cx="4667994" cy="2420772"/>
          </a:xfrm>
        </p:spPr>
        <p:txBody>
          <a:bodyPr lIns="0" tIns="0" rIns="0" bIns="0" anchor="ctr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buNone/>
              <a:defRPr sz="8500" b="0" spc="65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>
                <a:latin typeface="Felix Titling" pitchFamily="82" charset="77"/>
              </a:defRPr>
            </a:lvl2pPr>
            <a:lvl3pPr marL="914400" indent="0">
              <a:buNone/>
              <a:defRPr>
                <a:latin typeface="Felix Titling" pitchFamily="82" charset="77"/>
              </a:defRPr>
            </a:lvl3pPr>
            <a:lvl4pPr marL="1371600" indent="0">
              <a:buNone/>
              <a:defRPr>
                <a:latin typeface="Felix Titling" pitchFamily="82" charset="77"/>
              </a:defRPr>
            </a:lvl4pPr>
            <a:lvl5pPr marL="1828800" indent="0">
              <a:buNone/>
              <a:defRPr>
                <a:latin typeface="Felix Titling" pitchFamily="82" charset="77"/>
              </a:defRPr>
            </a:lvl5pPr>
          </a:lstStyle>
          <a:p>
            <a:pPr lvl="0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208256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7128F4A2-EE01-4CBA-242B-892F9376B8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583" y="383156"/>
            <a:ext cx="10865317" cy="3768220"/>
          </a:xfrm>
        </p:spPr>
        <p:txBody>
          <a:bodyPr anchor="b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06F3E6C8-C3BA-6487-EC36-6942C4DAA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3583" y="4253117"/>
            <a:ext cx="10865317" cy="1174224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2B64614-3490-74B5-758E-8582A71C07E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3583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1" name="Date Placeholder 3">
            <a:extLst>
              <a:ext uri="{FF2B5EF4-FFF2-40B4-BE49-F238E27FC236}">
                <a16:creationId xmlns:a16="http://schemas.microsoft.com/office/drawing/2014/main" id="{1B0611EC-60B3-4B52-5BE8-A3E876EC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2" name="Footer Placeholder 4">
            <a:extLst>
              <a:ext uri="{FF2B5EF4-FFF2-40B4-BE49-F238E27FC236}">
                <a16:creationId xmlns:a16="http://schemas.microsoft.com/office/drawing/2014/main" id="{13590703-55FF-F73B-5303-1591B4AE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US" altLang="zh-CN"/>
              <a:t>Sample Footer Text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7A28125E-23C5-98AD-F07E-1C566FF15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6667500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854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7370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62B6FC0-CD1A-BD65-FEB7-E284C451FDF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740624" y="5739518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7A418C-2617-BA69-B155-E2F7C513B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7225" y="4253117"/>
            <a:ext cx="10912199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49CB64D-D719-084C-2B74-BFFBB84F6AA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383156"/>
            <a:ext cx="10912199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A6442EC-060A-D246-CC1B-D250262DD9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C3DCF65-6641-B724-7326-DD1DD9AC9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E701096-2A85-8EA8-A5EC-D38F540D6A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3D87E77-30FE-04FB-AEB9-3EA64036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7D1D96DE-89C2-BD2A-B692-1F230A408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5586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B506746-8C45-7F37-9AFA-B89A7E4B4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2600" y="258991"/>
            <a:ext cx="8667749" cy="3869961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1F45EC4-F660-165A-7E92-5E4D61FF2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2600" y="4253117"/>
            <a:ext cx="8667749" cy="1174224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BBDC9E52-28EA-4972-BBAC-559097CE3A4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752600" y="5501906"/>
            <a:ext cx="1828800" cy="274320"/>
          </a:xfrm>
        </p:spPr>
        <p:txBody>
          <a:bodyPr lIns="0" tIns="0" rIns="0" bIns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05735AC1-FB26-8EA1-D027-17E089CC7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48419612-CEB2-94CD-7A31-DCA2B214A8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22EF214D-7620-1A42-7B18-3AB9F24AB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5405B0AF-EA77-026D-D39C-F2BDC1C05C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67500"/>
            <a:ext cx="1224246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2">
            <a:extLst>
              <a:ext uri="{FF2B5EF4-FFF2-40B4-BE49-F238E27FC236}">
                <a16:creationId xmlns:a16="http://schemas.microsoft.com/office/drawing/2014/main" id="{1A7CF60F-B95D-2C6B-49CD-826DAEBA8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01897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534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37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BAFF9E1B-D277-3CD7-0505-70A3DF503C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6571" y="3939701"/>
            <a:ext cx="11517086" cy="1424780"/>
          </a:xfrm>
        </p:spPr>
        <p:txBody>
          <a:bodyPr anchor="b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C34CE9-1C8A-039B-8096-4B97AF95A7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6571" y="5387064"/>
            <a:ext cx="11517086" cy="43849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BAD26A8-E2F7-88F3-1B9C-84798D9CA70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" y="0"/>
            <a:ext cx="12192001" cy="3771900"/>
          </a:xfrm>
          <a:custGeom>
            <a:avLst/>
            <a:gdLst>
              <a:gd name="connsiteX0" fmla="*/ 2060179 w 12192001"/>
              <a:gd name="connsiteY0" fmla="*/ 2536316 h 3771900"/>
              <a:gd name="connsiteX1" fmla="*/ 12192001 w 12192001"/>
              <a:gd name="connsiteY1" fmla="*/ 2536316 h 3771900"/>
              <a:gd name="connsiteX2" fmla="*/ 12192001 w 12192001"/>
              <a:gd name="connsiteY2" fmla="*/ 3771900 h 3771900"/>
              <a:gd name="connsiteX3" fmla="*/ 2060179 w 12192001"/>
              <a:gd name="connsiteY3" fmla="*/ 3771900 h 3771900"/>
              <a:gd name="connsiteX4" fmla="*/ 6112791 w 12192001"/>
              <a:gd name="connsiteY4" fmla="*/ 1262587 h 3771900"/>
              <a:gd name="connsiteX5" fmla="*/ 12192000 w 12192001"/>
              <a:gd name="connsiteY5" fmla="*/ 1262587 h 3771900"/>
              <a:gd name="connsiteX6" fmla="*/ 12192000 w 12192001"/>
              <a:gd name="connsiteY6" fmla="*/ 2498171 h 3771900"/>
              <a:gd name="connsiteX7" fmla="*/ 6112791 w 12192001"/>
              <a:gd name="connsiteY7" fmla="*/ 2498171 h 3771900"/>
              <a:gd name="connsiteX8" fmla="*/ 0 w 12192001"/>
              <a:gd name="connsiteY8" fmla="*/ 1262587 h 3771900"/>
              <a:gd name="connsiteX9" fmla="*/ 6079209 w 12192001"/>
              <a:gd name="connsiteY9" fmla="*/ 1262587 h 3771900"/>
              <a:gd name="connsiteX10" fmla="*/ 6079209 w 12192001"/>
              <a:gd name="connsiteY10" fmla="*/ 2498171 h 3771900"/>
              <a:gd name="connsiteX11" fmla="*/ 0 w 12192001"/>
              <a:gd name="connsiteY11" fmla="*/ 2498171 h 3771900"/>
              <a:gd name="connsiteX12" fmla="*/ 0 w 12192001"/>
              <a:gd name="connsiteY12" fmla="*/ 0 h 3771900"/>
              <a:gd name="connsiteX13" fmla="*/ 10131822 w 12192001"/>
              <a:gd name="connsiteY13" fmla="*/ 0 h 3771900"/>
              <a:gd name="connsiteX14" fmla="*/ 10131822 w 12192001"/>
              <a:gd name="connsiteY14" fmla="*/ 1235584 h 3771900"/>
              <a:gd name="connsiteX15" fmla="*/ 0 w 12192001"/>
              <a:gd name="connsiteY15" fmla="*/ 1235584 h 3771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2001" h="3771900">
                <a:moveTo>
                  <a:pt x="2060179" y="2536316"/>
                </a:moveTo>
                <a:lnTo>
                  <a:pt x="12192001" y="2536316"/>
                </a:lnTo>
                <a:lnTo>
                  <a:pt x="12192001" y="3771900"/>
                </a:lnTo>
                <a:lnTo>
                  <a:pt x="2060179" y="3771900"/>
                </a:lnTo>
                <a:close/>
                <a:moveTo>
                  <a:pt x="6112791" y="1262587"/>
                </a:moveTo>
                <a:lnTo>
                  <a:pt x="12192000" y="1262587"/>
                </a:lnTo>
                <a:lnTo>
                  <a:pt x="12192000" y="2498171"/>
                </a:lnTo>
                <a:lnTo>
                  <a:pt x="6112791" y="2498171"/>
                </a:lnTo>
                <a:close/>
                <a:moveTo>
                  <a:pt x="0" y="1262587"/>
                </a:moveTo>
                <a:lnTo>
                  <a:pt x="6079209" y="1262587"/>
                </a:lnTo>
                <a:lnTo>
                  <a:pt x="6079209" y="2498171"/>
                </a:lnTo>
                <a:lnTo>
                  <a:pt x="0" y="2498171"/>
                </a:lnTo>
                <a:close/>
                <a:moveTo>
                  <a:pt x="0" y="0"/>
                </a:moveTo>
                <a:lnTo>
                  <a:pt x="10131822" y="0"/>
                </a:lnTo>
                <a:lnTo>
                  <a:pt x="10131822" y="1235584"/>
                </a:lnTo>
                <a:lnTo>
                  <a:pt x="0" y="123558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6AA2219-FD98-03D2-BB5C-E2321D2249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571" y="6030083"/>
            <a:ext cx="1733607" cy="27432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D31E19E-99D1-8CD0-E566-4E2F20A471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3698B7D1-C36E-DFB0-A661-A5E474A68D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DC35F19D-FD15-4BE1-660D-0643E54DA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32705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8DB78E43-591B-FC77-A959-A64AB0D49B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7870" y="383156"/>
            <a:ext cx="6022764" cy="3768220"/>
          </a:xfrm>
        </p:spPr>
        <p:txBody>
          <a:bodyPr anchor="b"/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15093B11-F806-67DA-C9D7-48A738FD97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7870" y="4253117"/>
            <a:ext cx="6022764" cy="1174224"/>
          </a:xfrm>
        </p:spPr>
        <p:txBody>
          <a:bodyPr/>
          <a:lstStyle>
            <a:lvl1pPr marL="0" indent="0" algn="r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" name="Picture Placeholder 19">
            <a:extLst>
              <a:ext uri="{FF2B5EF4-FFF2-40B4-BE49-F238E27FC236}">
                <a16:creationId xmlns:a16="http://schemas.microsoft.com/office/drawing/2014/main" id="{70C32A11-D80D-8895-B299-F84B774E25E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2700" y="-1270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1274702A-06E8-AD73-62B2-B3A4A32E5DB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930785" y="5739518"/>
            <a:ext cx="1909848" cy="274320"/>
          </a:xfrm>
        </p:spPr>
        <p:txBody>
          <a:bodyPr lIns="0" tIns="0" rIns="0" bIns="0">
            <a:noAutofit/>
          </a:bodyPr>
          <a:lstStyle>
            <a:lvl1pPr marL="0" indent="0" algn="r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70A1C19A-4E5E-C742-32A1-2115149FC1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A9A9E029-23F0-CEC4-BA46-3EEC97738E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D900CB6-F919-93D0-C1AC-3EFB92BA75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0141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13277B1-D0ED-1F93-2B04-7EF3B163864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5431" y="190500"/>
            <a:ext cx="5777442" cy="3960876"/>
          </a:xfrm>
        </p:spPr>
        <p:txBody>
          <a:bodyPr anchor="b"/>
          <a:lstStyle>
            <a:lvl1pPr algn="l">
              <a:spcBef>
                <a:spcPts val="0"/>
              </a:spcBef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530B387-44F6-F673-C06B-5BE9725D9B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431" y="4253117"/>
            <a:ext cx="5779314" cy="1174224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FB4E9-DF6F-079B-673E-93FD784A7E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55431" y="5739518"/>
            <a:ext cx="1738083" cy="27432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 sz="1600"/>
              <a:t>Presenter Name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995CACC6-5EE3-524B-F9DF-9D1D8C066A5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12653" y="0"/>
            <a:ext cx="5679347" cy="6875770"/>
          </a:xfrm>
          <a:custGeom>
            <a:avLst/>
            <a:gdLst>
              <a:gd name="connsiteX0" fmla="*/ 2855788 w 5679347"/>
              <a:gd name="connsiteY0" fmla="*/ 3447486 h 6875770"/>
              <a:gd name="connsiteX1" fmla="*/ 4251452 w 5679347"/>
              <a:gd name="connsiteY1" fmla="*/ 3447486 h 6875770"/>
              <a:gd name="connsiteX2" fmla="*/ 4251452 w 5679347"/>
              <a:gd name="connsiteY2" fmla="*/ 6864339 h 6875770"/>
              <a:gd name="connsiteX3" fmla="*/ 2855788 w 5679347"/>
              <a:gd name="connsiteY3" fmla="*/ 6864339 h 6875770"/>
              <a:gd name="connsiteX4" fmla="*/ 1427894 w 5679347"/>
              <a:gd name="connsiteY4" fmla="*/ 3447486 h 6875770"/>
              <a:gd name="connsiteX5" fmla="*/ 2823558 w 5679347"/>
              <a:gd name="connsiteY5" fmla="*/ 3447486 h 6875770"/>
              <a:gd name="connsiteX6" fmla="*/ 2823558 w 5679347"/>
              <a:gd name="connsiteY6" fmla="*/ 6864339 h 6875770"/>
              <a:gd name="connsiteX7" fmla="*/ 1427894 w 5679347"/>
              <a:gd name="connsiteY7" fmla="*/ 6864339 h 6875770"/>
              <a:gd name="connsiteX8" fmla="*/ 4283683 w 5679347"/>
              <a:gd name="connsiteY8" fmla="*/ 1442090 h 6875770"/>
              <a:gd name="connsiteX9" fmla="*/ 5001917 w 5679347"/>
              <a:gd name="connsiteY9" fmla="*/ 1442090 h 6875770"/>
              <a:gd name="connsiteX10" fmla="*/ 5098111 w 5679347"/>
              <a:gd name="connsiteY10" fmla="*/ 1451787 h 6875770"/>
              <a:gd name="connsiteX11" fmla="*/ 5679347 w 5679347"/>
              <a:gd name="connsiteY11" fmla="*/ 2164940 h 6875770"/>
              <a:gd name="connsiteX12" fmla="*/ 5679347 w 5679347"/>
              <a:gd name="connsiteY12" fmla="*/ 6875770 h 6875770"/>
              <a:gd name="connsiteX13" fmla="*/ 4283683 w 5679347"/>
              <a:gd name="connsiteY13" fmla="*/ 6875770 h 6875770"/>
              <a:gd name="connsiteX14" fmla="*/ 2855788 w 5679347"/>
              <a:gd name="connsiteY14" fmla="*/ 0 h 6875770"/>
              <a:gd name="connsiteX15" fmla="*/ 4251452 w 5679347"/>
              <a:gd name="connsiteY15" fmla="*/ 0 h 6875770"/>
              <a:gd name="connsiteX16" fmla="*/ 4251452 w 5679347"/>
              <a:gd name="connsiteY16" fmla="*/ 3416853 h 6875770"/>
              <a:gd name="connsiteX17" fmla="*/ 2855788 w 5679347"/>
              <a:gd name="connsiteY17" fmla="*/ 3416853 h 6875770"/>
              <a:gd name="connsiteX18" fmla="*/ 1427894 w 5679347"/>
              <a:gd name="connsiteY18" fmla="*/ 0 h 6875770"/>
              <a:gd name="connsiteX19" fmla="*/ 2823558 w 5679347"/>
              <a:gd name="connsiteY19" fmla="*/ 0 h 6875770"/>
              <a:gd name="connsiteX20" fmla="*/ 2823558 w 5679347"/>
              <a:gd name="connsiteY20" fmla="*/ 3416853 h 6875770"/>
              <a:gd name="connsiteX21" fmla="*/ 1427894 w 5679347"/>
              <a:gd name="connsiteY21" fmla="*/ 3416853 h 6875770"/>
              <a:gd name="connsiteX22" fmla="*/ 0 w 5679347"/>
              <a:gd name="connsiteY22" fmla="*/ 0 h 6875770"/>
              <a:gd name="connsiteX23" fmla="*/ 1395664 w 5679347"/>
              <a:gd name="connsiteY23" fmla="*/ 0 h 6875770"/>
              <a:gd name="connsiteX24" fmla="*/ 1395664 w 5679347"/>
              <a:gd name="connsiteY24" fmla="*/ 5433680 h 6875770"/>
              <a:gd name="connsiteX25" fmla="*/ 727933 w 5679347"/>
              <a:gd name="connsiteY25" fmla="*/ 5433680 h 6875770"/>
              <a:gd name="connsiteX26" fmla="*/ 581236 w 5679347"/>
              <a:gd name="connsiteY26" fmla="*/ 5418892 h 6875770"/>
              <a:gd name="connsiteX27" fmla="*/ 0 w 5679347"/>
              <a:gd name="connsiteY27" fmla="*/ 4705739 h 6875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5679347" h="6875770">
                <a:moveTo>
                  <a:pt x="2855788" y="3447486"/>
                </a:moveTo>
                <a:lnTo>
                  <a:pt x="4251452" y="3447486"/>
                </a:lnTo>
                <a:lnTo>
                  <a:pt x="4251452" y="6864339"/>
                </a:lnTo>
                <a:lnTo>
                  <a:pt x="2855788" y="6864339"/>
                </a:lnTo>
                <a:close/>
                <a:moveTo>
                  <a:pt x="1427894" y="3447486"/>
                </a:moveTo>
                <a:lnTo>
                  <a:pt x="2823558" y="3447486"/>
                </a:lnTo>
                <a:lnTo>
                  <a:pt x="2823558" y="6864339"/>
                </a:lnTo>
                <a:lnTo>
                  <a:pt x="1427894" y="6864339"/>
                </a:lnTo>
                <a:close/>
                <a:moveTo>
                  <a:pt x="4283683" y="1442090"/>
                </a:moveTo>
                <a:lnTo>
                  <a:pt x="5001917" y="1442090"/>
                </a:lnTo>
                <a:lnTo>
                  <a:pt x="5098111" y="1451787"/>
                </a:lnTo>
                <a:cubicBezTo>
                  <a:pt x="5429822" y="1519665"/>
                  <a:pt x="5679347" y="1813163"/>
                  <a:pt x="5679347" y="2164940"/>
                </a:cubicBezTo>
                <a:lnTo>
                  <a:pt x="5679347" y="6875770"/>
                </a:lnTo>
                <a:lnTo>
                  <a:pt x="4283683" y="6875770"/>
                </a:lnTo>
                <a:close/>
                <a:moveTo>
                  <a:pt x="2855788" y="0"/>
                </a:moveTo>
                <a:lnTo>
                  <a:pt x="4251452" y="0"/>
                </a:lnTo>
                <a:lnTo>
                  <a:pt x="4251452" y="3416853"/>
                </a:lnTo>
                <a:lnTo>
                  <a:pt x="2855788" y="3416853"/>
                </a:lnTo>
                <a:close/>
                <a:moveTo>
                  <a:pt x="1427894" y="0"/>
                </a:moveTo>
                <a:lnTo>
                  <a:pt x="2823558" y="0"/>
                </a:lnTo>
                <a:lnTo>
                  <a:pt x="2823558" y="3416853"/>
                </a:lnTo>
                <a:lnTo>
                  <a:pt x="1427894" y="3416853"/>
                </a:lnTo>
                <a:close/>
                <a:moveTo>
                  <a:pt x="0" y="0"/>
                </a:moveTo>
                <a:lnTo>
                  <a:pt x="1395664" y="0"/>
                </a:lnTo>
                <a:lnTo>
                  <a:pt x="1395664" y="5433680"/>
                </a:lnTo>
                <a:lnTo>
                  <a:pt x="727933" y="5433680"/>
                </a:lnTo>
                <a:lnTo>
                  <a:pt x="581236" y="5418892"/>
                </a:lnTo>
                <a:cubicBezTo>
                  <a:pt x="249526" y="5351014"/>
                  <a:pt x="0" y="5057516"/>
                  <a:pt x="0" y="470573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AA858DD-5732-D62C-5397-EBE1E9F3B2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20142DC-7CAA-D291-2AD5-EB9A2A176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E63FE10-3EE7-C466-9C34-9CB62B95E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945485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C346275D-4318-15D0-8F4A-3820A657D8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590624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76E3E36D-049D-0336-4B5E-9DB64D9DE6D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1175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75400" y="452387"/>
            <a:ext cx="54203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F6355481-CCC4-3C4D-A9BD-DF34116B1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75400" y="4521200"/>
            <a:ext cx="54203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995667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F65BDE1-4C58-E0CC-97CA-4695152C2F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816601" y="0"/>
            <a:ext cx="784776" cy="1295400"/>
          </a:xfrm>
          <a:custGeom>
            <a:avLst/>
            <a:gdLst>
              <a:gd name="connsiteX0" fmla="*/ 0 w 784776"/>
              <a:gd name="connsiteY0" fmla="*/ 0 h 1295400"/>
              <a:gd name="connsiteX1" fmla="*/ 784776 w 784776"/>
              <a:gd name="connsiteY1" fmla="*/ 0 h 1295400"/>
              <a:gd name="connsiteX2" fmla="*/ 784776 w 784776"/>
              <a:gd name="connsiteY2" fmla="*/ 1295400 h 1295400"/>
              <a:gd name="connsiteX3" fmla="*/ 0 w 784776"/>
              <a:gd name="connsiteY3" fmla="*/ 1295400 h 129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4776" h="1295400">
                <a:moveTo>
                  <a:pt x="0" y="0"/>
                </a:moveTo>
                <a:lnTo>
                  <a:pt x="784776" y="0"/>
                </a:lnTo>
                <a:lnTo>
                  <a:pt x="784776" y="1295400"/>
                </a:lnTo>
                <a:lnTo>
                  <a:pt x="0" y="12954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17E50D-F7E2-253D-428F-1DA3EFBC285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816600" y="355600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84480"/>
            <a:ext cx="5384800" cy="4100194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E97C1-0EB0-B109-7BE3-9012BD59B8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800" y="4521200"/>
            <a:ext cx="538480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50181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04FD6E8-9410-CD68-AD6A-4F21B02BAA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29250" y="1"/>
            <a:ext cx="1333500" cy="1046131"/>
          </a:xfrm>
          <a:custGeom>
            <a:avLst/>
            <a:gdLst>
              <a:gd name="connsiteX0" fmla="*/ 0 w 1333500"/>
              <a:gd name="connsiteY0" fmla="*/ 0 h 1046131"/>
              <a:gd name="connsiteX1" fmla="*/ 1333500 w 1333500"/>
              <a:gd name="connsiteY1" fmla="*/ 0 h 1046131"/>
              <a:gd name="connsiteX2" fmla="*/ 1333500 w 1333500"/>
              <a:gd name="connsiteY2" fmla="*/ 828110 h 1046131"/>
              <a:gd name="connsiteX3" fmla="*/ 1115479 w 1333500"/>
              <a:gd name="connsiteY3" fmla="*/ 1046131 h 1046131"/>
              <a:gd name="connsiteX4" fmla="*/ 218021 w 1333500"/>
              <a:gd name="connsiteY4" fmla="*/ 1046131 h 1046131"/>
              <a:gd name="connsiteX5" fmla="*/ 0 w 1333500"/>
              <a:gd name="connsiteY5" fmla="*/ 828110 h 1046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3500" h="1046131">
                <a:moveTo>
                  <a:pt x="0" y="0"/>
                </a:moveTo>
                <a:lnTo>
                  <a:pt x="1333500" y="0"/>
                </a:lnTo>
                <a:lnTo>
                  <a:pt x="1333500" y="828110"/>
                </a:lnTo>
                <a:cubicBezTo>
                  <a:pt x="1333500" y="948520"/>
                  <a:pt x="1235889" y="1046131"/>
                  <a:pt x="1115479" y="1046131"/>
                </a:cubicBezTo>
                <a:lnTo>
                  <a:pt x="218021" y="1046131"/>
                </a:lnTo>
                <a:cubicBezTo>
                  <a:pt x="97611" y="1046131"/>
                  <a:pt x="0" y="948520"/>
                  <a:pt x="0" y="82811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E0C08F07-3AD6-984D-4638-073B6C0B859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716587" y="165378"/>
            <a:ext cx="784225" cy="67310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526091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F8921EF-D008-97BC-E5BE-5056735440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452387"/>
            <a:ext cx="5699760" cy="3897865"/>
          </a:xfrm>
        </p:spPr>
        <p:txBody>
          <a:bodyPr lIns="0" tIns="0" rIns="0" bIns="0" anchor="b" anchorCtr="0">
            <a:noAutofit/>
          </a:bodyPr>
          <a:lstStyle>
            <a:lvl1pPr algn="l">
              <a:defRPr sz="54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32671BA-90EF-59B5-C249-F7C365215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4521200"/>
            <a:ext cx="5699760" cy="1568449"/>
          </a:xfrm>
        </p:spPr>
        <p:txBody>
          <a:bodyPr/>
          <a:lstStyle>
            <a:lvl1pPr marL="0" indent="0" algn="l"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73459998-3AA2-B134-8816-E21159D0BAD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D539F209-2985-7BF1-0F75-55A5560BCD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7550591-5FE9-F140-4E34-5256EBCCB5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9EC5884-5885-014A-39B9-D4A0445EFC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9691171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77D0816-A0A9-20C1-B42A-95D1C13F84D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800" y="213868"/>
            <a:ext cx="5943600" cy="3977640"/>
          </a:xfrm>
        </p:spPr>
        <p:txBody>
          <a:bodyPr anchor="b">
            <a:noAutofit/>
          </a:bodyPr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F53C620-9E4A-9463-32D9-EAB787FF616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2883" y="4405376"/>
            <a:ext cx="5952189" cy="1487424"/>
          </a:xfrm>
        </p:spPr>
        <p:txBody>
          <a:bodyPr anchor="t">
            <a:noAutofit/>
          </a:bodyPr>
          <a:lstStyle>
            <a:lvl1pPr marL="0" indent="0" algn="l">
              <a:buNone/>
              <a:defRPr sz="26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8ED90A8-7525-1B2C-FACF-0A70191543F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 flipH="1">
            <a:off x="6601377" y="0"/>
            <a:ext cx="5590623" cy="6858000"/>
          </a:xfrm>
          <a:custGeom>
            <a:avLst/>
            <a:gdLst>
              <a:gd name="connsiteX0" fmla="*/ 0 w 5590623"/>
              <a:gd name="connsiteY0" fmla="*/ 0 h 6858000"/>
              <a:gd name="connsiteX1" fmla="*/ 5590623 w 5590623"/>
              <a:gd name="connsiteY1" fmla="*/ 0 h 6858000"/>
              <a:gd name="connsiteX2" fmla="*/ 5590623 w 5590623"/>
              <a:gd name="connsiteY2" fmla="*/ 5112985 h 6858000"/>
              <a:gd name="connsiteX3" fmla="*/ 3845608 w 5590623"/>
              <a:gd name="connsiteY3" fmla="*/ 6858000 h 6858000"/>
              <a:gd name="connsiteX4" fmla="*/ 99715 w 5590623"/>
              <a:gd name="connsiteY4" fmla="*/ 6858000 h 6858000"/>
              <a:gd name="connsiteX5" fmla="*/ 0 w 5590623"/>
              <a:gd name="connsiteY5" fmla="*/ 685296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590623" h="6858000">
                <a:moveTo>
                  <a:pt x="0" y="0"/>
                </a:moveTo>
                <a:lnTo>
                  <a:pt x="5590623" y="0"/>
                </a:lnTo>
                <a:lnTo>
                  <a:pt x="5590623" y="5112985"/>
                </a:lnTo>
                <a:cubicBezTo>
                  <a:pt x="5590623" y="6076730"/>
                  <a:pt x="4809354" y="6858000"/>
                  <a:pt x="3845608" y="6858000"/>
                </a:cubicBezTo>
                <a:lnTo>
                  <a:pt x="99715" y="6858000"/>
                </a:lnTo>
                <a:lnTo>
                  <a:pt x="0" y="6852965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C5FC4FE-969C-3430-8E2D-D1961B0E5B6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2AF8041-59E3-15F2-6902-E9C22C333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D27CEAE8-ACAD-92D0-B0A7-F2FED32A53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529182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892300" y="1028699"/>
            <a:ext cx="8432800" cy="3683001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92300" y="4876799"/>
            <a:ext cx="8432800" cy="1099109"/>
          </a:xfrm>
        </p:spPr>
        <p:txBody>
          <a:bodyPr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6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0EA5083-CBDA-234C-ADF4-DE0F10961C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B46CB32-AE1A-C161-F8AD-B5C4C197C0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B321B52-8912-5727-807C-9B371A898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632073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5 Text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D3B1BB6E-B06C-A17C-8C3E-79EABCBE4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0731A7D4-E0B1-9EFC-60E9-55B28D5F0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F379DD77-5A9A-AFFB-A8F9-07D52E7790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986779" y="489057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0" name="Rectangle 89">
            <a:extLst>
              <a:ext uri="{FF2B5EF4-FFF2-40B4-BE49-F238E27FC236}">
                <a16:creationId xmlns:a16="http://schemas.microsoft.com/office/drawing/2014/main" id="{8D81854D-7A68-8152-BE67-C5FD9CA58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257699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1">
            <a:extLst>
              <a:ext uri="{FF2B5EF4-FFF2-40B4-BE49-F238E27FC236}">
                <a16:creationId xmlns:a16="http://schemas.microsoft.com/office/drawing/2014/main" id="{EA9BC805-8AC0-6973-6307-402D4873D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307406" y="37265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22A121-F74E-1DBB-F90E-9ECA5D27387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64941" y="2587692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41A28972-BB4A-9DE5-EC1C-17EC2CEC12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22438" y="225583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>
              <a:lnSpc>
                <a:spcPct val="100000"/>
              </a:lnSpc>
              <a:defRPr sz="1800" b="1"/>
            </a:lvl2pPr>
            <a:lvl3pPr>
              <a:lnSpc>
                <a:spcPct val="100000"/>
              </a:lnSpc>
              <a:defRPr sz="1800" b="1"/>
            </a:lvl3pPr>
            <a:lvl4pPr>
              <a:lnSpc>
                <a:spcPct val="100000"/>
              </a:lnSpc>
              <a:defRPr sz="1800" b="1"/>
            </a:lvl4pPr>
            <a:lvl5pPr>
              <a:lnSpc>
                <a:spcPct val="100000"/>
              </a:lnSpc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1934284-00BE-576C-F2BA-050CD34490B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4941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2D4614F8-0641-9496-CFCF-28C79812257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722438" y="340955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104425C6-1E3A-2D07-F971-EA5DD926CB8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4941" y="4888713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F10C586E-C370-0572-962A-51D7AD99CB16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722438" y="4563278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676BF66F-CB64-BBEF-FBC9-3B4A250FF5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85543" y="2590187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15F872C-5958-E6E3-B049-C7D76BD6022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47318" y="224428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9563155-4732-CF95-38F9-9E62545CF2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85543" y="3736734"/>
            <a:ext cx="511674" cy="444763"/>
          </a:xfrm>
        </p:spPr>
        <p:txBody>
          <a:bodyPr anchor="ctr"/>
          <a:lstStyle>
            <a:lvl1pPr marL="0" indent="0" algn="ctr">
              <a:buNone/>
              <a:defRPr sz="1800" b="1">
                <a:solidFill>
                  <a:schemeClr val="bg2"/>
                </a:solidFill>
                <a:latin typeface="+mj-lt"/>
              </a:defRPr>
            </a:lvl1pPr>
            <a:lvl2pPr>
              <a:defRPr sz="1800">
                <a:latin typeface="+mj-lt"/>
              </a:defRPr>
            </a:lvl2pPr>
            <a:lvl3pPr>
              <a:defRPr sz="1800">
                <a:latin typeface="+mj-lt"/>
              </a:defRPr>
            </a:lvl3pPr>
            <a:lvl4pPr>
              <a:defRPr sz="1800">
                <a:latin typeface="+mj-lt"/>
              </a:defRPr>
            </a:lvl4pPr>
            <a:lvl5pPr>
              <a:defRPr sz="1800">
                <a:latin typeface="+mj-lt"/>
              </a:defRPr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48632D52-9F72-E6F7-9843-8646F95B5FA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47318" y="3398009"/>
            <a:ext cx="4381500" cy="1111250"/>
          </a:xfrm>
        </p:spPr>
        <p:txBody>
          <a:bodyPr anchor="ctr"/>
          <a:lstStyle>
            <a:lvl1pPr marL="0" indent="0">
              <a:lnSpc>
                <a:spcPct val="100000"/>
              </a:lnSpc>
              <a:buFontTx/>
              <a:buNone/>
              <a:defRPr sz="1800" b="1">
                <a:latin typeface="+mj-lt"/>
              </a:defRPr>
            </a:lvl1pPr>
            <a:lvl2pPr marL="457200" indent="0">
              <a:lnSpc>
                <a:spcPct val="100000"/>
              </a:lnSpc>
              <a:buFontTx/>
              <a:buNone/>
              <a:defRPr sz="1800" b="1"/>
            </a:lvl2pPr>
            <a:lvl3pPr marL="914400" indent="0">
              <a:lnSpc>
                <a:spcPct val="100000"/>
              </a:lnSpc>
              <a:buFontTx/>
              <a:buNone/>
              <a:defRPr sz="1800" b="1"/>
            </a:lvl3pPr>
            <a:lvl4pPr marL="1371600" indent="0">
              <a:lnSpc>
                <a:spcPct val="100000"/>
              </a:lnSpc>
              <a:buFontTx/>
              <a:buNone/>
              <a:defRPr sz="1800" b="1"/>
            </a:lvl4pPr>
            <a:lvl5pPr marL="1828800" indent="0">
              <a:lnSpc>
                <a:spcPct val="100000"/>
              </a:lnSpc>
              <a:buFontTx/>
              <a:buNone/>
              <a:defRPr sz="1800" b="1"/>
            </a:lvl5pPr>
          </a:lstStyle>
          <a:p>
            <a:pPr lvl="0"/>
            <a:r>
              <a:rPr lang="en-GB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020874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1915" y="1058974"/>
            <a:ext cx="7839200" cy="814279"/>
          </a:xfrm>
        </p:spPr>
        <p:txBody>
          <a:bodyPr lIns="0" tIns="0" rIns="0" bIns="0" anchor="b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915AA-7D4E-CEF2-0E27-CA6FB479DB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81914" y="2032000"/>
            <a:ext cx="10371883" cy="39830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E8E960A-184B-47C0-C68F-43E1F03C64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800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34D0DFAE-ECB5-DB29-9C6B-1662CE0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09268C7-DA35-8A6D-469A-DEC704288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DBA6A-1CB5-96D5-F35C-B3AFB4AB3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D5ED06C3-D451-CC0C-50D8-69D1AB8723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747888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E18C40-517B-C014-D81B-823BAE2FD5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8" y="1542474"/>
            <a:ext cx="10504000" cy="447256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5526D3A9-25EF-273F-0E13-3524534685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636B9F0-0AA4-2C68-C74E-D1921EFEE7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A9B5B83-6D7B-707F-F948-6BD712772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E29DE8E-07F5-D1B2-C0AF-4DDB3060C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5AFC956-0159-EEB8-6BC1-9C3F1B1AE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4598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-1325880"/>
            <a:ext cx="10515600" cy="1325880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4095B0E-61E1-13CE-6F7F-EE3F7FD0FD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198" y="314036"/>
            <a:ext cx="10515600" cy="57010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9A793-2C0E-8F06-4362-96A1983B58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C9044-6596-30C3-95FD-F186F8096A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5F415-CF39-9236-9576-0DF9F95C15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843250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10504000" cy="848979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04FB75-D5E0-9511-4FD2-C68C1C091E5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49799" y="1847276"/>
            <a:ext cx="10498202" cy="416776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C1F12379-188A-C977-1150-3E5925DBE4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BBEF7DA-BA6D-A07F-F03E-2BC9F8B311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FC858912-AA2F-5EAF-FCD4-B77FA992F0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D429890D-AAF9-8BC9-BD12-23ABDAA045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4611981F-BBC7-0DC8-FC22-8FF2B06CB4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798546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74D1E701-C09D-5C9D-D6F0-B24CF24DE81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624949" y="2385975"/>
            <a:ext cx="5728848" cy="245479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FB65093-A00A-3EDD-C0C5-4CDFFD32BA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3D35FF5-CE2E-247E-ACA9-67EA0D2584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C35B66F-F94E-7191-89B2-9BC080EC5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9" name="Straight Connector 31">
            <a:extLst>
              <a:ext uri="{FF2B5EF4-FFF2-40B4-BE49-F238E27FC236}">
                <a16:creationId xmlns:a16="http://schemas.microsoft.com/office/drawing/2014/main" id="{318DEC2A-2948-AEF3-C9E8-2ED520DE08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6F8E1B26-93AA-F87D-FBC9-B4B64DEAF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25614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67179A23-77F8-DF71-F294-EBB8C50418C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126188" y="2258569"/>
            <a:ext cx="6227609" cy="35570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E5B8C-BD87-04ED-9CEF-4AFD2D0C8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1EFC9-7505-F7FF-CF6B-86AB994377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F0AB1-6FFC-E765-BFAA-96D0299632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40363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8BE3F9A9-6F1E-9A87-9F34-719BDBBB17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034BEAC-979B-C481-66E0-57CBE849F2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633B9A1-B856-0C6C-BE29-3F7047578B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574AC177-8C09-79F3-8CC6-DA60495C44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B15B36F5-13CB-A1A3-0ECD-756964BC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8D56DEF8-59B1-77EC-4BF9-9B1E066C8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EAC0D963-F67D-C0B7-83D7-353132816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18E2A2FC-47FE-82C3-DDCE-775263AF6B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27784" y="1109588"/>
            <a:ext cx="6126013" cy="463882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842261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7456"/>
            <a:ext cx="4142232" cy="4940661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4B042FA-40F9-5B1B-253A-F9E4CE1EFE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217913B-B30A-FA59-DEB0-EE00CE0E2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0BC0D2D-F6C3-AAB2-BE9B-976038A367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233E3486-94FE-93B7-B905-AD9FCF0CBC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11974C7-CCAB-1907-BE37-42979777A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2">
            <a:extLst>
              <a:ext uri="{FF2B5EF4-FFF2-40B4-BE49-F238E27FC236}">
                <a16:creationId xmlns:a16="http://schemas.microsoft.com/office/drawing/2014/main" id="{06A3D12A-2FB9-F068-52F8-5ECB59CF79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F5C18F72-C84F-D063-4732-84EC0978C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D273858-FBFD-DEAE-AD96-5C657A6EFD3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18548" y="877457"/>
            <a:ext cx="6135249" cy="494066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737794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DE26A1A-0C2E-AA4F-2BFD-2FC457BEE9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E13558B-C550-D97A-0993-90E482774F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B01AD3E-A936-38B4-4A48-03DBD2461E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F7CAE20-16AA-488D-A148-9F47CEF0D1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11F815CC-EECB-FB5B-68C1-C48FC508C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EF9D6568-E832-17EE-6E8D-6D4F80BEF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2EC9985A-8A31-E099-A519-A003E3B94C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81B36D-31CE-2315-D28B-4F83E6A8691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25829" y="831919"/>
            <a:ext cx="6822170" cy="5194159"/>
          </a:xfrm>
        </p:spPr>
        <p:txBody>
          <a:bodyPr anchor="ctr"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177537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03" y="740002"/>
            <a:ext cx="10664992" cy="1108799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BB123-E35D-F0AD-599A-36331CA67F5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3503" y="1930401"/>
            <a:ext cx="10664981" cy="110879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FAD5CE30-2042-C9F0-1D52-67FF1CCCF5B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 flipH="1">
            <a:off x="763503" y="3125456"/>
            <a:ext cx="10664990" cy="3003882"/>
          </a:xfrm>
          <a:custGeom>
            <a:avLst/>
            <a:gdLst>
              <a:gd name="connsiteX0" fmla="*/ 717565 w 10664990"/>
              <a:gd name="connsiteY0" fmla="*/ 0 h 3003882"/>
              <a:gd name="connsiteX1" fmla="*/ 10664990 w 10664990"/>
              <a:gd name="connsiteY1" fmla="*/ 0 h 3003882"/>
              <a:gd name="connsiteX2" fmla="*/ 10664990 w 10664990"/>
              <a:gd name="connsiteY2" fmla="*/ 2040791 h 3003882"/>
              <a:gd name="connsiteX3" fmla="*/ 9701899 w 10664990"/>
              <a:gd name="connsiteY3" fmla="*/ 3003882 h 3003882"/>
              <a:gd name="connsiteX4" fmla="*/ 0 w 10664990"/>
              <a:gd name="connsiteY4" fmla="*/ 3003882 h 3003882"/>
              <a:gd name="connsiteX5" fmla="*/ 0 w 10664990"/>
              <a:gd name="connsiteY5" fmla="*/ 807576 h 3003882"/>
              <a:gd name="connsiteX6" fmla="*/ 6866 w 10664990"/>
              <a:gd name="connsiteY6" fmla="*/ 739470 h 3003882"/>
              <a:gd name="connsiteX7" fmla="*/ 663997 w 10664990"/>
              <a:gd name="connsiteY7" fmla="*/ 13774 h 30038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664990" h="3003882">
                <a:moveTo>
                  <a:pt x="717565" y="0"/>
                </a:moveTo>
                <a:lnTo>
                  <a:pt x="10664990" y="0"/>
                </a:lnTo>
                <a:lnTo>
                  <a:pt x="10664990" y="2040791"/>
                </a:lnTo>
                <a:cubicBezTo>
                  <a:pt x="10664990" y="2572691"/>
                  <a:pt x="10233799" y="3003882"/>
                  <a:pt x="9701899" y="3003882"/>
                </a:cubicBezTo>
                <a:lnTo>
                  <a:pt x="0" y="3003882"/>
                </a:lnTo>
                <a:lnTo>
                  <a:pt x="0" y="807576"/>
                </a:lnTo>
                <a:lnTo>
                  <a:pt x="6866" y="739470"/>
                </a:lnTo>
                <a:cubicBezTo>
                  <a:pt x="77427" y="394648"/>
                  <a:pt x="332267" y="116953"/>
                  <a:pt x="663997" y="13774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8CA2A0CC-FD1D-090E-B032-2727A33C2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14E31B0-796E-475E-1937-AD368956E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AF8FA102-64A1-8ADA-C519-B41858DD31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1" name="Straight Connector 31">
            <a:extLst>
              <a:ext uri="{FF2B5EF4-FFF2-40B4-BE49-F238E27FC236}">
                <a16:creationId xmlns:a16="http://schemas.microsoft.com/office/drawing/2014/main" id="{EBE4D70A-6370-D227-8C8A-E57CB8CE71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270487BC-62D0-8122-EE28-32BF73CE6A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92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7F25448-0DAF-84AF-957A-8B7DD3CAE29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0440" y="3666843"/>
            <a:ext cx="5950361" cy="17814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F619FEFE-FA24-AF33-24CC-8CF8C2EA533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4ABCDF30-736E-DDCD-8995-04081136DC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DCB8639-0E62-F8EE-441C-1B7A70F4D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1946413-27AA-1378-FE96-418D8349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46" name="Straight Connector 31">
            <a:extLst>
              <a:ext uri="{FF2B5EF4-FFF2-40B4-BE49-F238E27FC236}">
                <a16:creationId xmlns:a16="http://schemas.microsoft.com/office/drawing/2014/main" id="{6E886974-A437-755C-8DD2-D1FAF1F4C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70087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32">
            <a:extLst>
              <a:ext uri="{FF2B5EF4-FFF2-40B4-BE49-F238E27FC236}">
                <a16:creationId xmlns:a16="http://schemas.microsoft.com/office/drawing/2014/main" id="{A9ECFDDC-497E-4477-382E-22B08D2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16934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0099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0000" y="825622"/>
            <a:ext cx="6858000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337403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0173E1F8-C04C-8FCF-9E14-B4E1DB2FFA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90001" y="1876088"/>
            <a:ext cx="6858000" cy="41389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C540298-18F9-BB50-4F7D-8DBF53B1A0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3470C8BC-9567-FE0B-27FF-87FC864EA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7C8A89B-AF92-C4D9-9581-EF8D76660C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sp>
        <p:nvSpPr>
          <p:cNvPr id="20" name="Freeform: Shape 8">
            <a:extLst>
              <a:ext uri="{FF2B5EF4-FFF2-40B4-BE49-F238E27FC236}">
                <a16:creationId xmlns:a16="http://schemas.microsoft.com/office/drawing/2014/main" id="{6D6A59D5-A266-1465-E5EF-E8F22D2CF9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88000" y="1215042"/>
            <a:ext cx="504000" cy="661046"/>
          </a:xfrm>
          <a:custGeom>
            <a:avLst/>
            <a:gdLst>
              <a:gd name="connsiteX0" fmla="*/ 0 w 3383176"/>
              <a:gd name="connsiteY0" fmla="*/ 0 h 661046"/>
              <a:gd name="connsiteX1" fmla="*/ 3383176 w 3383176"/>
              <a:gd name="connsiteY1" fmla="*/ 0 h 661046"/>
              <a:gd name="connsiteX2" fmla="*/ 3383176 w 3383176"/>
              <a:gd name="connsiteY2" fmla="*/ 661046 h 661046"/>
              <a:gd name="connsiteX3" fmla="*/ 0 w 3383176"/>
              <a:gd name="connsiteY3" fmla="*/ 661046 h 6610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3176" h="661046">
                <a:moveTo>
                  <a:pt x="0" y="0"/>
                </a:moveTo>
                <a:lnTo>
                  <a:pt x="3383176" y="0"/>
                </a:lnTo>
                <a:lnTo>
                  <a:pt x="3383176" y="661046"/>
                </a:lnTo>
                <a:lnTo>
                  <a:pt x="0" y="661046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800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AC124138-469D-E937-2DC9-4834258748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DCD94ED-A7C3-B922-5276-E0CFC541E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874271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F416DC19-3EE2-3837-631A-80C6DAE26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0439" y="1447057"/>
            <a:ext cx="5950364" cy="2033790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DFD5174A-D175-9F7D-91D2-BF215C7FAC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60401" y="3629901"/>
            <a:ext cx="5970402" cy="18183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25" name="Freeform: Shape 23">
            <a:extLst>
              <a:ext uri="{FF2B5EF4-FFF2-40B4-BE49-F238E27FC236}">
                <a16:creationId xmlns:a16="http://schemas.microsoft.com/office/drawing/2014/main" id="{89FDD3A7-399A-2E72-FF25-BF24500FF67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41163" y="1447057"/>
            <a:ext cx="4570398" cy="4001232"/>
          </a:xfrm>
          <a:custGeom>
            <a:avLst/>
            <a:gdLst>
              <a:gd name="connsiteX0" fmla="*/ 850828 w 4570398"/>
              <a:gd name="connsiteY0" fmla="*/ 0 h 4001232"/>
              <a:gd name="connsiteX1" fmla="*/ 4570398 w 4570398"/>
              <a:gd name="connsiteY1" fmla="*/ 0 h 4001232"/>
              <a:gd name="connsiteX2" fmla="*/ 4570398 w 4570398"/>
              <a:gd name="connsiteY2" fmla="*/ 4001232 h 4001232"/>
              <a:gd name="connsiteX3" fmla="*/ 0 w 4570398"/>
              <a:gd name="connsiteY3" fmla="*/ 4001232 h 4001232"/>
              <a:gd name="connsiteX4" fmla="*/ 0 w 4570398"/>
              <a:gd name="connsiteY4" fmla="*/ 850828 h 4001232"/>
              <a:gd name="connsiteX5" fmla="*/ 850828 w 4570398"/>
              <a:gd name="connsiteY5" fmla="*/ 0 h 4001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70398" h="4001232">
                <a:moveTo>
                  <a:pt x="850828" y="0"/>
                </a:moveTo>
                <a:lnTo>
                  <a:pt x="4570398" y="0"/>
                </a:lnTo>
                <a:lnTo>
                  <a:pt x="4570398" y="4001232"/>
                </a:lnTo>
                <a:lnTo>
                  <a:pt x="0" y="4001232"/>
                </a:lnTo>
                <a:lnTo>
                  <a:pt x="0" y="850828"/>
                </a:lnTo>
                <a:cubicBezTo>
                  <a:pt x="0" y="380929"/>
                  <a:pt x="380929" y="0"/>
                  <a:pt x="85082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CF167BF-3D71-20AF-2E69-EA5752A6E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C953D09-438D-5340-80C3-D1668C25A4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1737F91-61A6-9573-FAEE-32AB394D0B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2" name="Straight Connector 32">
            <a:extLst>
              <a:ext uri="{FF2B5EF4-FFF2-40B4-BE49-F238E27FC236}">
                <a16:creationId xmlns:a16="http://schemas.microsoft.com/office/drawing/2014/main" id="{143CB0A4-DCC7-ECD1-D1DC-7A37717979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1">
            <a:extLst>
              <a:ext uri="{FF2B5EF4-FFF2-40B4-BE49-F238E27FC236}">
                <a16:creationId xmlns:a16="http://schemas.microsoft.com/office/drawing/2014/main" id="{A52A0D3B-29E2-5893-0F38-FC610A31D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12167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561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902598-98B0-111E-C570-D294DFF63A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985613" y="2530765"/>
            <a:ext cx="4361688" cy="348427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F530FC37-80EF-0A07-0887-E72EE2F2E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B5D7C95-B96F-1B15-0186-8CF2D27B0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E8935CD5-5B1B-FE89-B83F-E43E648ADA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CFFC6615-4187-7A83-63EE-BF6CF6B2B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4A13F58F-07D6-B33D-BD64-C72F39E3D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13404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0E64AB3-51D9-9992-E51A-78ADA62E2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63" y="831918"/>
            <a:ext cx="4361688" cy="152704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C65082D8-BAB5-0BFE-8BA8-E50FFE04E27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21529"/>
            <a:ext cx="4361688" cy="349351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992B4E0B-09D2-1770-AF0A-79593CF5C03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80428" y="831918"/>
            <a:ext cx="5767509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F3135D21-9D7B-C592-F9B1-C45527BFFF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076E13FC-6FF0-0B11-2B96-ECCD78FC3A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0F63308A-4914-FAA4-AF71-EA8AB8B74D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1BFCDEF0-A571-1775-D666-DD70D4326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B6AF83C9-36E2-6852-74FB-AB9B9B4846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068839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5064" y="825622"/>
            <a:ext cx="4522936" cy="932688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1EB3780-5266-3444-3317-22ACFFCE499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825065" y="1902698"/>
            <a:ext cx="4522936" cy="411234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27B9E5B2-7325-82CA-6062-3169FE7D58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4C01CB96-C098-D789-185D-0A6FED880F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D270D577-1A93-F8B5-EC60-749030FF6F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F95D4149-5D4A-C071-F2F9-529F92199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5F2CF751-80F5-AC12-9235-FEBCA21CF7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2199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490" y="831919"/>
            <a:ext cx="4572000" cy="932688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B882F52C-7359-FD40-71A5-15E3C8B2A1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73491" y="1921164"/>
            <a:ext cx="4572000" cy="40938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FFE30C-67A7-0896-8382-BABCD70340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E6BC6-9D59-8976-032A-6B639BC50D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30EEB-A8D0-4D9B-FDE5-0FCE3DC7DD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FA6FBC27-AA27-A480-F758-AA0A0E3487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3181070F-26E0-0C0D-6747-547B88616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512257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432" y="831918"/>
            <a:ext cx="3401568" cy="1527048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65AB92A-BAA8-BA88-5315-6CDEB9B717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946433" y="2512293"/>
            <a:ext cx="3401568" cy="35027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ECD858A2-3AA3-29EC-34E4-F6890BAEEF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3321516-7241-6346-DEBE-42DAA310AB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4A23FE0-8FD5-337D-C29C-60458812C0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0" name="Straight Connector 31">
            <a:extLst>
              <a:ext uri="{FF2B5EF4-FFF2-40B4-BE49-F238E27FC236}">
                <a16:creationId xmlns:a16="http://schemas.microsoft.com/office/drawing/2014/main" id="{01CF247D-9042-90FD-312C-A1D50781E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B84D435-085C-D7FE-B28F-B6977BBEA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620857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01568" cy="152704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69C6F0A-B174-5013-4DDB-AB20BA8268B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2549236"/>
            <a:ext cx="3401568" cy="346580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33E85C36-1ED6-1795-08DB-23696B5302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192E76A4-FFBE-61B8-F59B-EC1CE3BF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82745D-51FE-069C-245E-4F44EB7798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6" name="Straight Connector 31">
            <a:extLst>
              <a:ext uri="{FF2B5EF4-FFF2-40B4-BE49-F238E27FC236}">
                <a16:creationId xmlns:a16="http://schemas.microsoft.com/office/drawing/2014/main" id="{E4F783A1-78AA-BF8E-8A22-FCBFCE05B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32">
            <a:extLst>
              <a:ext uri="{FF2B5EF4-FFF2-40B4-BE49-F238E27FC236}">
                <a16:creationId xmlns:a16="http://schemas.microsoft.com/office/drawing/2014/main" id="{F749601C-05D8-E636-3210-CF2A8713A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60736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454" y="831919"/>
            <a:ext cx="3273552" cy="2035696"/>
          </a:xfrm>
        </p:spPr>
        <p:txBody>
          <a:bodyPr anchor="b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A6011F-285F-BCE2-F758-C63F33675A0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80245" y="2983345"/>
            <a:ext cx="3273552" cy="303169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9FF9B-D63D-5137-0473-E4C0988E77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8104BA7A-7438-73D7-F9C7-AB3C9A7E00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6204760-0885-A02F-0067-BD4AC55CC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385EA8A6-8678-1948-5F2D-5CF4833E0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295486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3B9F398C-FAF1-1B27-836C-F97B88F782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79594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8" y="4509559"/>
            <a:ext cx="4579339" cy="1516522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F99E67D-47D5-3842-1385-6C2F08D20E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569531" y="4509558"/>
            <a:ext cx="5778466" cy="151651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D78DFD8-B1C6-7604-1671-4CDAC39128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921C03-3153-09AF-0D57-A0D96EBE1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86E0734-2C6E-8C3B-65F2-133B94CFCF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233068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999" y="3785800"/>
            <a:ext cx="2953618" cy="2240280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C2A94BD-34CC-6470-1478-1D549D046B8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62400" y="3785795"/>
            <a:ext cx="7391397" cy="22402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82F43E7-55DC-C610-6DA1-0251237351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AE1085B-0F8A-711E-D721-A4D350D794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738CBE5-2DAC-95AD-3EE9-B0A0F53401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F8884F71-7DBC-7C26-DB2C-731FCBC2E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7712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813CFB62-5831-FDE1-34F0-38FCD7614D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962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658576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8"/>
            <a:ext cx="2953618" cy="2240279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03CBF087-ADB9-D746-ED3D-8EAC47AF3E1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971639" y="824390"/>
            <a:ext cx="7376359" cy="224780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9BA7EC8-1425-F948-FB17-5F51DEC987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94AE2EC-59C3-D91C-8CD6-658F68BC5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6BBD3BD-F630-46F9-25B2-85A0E608D8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76BDEB52-5B02-AD88-F4C8-F7406429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3778D6D3-2293-3FE4-3124-63EF2E3A5E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664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080589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963" y="858337"/>
            <a:ext cx="10504000" cy="970463"/>
          </a:xfrm>
        </p:spPr>
        <p:txBody>
          <a:bodyPr anchor="ctr"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F023DEB-EBD2-ECA5-19D2-F448BDC7606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38998" y="2081048"/>
            <a:ext cx="4114800" cy="394503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524FB994-9B85-2B55-198D-4925FB1F21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FCC0375-2AE8-A777-C3E0-7D2E3B0F61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0637823D-6C6E-38BE-B6BE-096424E8DF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33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79475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38845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52884"/>
            <a:ext cx="4672584" cy="1453896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D55DF58-60BC-15D0-99C3-6E7F78EBD70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708073" y="852884"/>
            <a:ext cx="5645724" cy="516215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12407CB-320D-5895-BDF5-2C4178E05B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CFCA35D-4F04-2227-AD9D-98F1BD01B7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8A1129D-5B96-F258-CFFC-CF58226A7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BE6A6E60-0F31-180B-5E3F-E85797977E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E8990BD-673C-BFDE-354D-14C949F243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73347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3725"/>
            <a:ext cx="3657603" cy="1453896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39B8D2C3-5A67-946F-8429-CD7583E6B2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600" y="873726"/>
            <a:ext cx="6680197" cy="514131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E0A59B4-299A-C00C-5665-5D12C9EBBA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9C32A1D-8E68-C458-3E60-D6054C9204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1D864DC-4F3D-BA46-DED4-8D088584F2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E5C9C418-CC1A-8074-2930-D56275515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87758AAB-3FDA-3A2F-37ED-381B84536B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06171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rmAutofit/>
          </a:bodyPr>
          <a:lstStyle>
            <a:lvl1pPr algn="l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3999" y="5076496"/>
            <a:ext cx="7559021" cy="949583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607FA20-5F9E-5F1A-2995-42DE292E25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E53118E-49A5-7AAB-EB8C-E3E57CD9F9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D755146-626F-5951-A77D-DC3012AB5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2F96DE7D-2B90-57E1-B338-BE484C519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92356EB0-27E3-E63B-5A46-EF32523AD5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1231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4679631-7C3B-D21E-7FA5-358FCF45E9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EBEAF229-1E32-0FE6-E4A3-E02C9FAAAF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676071C-D183-B427-F1DA-639AE2B348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9" name="Straight Connector 31">
            <a:extLst>
              <a:ext uri="{FF2B5EF4-FFF2-40B4-BE49-F238E27FC236}">
                <a16:creationId xmlns:a16="http://schemas.microsoft.com/office/drawing/2014/main" id="{47BC41E4-A5C6-BE0D-6E66-832679642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8E0779B7-1774-CFF8-ED50-658BA7EEB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47116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rm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81D3DD9-10C8-C207-1E50-5F75DFD05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AA3F5E3-D7B9-CD19-945F-38980AEB92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FC4A806-42ED-564D-542E-AAAA4EAFD3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36CD38AE-A66F-08B7-774A-86EA48DC6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32">
            <a:extLst>
              <a:ext uri="{FF2B5EF4-FFF2-40B4-BE49-F238E27FC236}">
                <a16:creationId xmlns:a16="http://schemas.microsoft.com/office/drawing/2014/main" id="{96229C75-1749-7A15-57EA-3F40239C0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427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1103858D-9532-D59F-FE73-A52EB24F30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A34F1EA-1A45-A729-FE88-FBF390F44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7189E61-2D87-C5BC-948B-835B50188A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B99A632E-EAA8-D126-AC93-60A78F8F8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28CDBC42-8DE5-DE9A-947A-15C0C6B2D5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579336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A2BA1728-455B-BDAB-6419-C04536C197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DDBA5A5-E947-E342-A677-E3AFE378DD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EDC2686-2DAB-B424-F10D-506D01DF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4" name="Straight Connector 31">
            <a:extLst>
              <a:ext uri="{FF2B5EF4-FFF2-40B4-BE49-F238E27FC236}">
                <a16:creationId xmlns:a16="http://schemas.microsoft.com/office/drawing/2014/main" id="{6D22A03E-28FE-53DA-5B6A-383215ED1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32">
            <a:extLst>
              <a:ext uri="{FF2B5EF4-FFF2-40B4-BE49-F238E27FC236}">
                <a16:creationId xmlns:a16="http://schemas.microsoft.com/office/drawing/2014/main" id="{81A987AB-C78C-597A-CC63-6E545EDEC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126909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4E269EE-28E5-BB8D-160A-2C905B350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D3A4CC-2170-D513-478A-C60C50FE1F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F018A10-98B1-2374-E4F2-709B641CB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3" name="Straight Connector 31">
            <a:extLst>
              <a:ext uri="{FF2B5EF4-FFF2-40B4-BE49-F238E27FC236}">
                <a16:creationId xmlns:a16="http://schemas.microsoft.com/office/drawing/2014/main" id="{173B7D00-3E0F-D372-F868-E62DE8E2C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32">
            <a:extLst>
              <a:ext uri="{FF2B5EF4-FFF2-40B4-BE49-F238E27FC236}">
                <a16:creationId xmlns:a16="http://schemas.microsoft.com/office/drawing/2014/main" id="{D187FA62-E4DF-283A-B2BB-2DADBA4EEC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67204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9EFA2AD-E749-9F60-705D-DE0941E262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8138B0B-E7B2-93DE-E6AD-66530C4A9C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08BC1B4-A19E-EF55-F8A5-8DB265F1C1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24" name="Straight Connector 31">
            <a:extLst>
              <a:ext uri="{FF2B5EF4-FFF2-40B4-BE49-F238E27FC236}">
                <a16:creationId xmlns:a16="http://schemas.microsoft.com/office/drawing/2014/main" id="{B3027282-55C0-23E2-F9D0-56E407957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32">
            <a:extLst>
              <a:ext uri="{FF2B5EF4-FFF2-40B4-BE49-F238E27FC236}">
                <a16:creationId xmlns:a16="http://schemas.microsoft.com/office/drawing/2014/main" id="{DC379414-CF7D-9895-A99E-1AA396B9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3091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FC19029B-E3E6-1F4D-FA22-F5BD874176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40A4B2-F740-621D-1480-FB55668AE4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A1A48FF9-74DF-1DDE-C86D-58BAE32E8B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43E09413-BF03-4EDB-7DA9-C0CBF04FE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873150D4-24A2-988A-C893-A637A2FA91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9775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rm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rm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824B5ABA-190E-BEB5-573F-F64D2D575B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FB98919-5529-CCFE-1092-A9D62454CE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1631FAD-95BD-D50C-3496-63D8FB39DB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1" name="Straight Connector 31">
            <a:extLst>
              <a:ext uri="{FF2B5EF4-FFF2-40B4-BE49-F238E27FC236}">
                <a16:creationId xmlns:a16="http://schemas.microsoft.com/office/drawing/2014/main" id="{68B23DD3-BCFF-9795-0CA9-AE9401F88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32">
            <a:extLst>
              <a:ext uri="{FF2B5EF4-FFF2-40B4-BE49-F238E27FC236}">
                <a16:creationId xmlns:a16="http://schemas.microsoft.com/office/drawing/2014/main" id="{535FCD9B-34CE-58F0-8CB6-B7CB1EEF8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9524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31919"/>
            <a:ext cx="10515600" cy="1132258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0961250B-543A-6F37-305B-5397B2D57B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115128"/>
            <a:ext cx="51577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101C122A-4474-6AF3-590D-B93E5FF99B6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115128"/>
            <a:ext cx="5183188" cy="39038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A7404D35-FA36-303B-9506-3CD0CAF6E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ABACB02-8504-5F46-9D13-168C82E2BC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F408501-24D6-36DD-2B2F-A53D1749A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2" name="Straight Connector 31">
            <a:extLst>
              <a:ext uri="{FF2B5EF4-FFF2-40B4-BE49-F238E27FC236}">
                <a16:creationId xmlns:a16="http://schemas.microsoft.com/office/drawing/2014/main" id="{6295426D-7EC9-29C7-0CAD-C64EF8184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692CB063-86B6-5775-3AD2-DF4E29DD1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46127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6374" y="838988"/>
            <a:ext cx="10461626" cy="1143292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4000" y="21429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4000" y="2844801"/>
            <a:ext cx="51577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4812" y="21429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64812" y="2844801"/>
            <a:ext cx="5183188" cy="31742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15B9C-3B12-7D73-101A-B7FF5D4562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95282CE-2FB9-AAD9-5683-E23E63D4438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607876E-CDDA-8EC2-D2D8-B041DA0D0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8" name="Straight Connector 31">
            <a:extLst>
              <a:ext uri="{FF2B5EF4-FFF2-40B4-BE49-F238E27FC236}">
                <a16:creationId xmlns:a16="http://schemas.microsoft.com/office/drawing/2014/main" id="{54FAAA69-6617-A985-B5BC-8A450B7E45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F7CDD230-E1EB-AB97-AA97-B6811E8B3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10653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6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29006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Rectangle 18">
            <a:extLst>
              <a:ext uri="{FF2B5EF4-FFF2-40B4-BE49-F238E27FC236}">
                <a16:creationId xmlns:a16="http://schemas.microsoft.com/office/drawing/2014/main" id="{8208A5D7-2403-1350-DEF6-007D02B92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CA25D2A-079E-516D-CCAD-920165503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529139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39" name="Text Placeholder 10">
            <a:extLst>
              <a:ext uri="{FF2B5EF4-FFF2-40B4-BE49-F238E27FC236}">
                <a16:creationId xmlns:a16="http://schemas.microsoft.com/office/drawing/2014/main" id="{BC32326B-44AF-69A5-8950-3E83EB14E4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2790" y="2076889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CCC11960-F75C-F63F-D4E4-8C19C5B899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2792" y="2851360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9" name="Rectangle 40">
            <a:extLst>
              <a:ext uri="{FF2B5EF4-FFF2-40B4-BE49-F238E27FC236}">
                <a16:creationId xmlns:a16="http://schemas.microsoft.com/office/drawing/2014/main" id="{FF347C45-9CAA-BA8B-3731-BEB81073E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CDFDE77-EF7F-9B62-D5CB-295BB8C3EBB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29139" y="392215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44" name="Text Placeholder 10">
            <a:extLst>
              <a:ext uri="{FF2B5EF4-FFF2-40B4-BE49-F238E27FC236}">
                <a16:creationId xmlns:a16="http://schemas.microsoft.com/office/drawing/2014/main" id="{0290AD35-CF09-6504-D01E-4C05D706F1C1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2162" y="3407356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3" name="Text Placeholder 10">
            <a:extLst>
              <a:ext uri="{FF2B5EF4-FFF2-40B4-BE49-F238E27FC236}">
                <a16:creationId xmlns:a16="http://schemas.microsoft.com/office/drawing/2014/main" id="{05368349-BD70-533F-1B19-8FD3F67FB7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2164" y="4181827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0" name="Rectangle 48">
            <a:extLst>
              <a:ext uri="{FF2B5EF4-FFF2-40B4-BE49-F238E27FC236}">
                <a16:creationId xmlns:a16="http://schemas.microsoft.com/office/drawing/2014/main" id="{CAC0BE5A-3FD4-01C0-EFCD-142421774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529372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67C06B3-86F3-BA14-C074-170923D252F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529139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49" name="Text Placeholder 10">
            <a:extLst>
              <a:ext uri="{FF2B5EF4-FFF2-40B4-BE49-F238E27FC236}">
                <a16:creationId xmlns:a16="http://schemas.microsoft.com/office/drawing/2014/main" id="{C7E3638A-E47B-2C16-051A-8CB00B9F895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32162" y="4732585"/>
            <a:ext cx="3530468" cy="739384"/>
          </a:xfrm>
        </p:spPr>
        <p:txBody>
          <a:bodyPr anchor="b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4CC468-3A85-49F0-099C-BC1F0F566DC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2164" y="5507056"/>
            <a:ext cx="3530466" cy="559032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Rectangle 89">
            <a:extLst>
              <a:ext uri="{FF2B5EF4-FFF2-40B4-BE49-F238E27FC236}">
                <a16:creationId xmlns:a16="http://schemas.microsoft.com/office/drawing/2014/main" id="{B592A1D3-2017-F169-B0A7-3173FF77C1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5249415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2E5F3B0A-2795-1AB7-EDA7-048B8FFC180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181203" y="524558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51" name="Text Placeholder 10">
            <a:extLst>
              <a:ext uri="{FF2B5EF4-FFF2-40B4-BE49-F238E27FC236}">
                <a16:creationId xmlns:a16="http://schemas.microsoft.com/office/drawing/2014/main" id="{0F680350-5C6D-05CD-2861-1CBCFF6E39D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817532" y="4732585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6541D57-A12D-E924-D596-DE278CD7F4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817534" y="5507056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2" name="Rectangle 81">
            <a:extLst>
              <a:ext uri="{FF2B5EF4-FFF2-40B4-BE49-F238E27FC236}">
                <a16:creationId xmlns:a16="http://schemas.microsoft.com/office/drawing/2014/main" id="{E8A6C772-C164-3CEA-A046-D9723CBD9F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3924200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73C2B03-4A5F-AABA-EC88-7F080083184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1203" y="392216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05</a:t>
            </a:r>
            <a:endParaRPr lang="zh-CN" altLang="en-US"/>
          </a:p>
        </p:txBody>
      </p:sp>
      <p:sp>
        <p:nvSpPr>
          <p:cNvPr id="46" name="Text Placeholder 10">
            <a:extLst>
              <a:ext uri="{FF2B5EF4-FFF2-40B4-BE49-F238E27FC236}">
                <a16:creationId xmlns:a16="http://schemas.microsoft.com/office/drawing/2014/main" id="{9EBEE5F4-6259-F130-927E-7FFB60A40FD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817532" y="3407356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5" name="Text Placeholder 10">
            <a:extLst>
              <a:ext uri="{FF2B5EF4-FFF2-40B4-BE49-F238E27FC236}">
                <a16:creationId xmlns:a16="http://schemas.microsoft.com/office/drawing/2014/main" id="{66237AC4-EBD4-DD9E-69D9-8D385F6C75A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17534" y="4181827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1" name="Rectangle 56">
            <a:extLst>
              <a:ext uri="{FF2B5EF4-FFF2-40B4-BE49-F238E27FC236}">
                <a16:creationId xmlns:a16="http://schemas.microsoft.com/office/drawing/2014/main" id="{3C5137EE-3743-D56F-8A63-2370A4C0D4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81831" y="2599076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5DB5C80C-26F8-0C95-154F-6DEEEDB323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181203" y="259873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06</a:t>
            </a:r>
            <a:endParaRPr lang="zh-CN" altLang="en-US"/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1580A2FB-D18E-CCE5-D7D5-AB29B0225C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818160" y="2076889"/>
            <a:ext cx="3530468" cy="739384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8B832846-EB9F-5EFA-F397-ED05D7CD5CB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818162" y="2851360"/>
            <a:ext cx="3530466" cy="55903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B4CA34A-70A6-28B9-6E95-DFAAFE588C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3CF4D40-3350-82F9-020E-252774AD81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74E27F63-E2E4-6C68-FD7F-46614FECBA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sp>
        <p:nvSpPr>
          <p:cNvPr id="24" name="Oval 14">
            <a:extLst>
              <a:ext uri="{FF2B5EF4-FFF2-40B4-BE49-F238E27FC236}">
                <a16:creationId xmlns:a16="http://schemas.microsoft.com/office/drawing/2014/main" id="{6F924045-417C-C278-4D5D-0671DFFEA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5" name="Oval 42">
            <a:extLst>
              <a:ext uri="{FF2B5EF4-FFF2-40B4-BE49-F238E27FC236}">
                <a16:creationId xmlns:a16="http://schemas.microsoft.com/office/drawing/2014/main" id="{5BC3F4C5-4FB3-F517-627A-E393C3CE2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096307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6" name="Oval 50">
            <a:extLst>
              <a:ext uri="{FF2B5EF4-FFF2-40B4-BE49-F238E27FC236}">
                <a16:creationId xmlns:a16="http://schemas.microsoft.com/office/drawing/2014/main" id="{1B466D3D-3E71-2F97-7F18-51F8A46E48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42873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7" name="Oval 58">
            <a:extLst>
              <a:ext uri="{FF2B5EF4-FFF2-40B4-BE49-F238E27FC236}">
                <a16:creationId xmlns:a16="http://schemas.microsoft.com/office/drawing/2014/main" id="{00CD6578-9EEA-5E52-3E03-6000B3C4C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2769072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8" name="Oval 83">
            <a:extLst>
              <a:ext uri="{FF2B5EF4-FFF2-40B4-BE49-F238E27FC236}">
                <a16:creationId xmlns:a16="http://schemas.microsoft.com/office/drawing/2014/main" id="{CD7CB540-1BF1-F1AC-AE10-C8B626E0A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926073" y="4094196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29" name="Oval 91">
            <a:extLst>
              <a:ext uri="{FF2B5EF4-FFF2-40B4-BE49-F238E27FC236}">
                <a16:creationId xmlns:a16="http://schemas.microsoft.com/office/drawing/2014/main" id="{B18690F7-0CC3-4A81-2333-82F551900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6879507" y="5419411"/>
            <a:ext cx="128008" cy="128008"/>
          </a:xfrm>
          <a:prstGeom prst="ellipse">
            <a:avLst/>
          </a:prstGeom>
          <a:solidFill>
            <a:schemeClr val="tx1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30" name="Freeform: Shape 8">
            <a:extLst>
              <a:ext uri="{FF2B5EF4-FFF2-40B4-BE49-F238E27FC236}">
                <a16:creationId xmlns:a16="http://schemas.microsoft.com/office/drawing/2014/main" id="{2AD7E1B5-43F5-AA4B-C9F4-7A7B6668FB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5160311" y="2094269"/>
            <a:ext cx="1831860" cy="3988301"/>
          </a:xfrm>
          <a:custGeom>
            <a:avLst/>
            <a:gdLst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0 w 2268638"/>
              <a:gd name="connsiteY3" fmla="*/ 5034987 h 5034987"/>
              <a:gd name="connsiteX4" fmla="*/ 0 w 2268638"/>
              <a:gd name="connsiteY4" fmla="*/ 1134319 h 5034987"/>
              <a:gd name="connsiteX5" fmla="*/ 1134319 w 2268638"/>
              <a:gd name="connsiteY5" fmla="*/ 0 h 5034987"/>
              <a:gd name="connsiteX0" fmla="*/ 1134319 w 2268638"/>
              <a:gd name="connsiteY0" fmla="*/ 0 h 5034987"/>
              <a:gd name="connsiteX1" fmla="*/ 2268638 w 2268638"/>
              <a:gd name="connsiteY1" fmla="*/ 1134319 h 5034987"/>
              <a:gd name="connsiteX2" fmla="*/ 2268637 w 2268638"/>
              <a:gd name="connsiteY2" fmla="*/ 5034987 h 5034987"/>
              <a:gd name="connsiteX3" fmla="*/ 486137 w 2268638"/>
              <a:gd name="connsiteY3" fmla="*/ 5023412 h 5034987"/>
              <a:gd name="connsiteX4" fmla="*/ 0 w 2268638"/>
              <a:gd name="connsiteY4" fmla="*/ 5034987 h 5034987"/>
              <a:gd name="connsiteX5" fmla="*/ 0 w 2268638"/>
              <a:gd name="connsiteY5" fmla="*/ 1134319 h 5034987"/>
              <a:gd name="connsiteX6" fmla="*/ 1134319 w 2268638"/>
              <a:gd name="connsiteY6" fmla="*/ 0 h 5034987"/>
              <a:gd name="connsiteX0" fmla="*/ 486137 w 2268638"/>
              <a:gd name="connsiteY0" fmla="*/ 5023412 h 5114852"/>
              <a:gd name="connsiteX1" fmla="*/ 0 w 2268638"/>
              <a:gd name="connsiteY1" fmla="*/ 5034987 h 5114852"/>
              <a:gd name="connsiteX2" fmla="*/ 0 w 2268638"/>
              <a:gd name="connsiteY2" fmla="*/ 1134319 h 5114852"/>
              <a:gd name="connsiteX3" fmla="*/ 1134319 w 2268638"/>
              <a:gd name="connsiteY3" fmla="*/ 0 h 5114852"/>
              <a:gd name="connsiteX4" fmla="*/ 2268638 w 2268638"/>
              <a:gd name="connsiteY4" fmla="*/ 1134319 h 5114852"/>
              <a:gd name="connsiteX5" fmla="*/ 2268637 w 2268638"/>
              <a:gd name="connsiteY5" fmla="*/ 5034987 h 5114852"/>
              <a:gd name="connsiteX6" fmla="*/ 577577 w 2268638"/>
              <a:gd name="connsiteY6" fmla="*/ 5114852 h 5114852"/>
              <a:gd name="connsiteX0" fmla="*/ 486137 w 2268638"/>
              <a:gd name="connsiteY0" fmla="*/ 5023412 h 5034987"/>
              <a:gd name="connsiteX1" fmla="*/ 0 w 2268638"/>
              <a:gd name="connsiteY1" fmla="*/ 5034987 h 5034987"/>
              <a:gd name="connsiteX2" fmla="*/ 0 w 2268638"/>
              <a:gd name="connsiteY2" fmla="*/ 1134319 h 5034987"/>
              <a:gd name="connsiteX3" fmla="*/ 1134319 w 2268638"/>
              <a:gd name="connsiteY3" fmla="*/ 0 h 5034987"/>
              <a:gd name="connsiteX4" fmla="*/ 2268638 w 2268638"/>
              <a:gd name="connsiteY4" fmla="*/ 1134319 h 5034987"/>
              <a:gd name="connsiteX5" fmla="*/ 2268637 w 2268638"/>
              <a:gd name="connsiteY5" fmla="*/ 5034987 h 5034987"/>
              <a:gd name="connsiteX0" fmla="*/ 0 w 2268638"/>
              <a:gd name="connsiteY0" fmla="*/ 5034987 h 5034987"/>
              <a:gd name="connsiteX1" fmla="*/ 0 w 2268638"/>
              <a:gd name="connsiteY1" fmla="*/ 1134319 h 5034987"/>
              <a:gd name="connsiteX2" fmla="*/ 1134319 w 2268638"/>
              <a:gd name="connsiteY2" fmla="*/ 0 h 5034987"/>
              <a:gd name="connsiteX3" fmla="*/ 2268638 w 2268638"/>
              <a:gd name="connsiteY3" fmla="*/ 1134319 h 5034987"/>
              <a:gd name="connsiteX4" fmla="*/ 2268637 w 2268638"/>
              <a:gd name="connsiteY4" fmla="*/ 5034987 h 50349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68638" h="5034987">
                <a:moveTo>
                  <a:pt x="0" y="5034987"/>
                </a:moveTo>
                <a:lnTo>
                  <a:pt x="0" y="1134319"/>
                </a:lnTo>
                <a:cubicBezTo>
                  <a:pt x="0" y="507852"/>
                  <a:pt x="507852" y="0"/>
                  <a:pt x="1134319" y="0"/>
                </a:cubicBezTo>
                <a:cubicBezTo>
                  <a:pt x="1760786" y="0"/>
                  <a:pt x="2268638" y="507852"/>
                  <a:pt x="2268638" y="1134319"/>
                </a:cubicBezTo>
                <a:cubicBezTo>
                  <a:pt x="2268638" y="2434542"/>
                  <a:pt x="2268637" y="3734764"/>
                  <a:pt x="2268637" y="5034987"/>
                </a:cubicBezTo>
              </a:path>
            </a:pathLst>
          </a:custGeom>
          <a:noFill/>
          <a:ln>
            <a:solidFill>
              <a:schemeClr val="tx1">
                <a:alpha val="40000"/>
              </a:schemeClr>
            </a:solidFill>
            <a:prstDash val="dash"/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170072F3-485C-71D2-6614-C68EABC5F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3209" y="6667495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CED45EB-CA8D-2EBD-0965-E6FEC42725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63433" y="-5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512699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2013" y="835983"/>
            <a:ext cx="10504000" cy="1101394"/>
          </a:xfrm>
        </p:spPr>
        <p:txBody>
          <a:bodyPr anchor="b"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FC3AD345-5725-4194-30F5-9464DB0F892D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22685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F0B2A43A-4011-3150-37FF-CDAA00D1FC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6250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3CF7AD25-AB7B-EDB3-88D7-930BD82D9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86250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CA43D5B7-B43F-3988-E9BA-9EC6DD74C15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877948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28D490E-BCD9-F5BD-3001-E54CAE54888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46046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E90F1AF-FABC-69A4-57F9-02FEEC2D804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46046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A248B268-9019-F21D-A6D5-820E2928E5F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633211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C85C39-CD2C-6707-E229-98AD380D0A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02143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A5BCFE58-E213-AF4E-97E9-0F38693F3E9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02143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526F3044-7765-F477-D32C-4962CDBB295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388473" y="2400057"/>
            <a:ext cx="1574806" cy="1749956"/>
          </a:xfrm>
          <a:custGeom>
            <a:avLst/>
            <a:gdLst>
              <a:gd name="connsiteX0" fmla="*/ 0 w 1574806"/>
              <a:gd name="connsiteY0" fmla="*/ 0 h 1749956"/>
              <a:gd name="connsiteX1" fmla="*/ 1574806 w 1574806"/>
              <a:gd name="connsiteY1" fmla="*/ 0 h 1749956"/>
              <a:gd name="connsiteX2" fmla="*/ 1574805 w 1574806"/>
              <a:gd name="connsiteY2" fmla="*/ 962553 h 1749956"/>
              <a:gd name="connsiteX3" fmla="*/ 787402 w 1574806"/>
              <a:gd name="connsiteY3" fmla="*/ 1749956 h 1749956"/>
              <a:gd name="connsiteX4" fmla="*/ 787403 w 1574806"/>
              <a:gd name="connsiteY4" fmla="*/ 1749955 h 1749956"/>
              <a:gd name="connsiteX5" fmla="*/ 0 w 1574806"/>
              <a:gd name="connsiteY5" fmla="*/ 962552 h 1749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74806" h="1749956">
                <a:moveTo>
                  <a:pt x="0" y="0"/>
                </a:moveTo>
                <a:lnTo>
                  <a:pt x="1574806" y="0"/>
                </a:lnTo>
                <a:lnTo>
                  <a:pt x="1574805" y="962553"/>
                </a:lnTo>
                <a:cubicBezTo>
                  <a:pt x="1574805" y="1397424"/>
                  <a:pt x="1222273" y="1749956"/>
                  <a:pt x="787402" y="1749956"/>
                </a:cubicBezTo>
                <a:lnTo>
                  <a:pt x="787403" y="1749955"/>
                </a:lnTo>
                <a:cubicBezTo>
                  <a:pt x="352532" y="1749955"/>
                  <a:pt x="0" y="1397423"/>
                  <a:pt x="0" y="96255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33" name="Text Placeholder 10">
            <a:extLst>
              <a:ext uri="{FF2B5EF4-FFF2-40B4-BE49-F238E27FC236}">
                <a16:creationId xmlns:a16="http://schemas.microsoft.com/office/drawing/2014/main" id="{A098182F-B410-1A03-C48A-02C44658BD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71564" y="4179296"/>
            <a:ext cx="2247677" cy="645155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34" name="Text Placeholder 10">
            <a:extLst>
              <a:ext uri="{FF2B5EF4-FFF2-40B4-BE49-F238E27FC236}">
                <a16:creationId xmlns:a16="http://schemas.microsoft.com/office/drawing/2014/main" id="{DF18BA57-4ECA-6719-5A69-A5A04C9F224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1564" y="4918684"/>
            <a:ext cx="2247676" cy="1319899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4F9CFA80-D4AA-3368-BD6D-83BCAE936C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A3242F8-9F2E-AD2D-10CD-37A53D94F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31078A5-5A4A-623A-01B6-2AAAAF90E9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8" name="Straight Connector 14">
            <a:extLst>
              <a:ext uri="{FF2B5EF4-FFF2-40B4-BE49-F238E27FC236}">
                <a16:creationId xmlns:a16="http://schemas.microsoft.com/office/drawing/2014/main" id="{31074CC2-5937-AFC8-1A1A-7A015DAE7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282042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5">
            <a:extLst>
              <a:ext uri="{FF2B5EF4-FFF2-40B4-BE49-F238E27FC236}">
                <a16:creationId xmlns:a16="http://schemas.microsoft.com/office/drawing/2014/main" id="{64DE9D23-BE63-F4BA-C094-88F0662C2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41804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EE609DF1-B11E-F16C-4627-773F9ED60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01566" y="2210847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1">
            <a:extLst>
              <a:ext uri="{FF2B5EF4-FFF2-40B4-BE49-F238E27FC236}">
                <a16:creationId xmlns:a16="http://schemas.microsoft.com/office/drawing/2014/main" id="{4489C308-841C-D2A7-8515-411CB01686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B60E0D5B-082D-4EB9-B1D4-EF2D236B0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2">
            <a:extLst>
              <a:ext uri="{FF2B5EF4-FFF2-40B4-BE49-F238E27FC236}">
                <a16:creationId xmlns:a16="http://schemas.microsoft.com/office/drawing/2014/main" id="{5B814A6C-6187-44A9-CE55-07E0F6A33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1">
            <a:extLst>
              <a:ext uri="{FF2B5EF4-FFF2-40B4-BE49-F238E27FC236}">
                <a16:creationId xmlns:a16="http://schemas.microsoft.com/office/drawing/2014/main" id="{CCF56FCA-E9F5-CED2-901F-8A806CBEC2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96453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41447"/>
            <a:ext cx="10504000" cy="1101394"/>
          </a:xfrm>
        </p:spPr>
        <p:txBody>
          <a:bodyPr/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D7EF3883-1825-BE98-6A0D-E5F37120BEC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9810" y="248648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9B5B1545-4ACF-EE87-EB8A-9B9EA972A53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9812" y="323794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356766D-F5E2-7904-2225-4694EA4883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79810" y="4181052"/>
            <a:ext cx="4338570" cy="739384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r">
              <a:lnSpc>
                <a:spcPct val="100000"/>
              </a:lnSpc>
              <a:defRPr sz="1800" b="1">
                <a:latin typeface="+mj-lt"/>
              </a:defRPr>
            </a:lvl2pPr>
            <a:lvl3pPr algn="r">
              <a:lnSpc>
                <a:spcPct val="100000"/>
              </a:lnSpc>
              <a:defRPr sz="1800" b="1">
                <a:latin typeface="+mj-lt"/>
              </a:defRPr>
            </a:lvl3pPr>
            <a:lvl4pPr algn="r">
              <a:lnSpc>
                <a:spcPct val="100000"/>
              </a:lnSpc>
              <a:defRPr sz="1800" b="1">
                <a:latin typeface="+mj-lt"/>
              </a:defRPr>
            </a:lvl4pPr>
            <a:lvl5pPr algn="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47425909-B584-C128-E335-0223B010439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179812" y="4932516"/>
            <a:ext cx="4338568" cy="806939"/>
          </a:xfrm>
        </p:spPr>
        <p:txBody>
          <a:bodyPr anchor="t"/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FBF39DC5-6867-0012-C4D0-DEE4708FC8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73618" y="245358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1B999FF2-3B3C-CAE5-8C40-0534622067F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73618" y="320504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7278CD6C-407A-4526-79EE-4485678B97A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73618" y="4148153"/>
            <a:ext cx="4338570" cy="739384"/>
          </a:xfrm>
        </p:spPr>
        <p:txBody>
          <a:bodyPr anchor="ctr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CAD15B38-6459-7007-6121-FBC970B5333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73618" y="4899617"/>
            <a:ext cx="4338568" cy="806939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D31E811-3CD5-0EFF-DE01-1A00973F08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29B724C-47BD-4F2A-3B9E-0708E9CC80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4C7665F0-017D-E5C3-9424-10E68875D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4" name="Straight Connector 31">
            <a:extLst>
              <a:ext uri="{FF2B5EF4-FFF2-40B4-BE49-F238E27FC236}">
                <a16:creationId xmlns:a16="http://schemas.microsoft.com/office/drawing/2014/main" id="{05921472-2B94-11CA-0EA0-AF6AEF589F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2">
            <a:extLst>
              <a:ext uri="{FF2B5EF4-FFF2-40B4-BE49-F238E27FC236}">
                <a16:creationId xmlns:a16="http://schemas.microsoft.com/office/drawing/2014/main" id="{03DC96CF-757E-BC05-38D0-8715C9F69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237CA06D-1180-342A-AFB2-C32BF9EEB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62DA1D6D-422E-EEDA-8DC9-5C5EAC4737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1840308-043D-3A53-DA0F-093E337CA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568068" y="4071131"/>
            <a:ext cx="90558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E90AB7-76A7-3140-4836-F21F77720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598756"/>
            <a:ext cx="0" cy="32720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01443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8">
            <a:extLst>
              <a:ext uri="{FF2B5EF4-FFF2-40B4-BE49-F238E27FC236}">
                <a16:creationId xmlns:a16="http://schemas.microsoft.com/office/drawing/2014/main" id="{312063DD-D3D1-D48D-11EA-EDAC9FBAC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2586118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7" name="Rectangle 40">
            <a:extLst>
              <a:ext uri="{FF2B5EF4-FFF2-40B4-BE49-F238E27FC236}">
                <a16:creationId xmlns:a16="http://schemas.microsoft.com/office/drawing/2014/main" id="{4C921615-3B06-6595-B602-0F0849223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354848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8" name="Rectangle 48">
            <a:extLst>
              <a:ext uri="{FF2B5EF4-FFF2-40B4-BE49-F238E27FC236}">
                <a16:creationId xmlns:a16="http://schemas.microsoft.com/office/drawing/2014/main" id="{E9E2CA2E-652A-8147-2CBE-16BDA07231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4504513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9" name="Rectangle 89">
            <a:extLst>
              <a:ext uri="{FF2B5EF4-FFF2-40B4-BE49-F238E27FC236}">
                <a16:creationId xmlns:a16="http://schemas.microsoft.com/office/drawing/2014/main" id="{1DF87C2B-8C15-4832-1A18-30D66F9D5F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697048" y="547323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" name="Picture Placeholder 35">
            <a:extLst>
              <a:ext uri="{FF2B5EF4-FFF2-40B4-BE49-F238E27FC236}">
                <a16:creationId xmlns:a16="http://schemas.microsoft.com/office/drawing/2014/main" id="{87DD0197-E213-DF84-42CD-9887AC3B20D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74559" y="1660358"/>
            <a:ext cx="3284621" cy="4393308"/>
          </a:xfrm>
          <a:custGeom>
            <a:avLst/>
            <a:gdLst>
              <a:gd name="connsiteX0" fmla="*/ 0 w 3284621"/>
              <a:gd name="connsiteY0" fmla="*/ 0 h 4393308"/>
              <a:gd name="connsiteX1" fmla="*/ 3284621 w 3284621"/>
              <a:gd name="connsiteY1" fmla="*/ 0 h 4393308"/>
              <a:gd name="connsiteX2" fmla="*/ 3284621 w 3284621"/>
              <a:gd name="connsiteY2" fmla="*/ 3448155 h 4393308"/>
              <a:gd name="connsiteX3" fmla="*/ 2529949 w 3284621"/>
              <a:gd name="connsiteY3" fmla="*/ 4374107 h 4393308"/>
              <a:gd name="connsiteX4" fmla="*/ 2339477 w 3284621"/>
              <a:gd name="connsiteY4" fmla="*/ 4393308 h 4393308"/>
              <a:gd name="connsiteX5" fmla="*/ 0 w 3284621"/>
              <a:gd name="connsiteY5" fmla="*/ 4393308 h 4393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84621" h="4393308">
                <a:moveTo>
                  <a:pt x="0" y="0"/>
                </a:moveTo>
                <a:lnTo>
                  <a:pt x="3284621" y="0"/>
                </a:lnTo>
                <a:lnTo>
                  <a:pt x="3284621" y="3448155"/>
                </a:lnTo>
                <a:cubicBezTo>
                  <a:pt x="3284621" y="3904900"/>
                  <a:pt x="2960639" y="4285975"/>
                  <a:pt x="2529949" y="4374107"/>
                </a:cubicBezTo>
                <a:lnTo>
                  <a:pt x="2339477" y="4393308"/>
                </a:lnTo>
                <a:lnTo>
                  <a:pt x="0" y="4393308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60AA0A21-9643-792E-B40A-5DB89874EBD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99627" y="2583005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BB4B5D46-5C52-2DA2-8089-EA46733694B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52800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2A504FA2-31FE-468B-69A7-13D5BA10A66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284680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2356F2BD-7A25-B79B-656B-55AA898FA31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699627" y="3545436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08D75F3-D873-218C-C569-C3DBD13C44E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8" y="347671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A37C09B9-3E6B-9A4E-4AA0-F5217106EA6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7" y="379551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47D3529-314A-3D85-945A-77F8AFC105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699627" y="4507867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CBE0DD6D-C751-78D6-C3E6-B5A77EC802EC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8" y="4425427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CDDB38E9-51B6-8E45-20E9-889F943BBB5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7" y="4744226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79B2345-6BEF-29F4-02D1-5CE78871ABF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699627" y="5470299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04</a:t>
            </a:r>
            <a:endParaRPr lang="zh-CN" altLang="en-US"/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4751958F-7DE9-CA8B-AD8C-3B50910872C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5371558" y="5375724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FC535E19-3BFE-726B-0921-3D3C814BB8A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71557" y="5694523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613182C9-E43B-4F41-1699-C6BD1ACD71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9C277D2-123D-59B7-B6D8-233FA49BB4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8AE435D-BDC8-3958-F039-8FE4CF1869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0484DEC-5F3C-C8B6-FF32-A87C00F2A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54978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32">
            <a:extLst>
              <a:ext uri="{FF2B5EF4-FFF2-40B4-BE49-F238E27FC236}">
                <a16:creationId xmlns:a16="http://schemas.microsoft.com/office/drawing/2014/main" id="{71BB0B2E-198F-B445-B5B4-A2D4125BA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5421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003524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194" y="664753"/>
            <a:ext cx="10404806" cy="1336218"/>
          </a:xfrm>
        </p:spPr>
        <p:txBody>
          <a:bodyPr/>
          <a:lstStyle>
            <a:lvl1pPr algn="l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3" name="Text Placeholder 1">
            <a:extLst>
              <a:ext uri="{FF2B5EF4-FFF2-40B4-BE49-F238E27FC236}">
                <a16:creationId xmlns:a16="http://schemas.microsoft.com/office/drawing/2014/main" id="{A28BEF0A-3979-E72C-A4EE-5F1F637674D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38153" y="2421470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420A46D8-C1DF-89B6-4A51-7FEB6D1AB11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8153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2558D232-6427-2E85-B213-F223738026B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679357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0645D0BC-A9DA-E12F-8E3A-D92E84DFAE4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679357" y="3805737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C29BC67B-8DB8-ED49-A71F-203D191FFC6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21374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5A65D9FC-079A-41A1-AD63-4FC557FAFE4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421374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35C612D0-E6BA-201C-B813-2AF097C4451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163391" y="2433696"/>
            <a:ext cx="2136022" cy="1161167"/>
          </a:xfrm>
        </p:spPr>
        <p:txBody>
          <a:bodyPr anchor="b"/>
          <a:lstStyle>
            <a:lvl1pPr marL="0" indent="0" algn="ctr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ctr">
              <a:lnSpc>
                <a:spcPct val="100000"/>
              </a:lnSpc>
              <a:defRPr sz="1800" b="1">
                <a:latin typeface="+mj-lt"/>
              </a:defRPr>
            </a:lvl2pPr>
            <a:lvl3pPr algn="ctr">
              <a:lnSpc>
                <a:spcPct val="100000"/>
              </a:lnSpc>
              <a:defRPr sz="1800" b="1">
                <a:latin typeface="+mj-lt"/>
              </a:defRPr>
            </a:lvl3pPr>
            <a:lvl4pPr algn="ctr">
              <a:lnSpc>
                <a:spcPct val="100000"/>
              </a:lnSpc>
              <a:defRPr sz="1800" b="1">
                <a:latin typeface="+mj-lt"/>
              </a:defRPr>
            </a:lvl4pPr>
            <a:lvl5pPr algn="ctr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8">
            <a:extLst>
              <a:ext uri="{FF2B5EF4-FFF2-40B4-BE49-F238E27FC236}">
                <a16:creationId xmlns:a16="http://schemas.microsoft.com/office/drawing/2014/main" id="{40A4EBF8-90AB-2AD7-7DE7-28533F6841D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163391" y="3799384"/>
            <a:ext cx="2129153" cy="1574154"/>
          </a:xfrm>
        </p:spPr>
        <p:txBody>
          <a:bodyPr anchor="t"/>
          <a:lstStyle>
            <a:lvl1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2pPr>
            <a:lvl3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ctr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53E57881-0F22-B028-F6F5-D6CC95E7B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9CDC47F-058C-1544-C172-0CF7FD50F2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013B132-4B65-6444-B551-EFCA3C00F5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9737AD9D-036B-D686-E1F7-D96BA9CE4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32">
            <a:extLst>
              <a:ext uri="{FF2B5EF4-FFF2-40B4-BE49-F238E27FC236}">
                <a16:creationId xmlns:a16="http://schemas.microsoft.com/office/drawing/2014/main" id="{31C53475-91B5-C2EE-3B43-0929FF081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2">
            <a:extLst>
              <a:ext uri="{FF2B5EF4-FFF2-40B4-BE49-F238E27FC236}">
                <a16:creationId xmlns:a16="http://schemas.microsoft.com/office/drawing/2014/main" id="{9DD4FCC2-EFD7-465D-BCEC-F58C8C879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0341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1">
            <a:extLst>
              <a:ext uri="{FF2B5EF4-FFF2-40B4-BE49-F238E27FC236}">
                <a16:creationId xmlns:a16="http://schemas.microsoft.com/office/drawing/2014/main" id="{CC192184-488F-FD72-3C76-41CA9EA4F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412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4">
            <a:extLst>
              <a:ext uri="{FF2B5EF4-FFF2-40B4-BE49-F238E27FC236}">
                <a16:creationId xmlns:a16="http://schemas.microsoft.com/office/drawing/2014/main" id="{5842CD27-CDAB-FAF1-4CE8-A5000A356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77173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15">
            <a:extLst>
              <a:ext uri="{FF2B5EF4-FFF2-40B4-BE49-F238E27FC236}">
                <a16:creationId xmlns:a16="http://schemas.microsoft.com/office/drawing/2014/main" id="{935411DC-B457-41AD-D330-F241093DB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119191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id="{792ABE52-35D0-6CC6-55AA-1493BF6FB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861209" y="2421470"/>
            <a:ext cx="0" cy="31623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77177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8">
            <a:extLst>
              <a:ext uri="{FF2B5EF4-FFF2-40B4-BE49-F238E27FC236}">
                <a16:creationId xmlns:a16="http://schemas.microsoft.com/office/drawing/2014/main" id="{F219FF9B-2AB2-FF14-1C42-2676138295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2886571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0" name="Rectangle 40">
            <a:extLst>
              <a:ext uri="{FF2B5EF4-FFF2-40B4-BE49-F238E27FC236}">
                <a16:creationId xmlns:a16="http://schemas.microsoft.com/office/drawing/2014/main" id="{90DC9388-2CF6-5752-E430-B0454588A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4175909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11" name="Rectangle 48">
            <a:extLst>
              <a:ext uri="{FF2B5EF4-FFF2-40B4-BE49-F238E27FC236}">
                <a16:creationId xmlns:a16="http://schemas.microsoft.com/office/drawing/2014/main" id="{4800356D-3D68-4E92-38D5-018F74A547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775436" y="5465247"/>
            <a:ext cx="468000" cy="468000"/>
          </a:xfrm>
          <a:prstGeom prst="rect">
            <a:avLst/>
          </a:prstGeom>
          <a:solidFill>
            <a:schemeClr val="tx1"/>
          </a:solidFill>
        </p:spPr>
        <p:txBody>
          <a:bodyPr wrap="square" lIns="0" tIns="0" rIns="0" bIns="0" rtlCol="0" anchor="ctr" anchorCtr="0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zh-CN" b="1" noProof="1">
              <a:solidFill>
                <a:schemeClr val="bg2"/>
              </a:solidFill>
              <a:latin typeface="+mj-lt"/>
              <a:ea typeface="+mj-ea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8" y="481646"/>
            <a:ext cx="7016816" cy="1642534"/>
          </a:xfrm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5BA2974B-49DF-3651-519D-5AB366F004D0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0" y="0"/>
            <a:ext cx="4210774" cy="6858000"/>
          </a:xfrm>
          <a:custGeom>
            <a:avLst/>
            <a:gdLst>
              <a:gd name="connsiteX0" fmla="*/ 0 w 4210774"/>
              <a:gd name="connsiteY0" fmla="*/ 0 h 6858000"/>
              <a:gd name="connsiteX1" fmla="*/ 660400 w 4210774"/>
              <a:gd name="connsiteY1" fmla="*/ 0 h 6858000"/>
              <a:gd name="connsiteX2" fmla="*/ 1028700 w 4210774"/>
              <a:gd name="connsiteY2" fmla="*/ 0 h 6858000"/>
              <a:gd name="connsiteX3" fmla="*/ 3466332 w 4210774"/>
              <a:gd name="connsiteY3" fmla="*/ 0 h 6858000"/>
              <a:gd name="connsiteX4" fmla="*/ 4210774 w 4210774"/>
              <a:gd name="connsiteY4" fmla="*/ 744442 h 6858000"/>
              <a:gd name="connsiteX5" fmla="*/ 4210774 w 4210774"/>
              <a:gd name="connsiteY5" fmla="*/ 6858000 h 6858000"/>
              <a:gd name="connsiteX6" fmla="*/ 1028700 w 4210774"/>
              <a:gd name="connsiteY6" fmla="*/ 6858000 h 6858000"/>
              <a:gd name="connsiteX7" fmla="*/ 660400 w 4210774"/>
              <a:gd name="connsiteY7" fmla="*/ 6858000 h 6858000"/>
              <a:gd name="connsiteX8" fmla="*/ 0 w 4210774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210774" h="6858000">
                <a:moveTo>
                  <a:pt x="0" y="0"/>
                </a:moveTo>
                <a:lnTo>
                  <a:pt x="660400" y="0"/>
                </a:lnTo>
                <a:lnTo>
                  <a:pt x="1028700" y="0"/>
                </a:lnTo>
                <a:lnTo>
                  <a:pt x="3466332" y="0"/>
                </a:lnTo>
                <a:cubicBezTo>
                  <a:pt x="3877476" y="0"/>
                  <a:pt x="4210774" y="333298"/>
                  <a:pt x="4210774" y="744442"/>
                </a:cubicBezTo>
                <a:lnTo>
                  <a:pt x="4210774" y="6858000"/>
                </a:lnTo>
                <a:lnTo>
                  <a:pt x="1028700" y="6858000"/>
                </a:lnTo>
                <a:lnTo>
                  <a:pt x="6604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FE3AEC9-EFD5-752C-B069-C72EB6BC680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776360" y="2890268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01</a:t>
            </a:r>
            <a:endParaRPr lang="zh-CN" altLang="en-US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6F9B8F46-AC0B-8FA1-C523-CF07533604B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371558" y="2826851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4C1C2E9-CE9E-CB42-8A96-9163BED4027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7" y="3145650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93FF2F-B192-CE88-DD52-228CC59E68D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776360" y="4173480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02</a:t>
            </a:r>
            <a:endParaRPr lang="zh-CN" altLang="en-US"/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341B4613-7F18-F348-A0D5-1A6F1E22A6D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371555" y="4103192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196AABFD-E1D2-F043-514A-DE1FF59810C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434691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C96F6E1F-8FDA-954E-935D-511AD1C1C36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776360" y="5465091"/>
            <a:ext cx="462842" cy="468312"/>
          </a:xfrm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b="1">
                <a:solidFill>
                  <a:schemeClr val="bg2"/>
                </a:solidFill>
                <a:latin typeface="+mj-lt"/>
              </a:defRPr>
            </a:lvl1pPr>
          </a:lstStyle>
          <a:p>
            <a:pPr lvl="0"/>
            <a:r>
              <a:rPr lang="en-US" altLang="zh-CN"/>
              <a:t>03</a:t>
            </a:r>
            <a:endParaRPr lang="zh-CN" altLang="en-US"/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FCF7760-891C-DE83-4D8A-42471D9674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371555" y="5375953"/>
            <a:ext cx="6342306" cy="306717"/>
          </a:xfrm>
        </p:spPr>
        <p:txBody>
          <a:bodyPr anchor="b"/>
          <a:lstStyle>
            <a:lvl1pPr marL="0" indent="0" algn="l">
              <a:lnSpc>
                <a:spcPct val="100000"/>
              </a:lnSpc>
              <a:buNone/>
              <a:defRPr sz="1800" b="1">
                <a:latin typeface="+mj-lt"/>
              </a:defRPr>
            </a:lvl1pPr>
            <a:lvl2pPr algn="l">
              <a:lnSpc>
                <a:spcPct val="100000"/>
              </a:lnSpc>
              <a:defRPr sz="1800" b="1">
                <a:latin typeface="+mj-lt"/>
              </a:defRPr>
            </a:lvl2pPr>
            <a:lvl3pPr algn="l">
              <a:lnSpc>
                <a:spcPct val="100000"/>
              </a:lnSpc>
              <a:defRPr sz="1800" b="1">
                <a:latin typeface="+mj-lt"/>
              </a:defRPr>
            </a:lvl3pPr>
            <a:lvl4pPr algn="l">
              <a:lnSpc>
                <a:spcPct val="100000"/>
              </a:lnSpc>
              <a:defRPr sz="1800" b="1">
                <a:latin typeface="+mj-lt"/>
              </a:defRPr>
            </a:lvl4pPr>
            <a:lvl5pPr algn="l">
              <a:lnSpc>
                <a:spcPct val="100000"/>
              </a:lnSpc>
              <a:defRPr sz="1800" b="1">
                <a:latin typeface="+mj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D9CF86D2-5E53-A8AE-8C23-3A6D4607E88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4" y="5705922"/>
            <a:ext cx="6342304" cy="566362"/>
          </a:xfrm>
        </p:spPr>
        <p:txBody>
          <a:bodyPr anchor="t"/>
          <a:lstStyle>
            <a:lvl1pPr marL="0" indent="0" algn="l">
              <a:lnSpc>
                <a:spcPct val="120000"/>
              </a:lnSpc>
              <a:spcBef>
                <a:spcPts val="0"/>
              </a:spcBef>
              <a:buNone/>
              <a:defRPr sz="1400" b="0">
                <a:latin typeface="+mn-lt"/>
              </a:defRPr>
            </a:lvl1pPr>
            <a:lvl2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2pPr>
            <a:lvl3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3pPr>
            <a:lvl4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4pPr>
            <a:lvl5pPr marL="0" algn="l">
              <a:lnSpc>
                <a:spcPct val="120000"/>
              </a:lnSpc>
              <a:spcBef>
                <a:spcPts val="0"/>
              </a:spcBef>
              <a:defRPr sz="1400" b="0">
                <a:latin typeface="+mn-lt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altLang="zh-CN"/>
              <a:t>Click to edit Master text styles</a:t>
            </a:r>
          </a:p>
        </p:txBody>
      </p:sp>
      <p:sp>
        <p:nvSpPr>
          <p:cNvPr id="20" name="Date Placeholder 3">
            <a:extLst>
              <a:ext uri="{FF2B5EF4-FFF2-40B4-BE49-F238E27FC236}">
                <a16:creationId xmlns:a16="http://schemas.microsoft.com/office/drawing/2014/main" id="{B4B489D2-4AE6-F4D6-9934-750DACF527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FE49C402-28ED-C05F-9B69-1D2B67A10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4FD68EAB-FDC4-C6A2-ADBB-1C2A4C0B1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3" name="Straight Connector 32">
            <a:extLst>
              <a:ext uri="{FF2B5EF4-FFF2-40B4-BE49-F238E27FC236}">
                <a16:creationId xmlns:a16="http://schemas.microsoft.com/office/drawing/2014/main" id="{987C3128-989C-3D0C-C502-4AEEE57A2B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00626" y="8950"/>
            <a:ext cx="0" cy="6849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1">
            <a:extLst>
              <a:ext uri="{FF2B5EF4-FFF2-40B4-BE49-F238E27FC236}">
                <a16:creationId xmlns:a16="http://schemas.microsoft.com/office/drawing/2014/main" id="{44B57F24-6A05-F896-ADC6-5E62E1764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6346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056508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9411AC7-7C73-0770-E586-60D7DF67D7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89A02A4-90B2-F621-2C48-053856927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B2197B5-4EE8-CC14-4097-04B951FD94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66424376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1757505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4000" y="2724912"/>
            <a:ext cx="3595634" cy="330116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7742" y="831919"/>
            <a:ext cx="6440258" cy="519416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8C5D408-FFA2-C974-5FEF-CC27E5CC84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ACDBC60-5DF7-DE99-0EC9-EBE53A356C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36DCDC3-178E-8B95-7074-DE6CCA64F4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CDAA91D8-83E5-F6A5-73F7-332B82EF9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D21357E9-5725-711B-9A81-C74A9E581F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5169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595634" cy="2212313"/>
          </a:xfrm>
        </p:spPr>
        <p:txBody>
          <a:bodyPr anchor="t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9024" y="3260034"/>
            <a:ext cx="3585586" cy="2766045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568B94C1-75B8-863F-960B-8786E9F6E6E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B6F973C8-8AF3-68C3-3AD0-FB5CD9ECA9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B8209AD-BB7C-894A-7EE2-639C0FC37B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6" name="Straight Connector 31">
            <a:extLst>
              <a:ext uri="{FF2B5EF4-FFF2-40B4-BE49-F238E27FC236}">
                <a16:creationId xmlns:a16="http://schemas.microsoft.com/office/drawing/2014/main" id="{4193EBB3-CE5F-A8BE-28F8-FC0734E92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1" y="6667500"/>
            <a:ext cx="121920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32">
            <a:extLst>
              <a:ext uri="{FF2B5EF4-FFF2-40B4-BE49-F238E27FC236}">
                <a16:creationId xmlns:a16="http://schemas.microsoft.com/office/drawing/2014/main" id="{196F95E7-D1CA-3B84-305B-BF7A68286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85319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256222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F8D387AC-5041-4BBD-7A52-6E3AE9E5B8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6385A3C-B30C-0D20-0384-965032C543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5E3BB09-562E-C7FE-E47E-94C117C17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018DAF8-7D84-87BB-5E5A-4E2B4E47C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F8DD68C9-ACCE-74DD-5873-5F94A7E756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71846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200">
                <a:solidFill>
                  <a:schemeClr val="tx1"/>
                </a:solidFill>
              </a:defRPr>
            </a:lvl2pPr>
            <a:lvl3pPr marL="457200" indent="0">
              <a:buNone/>
              <a:defRPr sz="1100">
                <a:solidFill>
                  <a:schemeClr val="tx1"/>
                </a:solidFill>
              </a:defRPr>
            </a:lvl3pPr>
            <a:lvl4pPr marL="685800" indent="0">
              <a:buNone/>
              <a:defRPr sz="1050">
                <a:solidFill>
                  <a:schemeClr val="tx1"/>
                </a:solidFill>
              </a:defRPr>
            </a:lvl4pPr>
            <a:lvl5pPr marL="914400" indent="0"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23B652D-563A-C94A-A80F-37E30BB00C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6B469B7B-575C-C7B6-33FA-91A14DEF4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084A6E-E5C4-0F80-C9A8-1A03B598C6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15" name="Straight Connector 31">
            <a:extLst>
              <a:ext uri="{FF2B5EF4-FFF2-40B4-BE49-F238E27FC236}">
                <a16:creationId xmlns:a16="http://schemas.microsoft.com/office/drawing/2014/main" id="{83A4E4F4-19A2-02D9-2198-CCD4837C1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-4750" y="253153"/>
            <a:ext cx="121967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32">
            <a:extLst>
              <a:ext uri="{FF2B5EF4-FFF2-40B4-BE49-F238E27FC236}">
                <a16:creationId xmlns:a16="http://schemas.microsoft.com/office/drawing/2014/main" id="{0E658B9B-3A7A-CA54-A5EF-D656D0A1F5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88588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2712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A82AABF-6C46-C7AD-A4C0-E45FB61940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4015" y="1597866"/>
            <a:ext cx="9758710" cy="3570255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ctr">
              <a:defRPr sz="60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CCB038B6-4602-D699-13D8-B547493FEF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03/12/2025</a:t>
            </a:r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2F764CB-3F63-304F-B1A6-306F5B1505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2152872-FA9B-0540-760C-C649EEBA0B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  <p:cxnSp>
        <p:nvCxnSpPr>
          <p:cNvPr id="37" name="Straight Connector 31">
            <a:extLst>
              <a:ext uri="{FF2B5EF4-FFF2-40B4-BE49-F238E27FC236}">
                <a16:creationId xmlns:a16="http://schemas.microsoft.com/office/drawing/2014/main" id="{9E7F9F25-6C66-45A9-994C-15E946ED2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0" y="6626102"/>
            <a:ext cx="12192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37C7A4F-3518-6695-ED4C-3D6F39E82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958532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8189144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D56CB-7729-4F9B-B383-5D5EDD1C4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9821333" y="4558433"/>
            <a:ext cx="2370667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39E53A78-6591-EEDA-1DFD-F106ECC52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821333" y="4558438"/>
            <a:ext cx="2370667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F5ADCC5-3878-853E-8614-59CF8B28106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21208" y="837382"/>
            <a:ext cx="7837069" cy="3696518"/>
          </a:xfrm>
        </p:spPr>
        <p:txBody>
          <a:bodyPr anchor="t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899E747C-251E-F759-ABCD-CD941BA33A5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21208" y="4648199"/>
            <a:ext cx="7837070" cy="891581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C031AA0C-A2A7-B56D-9661-B2A56DD37D1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21208" y="5730282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8A332-DECC-D8DD-0E19-762C6FFB93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4EB1C08-1A28-5224-563E-C8AF24A3F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45529DAF-CFD3-BC3E-C570-099DAEEB0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ectangle 9">
            <a:extLst>
              <a:ext uri="{FF2B5EF4-FFF2-40B4-BE49-F238E27FC236}">
                <a16:creationId xmlns:a16="http://schemas.microsoft.com/office/drawing/2014/main" id="{1C113ED2-FAFE-A686-C43C-7C104C28E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1580C5C3-0FF4-BA92-445D-48CC4C54F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EAB71EF6-F4ED-6CD6-E0C2-EAB75D0F0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821333" y="0"/>
            <a:ext cx="2370665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B24268F0-A8A4-E399-5FC5-6384B8BD9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835107" y="-1"/>
            <a:ext cx="2356893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AC4EA9-78A7-EDEB-A4B1-0E44AB226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821331" y="2456493"/>
            <a:ext cx="2370668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id="{ACCD3CEE-6646-969D-7160-69226A1B78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10444462" y="2810904"/>
            <a:ext cx="1124412" cy="2370664"/>
          </a:xfrm>
          <a:custGeom>
            <a:avLst/>
            <a:gdLst>
              <a:gd name="connsiteX0" fmla="*/ 600765 w 600765"/>
              <a:gd name="connsiteY0" fmla="*/ 0 h 1266628"/>
              <a:gd name="connsiteX1" fmla="*/ 600765 w 600765"/>
              <a:gd name="connsiteY1" fmla="*/ 1266628 h 1266628"/>
              <a:gd name="connsiteX2" fmla="*/ 508593 w 600765"/>
              <a:gd name="connsiteY2" fmla="*/ 1257336 h 1266628"/>
              <a:gd name="connsiteX3" fmla="*/ 0 w 600765"/>
              <a:gd name="connsiteY3" fmla="*/ 633314 h 1266628"/>
              <a:gd name="connsiteX4" fmla="*/ 508593 w 600765"/>
              <a:gd name="connsiteY4" fmla="*/ 9292 h 1266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0765" h="1266628">
                <a:moveTo>
                  <a:pt x="600765" y="0"/>
                </a:moveTo>
                <a:lnTo>
                  <a:pt x="600765" y="1266628"/>
                </a:lnTo>
                <a:lnTo>
                  <a:pt x="508593" y="1257336"/>
                </a:lnTo>
                <a:cubicBezTo>
                  <a:pt x="218339" y="1197942"/>
                  <a:pt x="0" y="941126"/>
                  <a:pt x="0" y="633314"/>
                </a:cubicBezTo>
                <a:cubicBezTo>
                  <a:pt x="0" y="325502"/>
                  <a:pt x="218339" y="68686"/>
                  <a:pt x="508593" y="929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86043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6">
            <a:extLst>
              <a:ext uri="{FF2B5EF4-FFF2-40B4-BE49-F238E27FC236}">
                <a16:creationId xmlns:a16="http://schemas.microsoft.com/office/drawing/2014/main" id="{3184A5B9-E2EB-CB8F-9FCE-B435678BB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937750" y="3696527"/>
            <a:ext cx="2254248" cy="3163005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id="{BEF628E3-8F76-0E9D-3DEE-A459731EFF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9937750" y="5736197"/>
            <a:ext cx="2254250" cy="1121803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94A9AA8-C219-474F-E074-634356B77D9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57225" y="837382"/>
            <a:ext cx="7837069" cy="3696518"/>
          </a:xfrm>
        </p:spPr>
        <p:txBody>
          <a:bodyPr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12979924-61C7-4C37-EAF2-46A0A2A2D13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57225" y="4648199"/>
            <a:ext cx="7837070" cy="1042877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946F423E-A433-4DDE-A3C0-3165FE754F6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57225" y="5883110"/>
            <a:ext cx="2349499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F24AAE30-F15B-1702-BB62-5EF514C387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3F5C5-ED4D-E322-2AF6-F166C684C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3C27666-6814-D528-A7CD-540241E7C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2" name="Rectangle 8">
            <a:extLst>
              <a:ext uri="{FF2B5EF4-FFF2-40B4-BE49-F238E27FC236}">
                <a16:creationId xmlns:a16="http://schemas.microsoft.com/office/drawing/2014/main" id="{75F1C151-830E-3940-1AE4-FB8D2BD62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Rectangle 9">
            <a:extLst>
              <a:ext uri="{FF2B5EF4-FFF2-40B4-BE49-F238E27FC236}">
                <a16:creationId xmlns:a16="http://schemas.microsoft.com/office/drawing/2014/main" id="{219F9CAC-9EAC-C1A6-0F7E-3F8E87DFD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1173937D-CDC9-73E6-6B3E-2447EC17A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9937750" y="1"/>
            <a:ext cx="2254248" cy="369499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CBC384E9-DFB8-C4B8-FD41-571F33CD6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37750" y="-2"/>
            <a:ext cx="2254250" cy="369651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76486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8">
            <a:extLst>
              <a:ext uri="{FF2B5EF4-FFF2-40B4-BE49-F238E27FC236}">
                <a16:creationId xmlns:a16="http://schemas.microsoft.com/office/drawing/2014/main" id="{B97416E4-EDCD-B6B0-871B-59B523934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Freeform: Shape 59">
            <a:extLst>
              <a:ext uri="{FF2B5EF4-FFF2-40B4-BE49-F238E27FC236}">
                <a16:creationId xmlns:a16="http://schemas.microsoft.com/office/drawing/2014/main" id="{E2D01E03-0AE5-38F7-B2E7-A561D2D8E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1" name="Rectangle 8">
            <a:extLst>
              <a:ext uri="{FF2B5EF4-FFF2-40B4-BE49-F238E27FC236}">
                <a16:creationId xmlns:a16="http://schemas.microsoft.com/office/drawing/2014/main" id="{F6DBF5FB-1D7F-AA76-089E-78475F22B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Freeform: Shape 59">
            <a:extLst>
              <a:ext uri="{FF2B5EF4-FFF2-40B4-BE49-F238E27FC236}">
                <a16:creationId xmlns:a16="http://schemas.microsoft.com/office/drawing/2014/main" id="{44A1C6DB-DBF1-64FE-805A-746B1CA7C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7D558E-B648-BBEB-46E0-F39608643FF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25650" y="1122363"/>
            <a:ext cx="8140700" cy="2387600"/>
          </a:xfrm>
        </p:spPr>
        <p:txBody>
          <a:bodyPr anchor="b">
            <a:no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764C513-A87E-FCB7-156B-282EBAF0198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25650" y="3602038"/>
            <a:ext cx="8140700" cy="881062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3D9CC7D7-743B-85D5-5C99-E91249AF7EA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1981200" y="5793918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0FA3A1DD-04DE-1541-1FFF-3A707AF505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7C9CB-6FF6-0287-178B-6CADEEB9D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84A680-FB9E-E42D-DDAA-5791A07BD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B3A19901-5D82-7B65-7782-E6852337B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id="{8F412048-B308-2DFC-686A-6DA382617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2" name="Rectangle 6">
            <a:extLst>
              <a:ext uri="{FF2B5EF4-FFF2-40B4-BE49-F238E27FC236}">
                <a16:creationId xmlns:a16="http://schemas.microsoft.com/office/drawing/2014/main" id="{EA419E24-8272-CD51-84D8-E7CA5E6F75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2" name="Freeform: Shape 9">
            <a:extLst>
              <a:ext uri="{FF2B5EF4-FFF2-40B4-BE49-F238E27FC236}">
                <a16:creationId xmlns:a16="http://schemas.microsoft.com/office/drawing/2014/main" id="{FC750F5C-AF95-4BA8-1FF7-DF14E175B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8EB19805-760B-FC22-27FF-2642CF681B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id="{16723D4D-CE24-1BFA-381F-67A51CF498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EDD86B10-8265-2F8F-A1C8-E1C52EB80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3" name="Freeform: Shape 9">
            <a:extLst>
              <a:ext uri="{FF2B5EF4-FFF2-40B4-BE49-F238E27FC236}">
                <a16:creationId xmlns:a16="http://schemas.microsoft.com/office/drawing/2014/main" id="{4EDA9D06-9457-35FD-607C-E7105181A1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7" y="3812957"/>
            <a:ext cx="1498042" cy="745484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164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49885F5-BCBD-1B93-4BD0-913F4539E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1973" y="3986909"/>
            <a:ext cx="11288052" cy="1331597"/>
          </a:xfrm>
        </p:spPr>
        <p:txBody>
          <a:bodyPr anchor="b">
            <a:noAutofit/>
          </a:bodyPr>
          <a:lstStyle>
            <a:lvl1pPr algn="l">
              <a:defRPr sz="5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B044FD8C-6C45-EC5E-5CA3-79C3C87BF83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1973" y="5416550"/>
            <a:ext cx="11288052" cy="615950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699621" y="964"/>
            <a:ext cx="5578791" cy="3888401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E6436228-797E-53A8-A7F9-52AD1B8E0F3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451973" y="6087722"/>
            <a:ext cx="1801825" cy="266701"/>
          </a:xfrm>
        </p:spPr>
        <p:txBody>
          <a:bodyPr lIns="0" tIns="0" rIns="0" bIns="0" anchor="b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84172-860D-1647-047C-C3738A9C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F49D81A-40A1-67EF-AB98-6D6B47001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D469B88-8070-4714-51D1-F43A0AFE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A13429-7FDC-7187-2143-8A9EEDD8A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93548" y="-195013"/>
            <a:ext cx="1957956" cy="234798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34876CF-E930-1022-BFB1-83127357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7597" y="3"/>
            <a:ext cx="2351132" cy="117001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763CC7-EA2E-97AB-5E20-B44890F7E6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203865" y="1754093"/>
            <a:ext cx="1940257" cy="23479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CA88D6-0F39-DB96-BA62-7586959D18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2544101" y="-198088"/>
            <a:ext cx="1954953" cy="235112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B13202E-A252-90D1-ED83-5D7FB9C4FA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551501" y="1746727"/>
            <a:ext cx="1940259" cy="235102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D2B2E8D-ECD5-FF51-A5CA-5FB0750DA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554974" y="1743143"/>
            <a:ext cx="1933202" cy="2351131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Rectangle 15">
            <a:extLst>
              <a:ext uri="{FF2B5EF4-FFF2-40B4-BE49-F238E27FC236}">
                <a16:creationId xmlns:a16="http://schemas.microsoft.com/office/drawing/2014/main" id="{BE33DCB4-EBE4-F9F4-40E1-A1109F436F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0253534" y="22400"/>
            <a:ext cx="1960861" cy="191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9D37B0-DB36-8B46-3EE5-848EE070FA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H="1">
            <a:off x="10265341" y="1968544"/>
            <a:ext cx="1937248" cy="191606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C49AE85A-7CA3-CA3E-CAC1-2D64B46897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10263835" y="1970054"/>
            <a:ext cx="1940259" cy="1916066"/>
          </a:xfrm>
          <a:custGeom>
            <a:avLst/>
            <a:gdLst>
              <a:gd name="connsiteX0" fmla="*/ 0 w 2115288"/>
              <a:gd name="connsiteY0" fmla="*/ 2092083 h 2092083"/>
              <a:gd name="connsiteX1" fmla="*/ 0 w 2115288"/>
              <a:gd name="connsiteY1" fmla="*/ 0 h 2092083"/>
              <a:gd name="connsiteX2" fmla="*/ 2115288 w 2115288"/>
              <a:gd name="connsiteY2" fmla="*/ 0 h 2092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15288" h="2092083">
                <a:moveTo>
                  <a:pt x="0" y="2092083"/>
                </a:moveTo>
                <a:lnTo>
                  <a:pt x="0" y="0"/>
                </a:lnTo>
                <a:lnTo>
                  <a:pt x="21152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3142562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F45E22-547F-B6E1-5F51-CFECC13B2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-7621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zh-CN" alt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D43FFF1-DDFA-80AA-76D1-22BD8FF1A0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32261" y="482261"/>
            <a:ext cx="5828395" cy="3987800"/>
          </a:xfrm>
        </p:spPr>
        <p:txBody>
          <a:bodyPr lIns="0" tIns="0" rIns="0" bIns="0" anchor="b">
            <a:noAutofit/>
          </a:bodyPr>
          <a:lstStyle>
            <a:lvl1pPr algn="r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A507D3A1-9DD8-7489-4AF4-BA29A6CDB4C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32260" y="4625351"/>
            <a:ext cx="5828396" cy="891675"/>
          </a:xfr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64491" y="1339850"/>
            <a:ext cx="3762007" cy="4905375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00F3AF08-58B8-1240-DC7F-D213996B2AE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71050" y="5982369"/>
            <a:ext cx="1589606" cy="266701"/>
          </a:xfrm>
        </p:spPr>
        <p:txBody>
          <a:bodyPr lIns="0" tIns="0" rIns="0" bIns="0" anchor="b">
            <a:noAutofit/>
          </a:bodyPr>
          <a:lstStyle>
            <a:lvl1pPr marL="0" indent="0" algn="r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CAC3F6DD-F963-7D20-7D44-A9471028FB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9D3E5DEB-74C0-2DEA-0038-2F0044213E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8EFCC32E-F87E-343D-5B5C-6507310CA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30E8E679-660F-5B58-91D7-9E0CDF0AB6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" y="-3"/>
            <a:ext cx="1360674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id="{8587E180-57E3-C8FA-E365-AB365B7F4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7937" y="-5"/>
            <a:ext cx="1352738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9C2F644D-1D4F-6486-A506-5B5A7BE498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0" y="2232018"/>
            <a:ext cx="1360677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8" name="Freeform: Shape 9">
            <a:extLst>
              <a:ext uri="{FF2B5EF4-FFF2-40B4-BE49-F238E27FC236}">
                <a16:creationId xmlns:a16="http://schemas.microsoft.com/office/drawing/2014/main" id="{155A9F5C-6C2B-B9A0-9DF2-D4B82FBE66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471537"/>
            <a:ext cx="1360678" cy="677127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6B928C87-B3CE-A38B-38D7-B0948D3E4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-2" y="4148664"/>
            <a:ext cx="1360677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Freeform: Shape 59">
            <a:extLst>
              <a:ext uri="{FF2B5EF4-FFF2-40B4-BE49-F238E27FC236}">
                <a16:creationId xmlns:a16="http://schemas.microsoft.com/office/drawing/2014/main" id="{1F867251-402A-C2DE-7D05-B8E48B7E7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0" y="4148663"/>
            <a:ext cx="1360678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1B4E1136-DFDD-32BF-5846-514278A0F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34332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4973B099-8DFA-53FB-1105-A26CC3601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814480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172139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1F45E22-547F-B6E1-5F51-CFECC13B28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5818" y="6245509"/>
            <a:ext cx="513411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1C19B4F-DFB6-9576-9DF4-96FE43A1EC9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0628" y="482261"/>
            <a:ext cx="5824186" cy="3987799"/>
          </a:xfrm>
        </p:spPr>
        <p:txBody>
          <a:bodyPr lIns="0" tIns="0" rIns="0" bIns="0" anchor="b">
            <a:no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D99BC2BC-8A72-7BB8-D8C8-CB385D30BB7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0628" y="4640704"/>
            <a:ext cx="5824186" cy="876323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3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2" name="Content Placeholder 8">
            <a:extLst>
              <a:ext uri="{FF2B5EF4-FFF2-40B4-BE49-F238E27FC236}">
                <a16:creationId xmlns:a16="http://schemas.microsoft.com/office/drawing/2014/main" id="{EC403ECD-0E61-4F10-7162-E98E5D2C68D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10629" y="5978808"/>
            <a:ext cx="1737322" cy="266701"/>
          </a:xfrm>
        </p:spPr>
        <p:txBody>
          <a:bodyPr lIns="0" tIns="0" rIns="0" bIns="0" anchor="b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r>
              <a:rPr lang="en-US" sz="1600"/>
              <a:t>Presenter Name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035CA494-5B62-D1F6-0DF6-40D86758938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5818" y="1331046"/>
            <a:ext cx="3772303" cy="4914460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742842F-049E-5CE5-521C-3D7CF4664B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57807E5-619C-C6C7-6226-8A9540B6D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873A478-35CD-870F-0A0C-AD044CED3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1B4E1136-DFDD-32BF-5846-514278A0F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4973B099-8DFA-53FB-1105-A26CC36014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4574" y="-104573"/>
            <a:ext cx="274322" cy="48347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F5FF0307-7223-2A57-49F7-205DFC3CA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AB33DB86-5F38-0CF7-F613-511E8B1B19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41" name="Rectangle 6">
            <a:extLst>
              <a:ext uri="{FF2B5EF4-FFF2-40B4-BE49-F238E27FC236}">
                <a16:creationId xmlns:a16="http://schemas.microsoft.com/office/drawing/2014/main" id="{B297F7B8-C42C-1B4A-C596-DA9004187D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Freeform: Shape 9">
            <a:extLst>
              <a:ext uri="{FF2B5EF4-FFF2-40B4-BE49-F238E27FC236}">
                <a16:creationId xmlns:a16="http://schemas.microsoft.com/office/drawing/2014/main" id="{3CDB4C82-C1F2-7A31-B0C0-EC7A16E86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833888" y="3428999"/>
            <a:ext cx="1366047" cy="71966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33" name="Rectangle 8">
            <a:extLst>
              <a:ext uri="{FF2B5EF4-FFF2-40B4-BE49-F238E27FC236}">
                <a16:creationId xmlns:a16="http://schemas.microsoft.com/office/drawing/2014/main" id="{D03B5295-1DAD-F67E-A9D1-1EDDEDAE03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833955" y="4148664"/>
            <a:ext cx="1365981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C681F86B-1EB2-1ABD-11BE-7405C317D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65980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780604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22365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l">
              <a:buNone/>
              <a:defRPr sz="30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06802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3984274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0350334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3547648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quence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id="{5EA40962-D6F9-CBBE-FF2C-4EC3830F9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EC816DDB-9EA2-DF6E-AAED-1B18863E5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A04F26B9-B28E-8D10-94D1-04FE26C5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4947CEF4-1632-7EBE-80C3-C52AE183F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80042" y="1649960"/>
            <a:ext cx="831916" cy="597807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 sz="2600" baseline="0">
                <a:solidFill>
                  <a:schemeClr val="tx1"/>
                </a:solidFill>
                <a:latin typeface="+mj-lt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28202" y="2558836"/>
            <a:ext cx="6735597" cy="2536289"/>
          </a:xfrm>
        </p:spPr>
        <p:txBody>
          <a:bodyPr lIns="0" tIns="0" rIns="0" bIns="0" anchor="t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AE61E74D-D5FA-5080-2F53-0087775B3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id="{470C155E-4CCC-564B-027C-CDC41E373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7285D770-FD07-EC97-B009-40BA4F4D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id="{9F696CCD-6826-7E03-C9F2-76B5BC139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1A24A50-A008-86B3-5F54-E8B7B3A9C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C476D228-FB57-F7F8-C68A-E3413EFE8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03673381-EECC-4D46-EDE7-C5E028BE1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id="{4441DE95-147E-9B38-A464-7A9CF35C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906148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010775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191875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364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1313" y="1316038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7230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00951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8325098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591D9F7-2AF5-7E15-28CD-C5189318CC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0"/>
            <a:ext cx="218122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402BE0-455F-CF23-B696-A4F06F4410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5862637"/>
            <a:ext cx="1000125" cy="100012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46653" y="2558836"/>
            <a:ext cx="6735597" cy="3793838"/>
          </a:xfrm>
        </p:spPr>
        <p:txBody>
          <a:bodyPr lIns="0" tIns="0" rIns="0" bIns="0" anchor="t">
            <a:noAutofit/>
          </a:bodyPr>
          <a:lstStyle>
            <a:lvl1pPr algn="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54D9E87A-1CDC-4014-2314-39FC7B07C83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 flipH="1">
            <a:off x="1000125" y="1316037"/>
            <a:ext cx="3230562" cy="4541837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940B915B-DDF9-DD98-A561-3684DEE38343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703BCA-69C2-3D24-7F07-71DD32C3B7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02907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ADD3443-0734-5152-8D04-B2D941101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657724" y="0"/>
            <a:ext cx="561975" cy="1123950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92580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8">
            <a:extLst>
              <a:ext uri="{FF2B5EF4-FFF2-40B4-BE49-F238E27FC236}">
                <a16:creationId xmlns:a16="http://schemas.microsoft.com/office/drawing/2014/main" id="{5EA40962-D6F9-CBBE-FF2C-4EC3830F9D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0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EC816DDB-9EA2-DF6E-AAED-1B18863E58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A04F26B9-B28E-8D10-94D1-04FE26C51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4947CEF4-1632-7EBE-80C3-C52AE183F6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3575A47E-66DF-0DFE-6068-FCE75A83C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8202" y="2160856"/>
            <a:ext cx="6735597" cy="2536289"/>
          </a:xfrm>
        </p:spPr>
        <p:txBody>
          <a:bodyPr lIns="0" tIns="0" rIns="0" bIns="0" anchor="ctr">
            <a:noAutofit/>
          </a:bodyPr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54A355-1144-8E9E-0708-A56938F03394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DB79E66C-660C-8962-2CA8-5B57D1713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AF8B1-E706-AD9A-FD16-CE6704805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AE61E74D-D5FA-5080-2F53-0087775B3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8" name="Freeform: Shape 59">
            <a:extLst>
              <a:ext uri="{FF2B5EF4-FFF2-40B4-BE49-F238E27FC236}">
                <a16:creationId xmlns:a16="http://schemas.microsoft.com/office/drawing/2014/main" id="{470C155E-4CCC-564B-027C-CDC41E373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7285D770-FD07-EC97-B009-40BA4F4D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5" name="Freeform: Shape 9">
            <a:extLst>
              <a:ext uri="{FF2B5EF4-FFF2-40B4-BE49-F238E27FC236}">
                <a16:creationId xmlns:a16="http://schemas.microsoft.com/office/drawing/2014/main" id="{9F696CCD-6826-7E03-C9F2-76B5BC139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1A24A50-A008-86B3-5F54-E8B7B3A9C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C476D228-FB57-F7F8-C68A-E3413EFE8E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03673381-EECC-4D46-EDE7-C5E028BE1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6" name="Freeform: Shape 9">
            <a:extLst>
              <a:ext uri="{FF2B5EF4-FFF2-40B4-BE49-F238E27FC236}">
                <a16:creationId xmlns:a16="http://schemas.microsoft.com/office/drawing/2014/main" id="{4441DE95-147E-9B38-A464-7A9CF35CE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1160298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, 6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78F1E9F-8DC0-3F47-3713-0A6BECA4A23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42963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01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229F71-3CE4-1A56-A454-B19344890E2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384268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Content Placeholder 2">
            <a:extLst>
              <a:ext uri="{FF2B5EF4-FFF2-40B4-BE49-F238E27FC236}">
                <a16:creationId xmlns:a16="http://schemas.microsoft.com/office/drawing/2014/main" id="{12F71417-AF87-8BCD-86C2-D6D8455F675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384403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EF0D168-760E-3567-B5E3-6EB79B152A5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21805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0ECA0-C9A9-7F6F-DDEE-49117E596C86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96257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CB9C6248-FAAF-2686-9707-F8099CFE5465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4962712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C9235EC0-5363-881D-ECDD-99F83432317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994871" y="2483403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03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C787FA2C-E603-94B3-BA10-F6645705849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535137" y="2308163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9" name="Content Placeholder 2">
            <a:extLst>
              <a:ext uri="{FF2B5EF4-FFF2-40B4-BE49-F238E27FC236}">
                <a16:creationId xmlns:a16="http://schemas.microsoft.com/office/drawing/2014/main" id="{7664AE50-9F09-679F-6A2C-FCFE2305B0FB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8541021" y="3221092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D091BDB1-D06A-F20F-BD0A-FA4BEE12E67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42963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04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4B2A11E-0D27-4D46-A91D-448866797E48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384268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2" name="Content Placeholder 2">
            <a:extLst>
              <a:ext uri="{FF2B5EF4-FFF2-40B4-BE49-F238E27FC236}">
                <a16:creationId xmlns:a16="http://schemas.microsoft.com/office/drawing/2014/main" id="{ABE6E289-1987-1965-BF2F-9BA862779B9C}"/>
              </a:ext>
            </a:extLst>
          </p:cNvPr>
          <p:cNvSpPr>
            <a:spLocks noGrp="1"/>
          </p:cNvSpPr>
          <p:nvPr>
            <p:ph idx="22"/>
          </p:nvPr>
        </p:nvSpPr>
        <p:spPr>
          <a:xfrm>
            <a:off x="1384403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35A2DADA-11CE-0CFF-67A5-C675A9F7976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421805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05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89CDCE3-2BC6-3295-3B7D-D64BF96C5457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96257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5" name="Content Placeholder 2">
            <a:extLst>
              <a:ext uri="{FF2B5EF4-FFF2-40B4-BE49-F238E27FC236}">
                <a16:creationId xmlns:a16="http://schemas.microsoft.com/office/drawing/2014/main" id="{CD76792D-C530-0E2F-8D16-3B89EFFB4FF6}"/>
              </a:ext>
            </a:extLst>
          </p:cNvPr>
          <p:cNvSpPr>
            <a:spLocks noGrp="1"/>
          </p:cNvSpPr>
          <p:nvPr>
            <p:ph idx="25"/>
          </p:nvPr>
        </p:nvSpPr>
        <p:spPr>
          <a:xfrm>
            <a:off x="4962712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436CB067-7239-D038-646D-52E7105AE7E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994871" y="4344531"/>
            <a:ext cx="434758" cy="385763"/>
          </a:xfrm>
        </p:spPr>
        <p:txBody>
          <a:bodyPr lIns="0" tIns="0" rIns="0" bIns="0" anchor="b">
            <a:noAutofit/>
          </a:bodyPr>
          <a:lstStyle>
            <a:lvl1pPr marL="0" indent="0" algn="ctr">
              <a:buNone/>
              <a:defRPr>
                <a:latin typeface="+mj-lt"/>
              </a:defRPr>
            </a:lvl1pPr>
          </a:lstStyle>
          <a:p>
            <a:pPr lvl="0"/>
            <a:r>
              <a:rPr lang="en-GB"/>
              <a:t>06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BA33470-6404-0E70-04B0-CDCAA18D436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535137" y="4174631"/>
            <a:ext cx="2812863" cy="788962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2pPr>
            <a:lvl3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3pPr>
            <a:lvl4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4pPr>
            <a:lvl5pPr>
              <a:lnSpc>
                <a:spcPct val="100000"/>
              </a:lnSpc>
              <a:spcBef>
                <a:spcPts val="0"/>
              </a:spcBef>
              <a:defRPr sz="1800" baseline="0">
                <a:latin typeface="+mj-lt"/>
                <a:ea typeface="+mj-ea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068F9459-BC8A-0B9B-0553-20FAA0BDB905}"/>
              </a:ext>
            </a:extLst>
          </p:cNvPr>
          <p:cNvSpPr>
            <a:spLocks noGrp="1"/>
          </p:cNvSpPr>
          <p:nvPr>
            <p:ph idx="28"/>
          </p:nvPr>
        </p:nvSpPr>
        <p:spPr>
          <a:xfrm>
            <a:off x="8541021" y="5087560"/>
            <a:ext cx="2812594" cy="7205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spcBef>
                <a:spcPts val="0"/>
              </a:spcBef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27687739-4F1B-4886-C248-53466C296513}"/>
              </a:ext>
            </a:extLst>
          </p:cNvPr>
          <p:cNvSpPr>
            <a:spLocks noGrp="1"/>
          </p:cNvSpPr>
          <p:nvPr>
            <p:ph type="dt" sz="half" idx="42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3E59676-000B-23C4-A79E-6F7EF618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8FF8B4-211F-D599-8942-4CEA19F21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F73199D-15C0-5009-084E-702074F0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3DC668-E35A-3B70-A10C-247B5A01B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81410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CAAAA72-0635-9135-A730-ECC45A439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86F79B09-7D88-8381-B406-AFD71843F9C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4000" y="2197099"/>
            <a:ext cx="10504000" cy="37741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35D5E2D8-F574-39FC-A2DB-A1AE4B96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74751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91D491-74AF-1110-DE2A-F94B0F8C0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578B1-7D93-F923-4A39-FF6F2B37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3E59676-000B-23C4-A79E-6F7EF618E4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1D8FF8B4-211F-D599-8942-4CEA19F21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F73199D-15C0-5009-084E-702074F044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3DC668-E35A-3B70-A10C-247B5A01B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9477038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1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323949A-41F3-9274-96B9-AE55D20E74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1" y="831919"/>
            <a:ext cx="10504000" cy="528186"/>
          </a:xfrm>
        </p:spPr>
        <p:txBody>
          <a:bodyPr anchor="ctr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A73CEA9-5FE2-4144-7BCF-29CF17143B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1474839"/>
            <a:ext cx="10504000" cy="455124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013246-8EC0-8C70-3F45-8768D7C5F7C9}"/>
              </a:ext>
            </a:extLst>
          </p:cNvPr>
          <p:cNvSpPr>
            <a:spLocks noGrp="1"/>
          </p:cNvSpPr>
          <p:nvPr>
            <p:ph type="dt" sz="half" idx="13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650C69B-A152-BD06-9047-9F7118B5F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27912CA5-005B-5D63-2624-E78C51C2E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Freeform: Shape 59">
            <a:extLst>
              <a:ext uri="{FF2B5EF4-FFF2-40B4-BE49-F238E27FC236}">
                <a16:creationId xmlns:a16="http://schemas.microsoft.com/office/drawing/2014/main" id="{693E4553-C52A-1094-51E7-50535E7697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6" name="Rectangle 9">
            <a:extLst>
              <a:ext uri="{FF2B5EF4-FFF2-40B4-BE49-F238E27FC236}">
                <a16:creationId xmlns:a16="http://schemas.microsoft.com/office/drawing/2014/main" id="{19C42F7F-708C-263A-B3B6-00E85FDE0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12D9E626-EA86-5127-0C73-7BCA5CC97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Freeform: Shape 59">
            <a:extLst>
              <a:ext uri="{FF2B5EF4-FFF2-40B4-BE49-F238E27FC236}">
                <a16:creationId xmlns:a16="http://schemas.microsoft.com/office/drawing/2014/main" id="{E36196F9-2EDE-D6C7-C18F-0CA6607F67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6073829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 (Ma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1248" y="-1424940"/>
            <a:ext cx="10515600" cy="1325880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143AB-871B-A40A-4ABF-203E36300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800" y="313467"/>
            <a:ext cx="11554400" cy="550700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E213731-C6F5-8BF4-CFFA-DB6F3E7CBA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7518267-D602-CAB2-16AC-CF280D72A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56B0E37-DA37-08EC-5352-201C44098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68144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17031" y="977462"/>
            <a:ext cx="6357939" cy="1639640"/>
          </a:xfrm>
        </p:spPr>
        <p:txBody>
          <a:bodyPr lIns="0" tIns="0" rIns="0" bIns="0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0179A78-77A7-2005-19C5-C07E817AB4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7030" y="3178628"/>
            <a:ext cx="6357939" cy="284745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1200"/>
            </a:lvl2pPr>
            <a:lvl3pPr marL="914400" indent="0" algn="ctr">
              <a:buNone/>
              <a:defRPr sz="1100"/>
            </a:lvl3pPr>
            <a:lvl4pPr marL="1371600" indent="0" algn="ctr">
              <a:buNone/>
              <a:defRPr sz="1050"/>
            </a:lvl4pPr>
            <a:lvl5pPr marL="1828800" indent="0" algn="ctr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0D3A9C5A-2E4F-8513-3BB5-484AF6AB01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271FE74-F4ED-F522-8E6C-987B7D926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64DB04A-B800-A67D-2202-5E3127DE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78FE1527-C73A-10FD-DC23-1B90C0C209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1"/>
            <a:ext cx="594723" cy="121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9606E1E0-F3DA-894A-2D3C-A22A48141A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1218702"/>
            <a:ext cx="592750" cy="35534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D037B66F-8A88-B401-B56A-B1819D1B7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772126"/>
            <a:ext cx="592750" cy="20858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8B4A883-7D2B-B3A4-E71C-97A5282E4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89" y="-1"/>
            <a:ext cx="589758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33DD5763-4396-FB3F-84CF-397FE27E14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5880326"/>
            <a:ext cx="592750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id="{79FFE37C-246F-C521-201C-7A3929C75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606189" y="0"/>
            <a:ext cx="593702" cy="977674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F03D9D30-3DEA-8443-E734-46EB19A66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92" y="2076566"/>
            <a:ext cx="589753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CFF138E9-CABA-E863-0725-2AF946DDF0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6189" y="5633579"/>
            <a:ext cx="589755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8091682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6">
            <a:extLst>
              <a:ext uri="{FF2B5EF4-FFF2-40B4-BE49-F238E27FC236}">
                <a16:creationId xmlns:a16="http://schemas.microsoft.com/office/drawing/2014/main" id="{0BBEF3D7-DB5B-7581-44D1-A96990F4C8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Freeform: Shape 59">
            <a:extLst>
              <a:ext uri="{FF2B5EF4-FFF2-40B4-BE49-F238E27FC236}">
                <a16:creationId xmlns:a16="http://schemas.microsoft.com/office/drawing/2014/main" id="{AA1200B2-C1B6-992C-FCB0-92D95EFEB4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3F37E9B1-B103-4DC6-4C5C-CBAE64410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69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ACE39DDF-DFF5-AB6F-F487-951C570FCC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385975"/>
            <a:ext cx="4325112" cy="24547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67BD2-62D0-543A-E4EC-DB0D7C8A1B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2385976"/>
            <a:ext cx="5464817" cy="24547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0CB7A08-999A-FAF6-CC22-3A805F7905F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1001B33-CCD1-56DE-1347-50FE52B44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5BA3F666-FC83-4A06-E2D1-F54F36EE1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63562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8347" y="2258568"/>
            <a:ext cx="3813048" cy="355701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1706AB-E4B8-078D-026D-990252BF26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2258568"/>
            <a:ext cx="6077527" cy="355701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Date Placeholder 3">
            <a:extLst>
              <a:ext uri="{FF2B5EF4-FFF2-40B4-BE49-F238E27FC236}">
                <a16:creationId xmlns:a16="http://schemas.microsoft.com/office/drawing/2014/main" id="{4DBBEFEB-B716-AD6B-320D-005C214A92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424575B1-A0F2-12EE-BB19-CB6ADE8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431A50-B82F-CFF9-D038-8C4456D09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F11A17-6EB4-B345-9C96-E6F438C8A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3B3BEDEF-57A1-D087-1E15-6B0456EC5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11370119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10E338B6-58A3-91A4-F5EB-CD40D614F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8">
            <a:extLst>
              <a:ext uri="{FF2B5EF4-FFF2-40B4-BE49-F238E27FC236}">
                <a16:creationId xmlns:a16="http://schemas.microsoft.com/office/drawing/2014/main" id="{5AD26084-EDDC-61FF-5474-7DF349CC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372089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1109587"/>
            <a:ext cx="4145582" cy="4638825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AF18FE0-442F-6AE0-4A34-0A68895F3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1109587"/>
            <a:ext cx="6077527" cy="4638825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DC0C90B-196D-619B-00AC-36C5F6C0B5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264F9FBE-A6F5-09E6-684B-233C0D23F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451D253-EA22-2614-2FD1-DC0FEB26E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46832F4-CE37-2BF9-DDF5-11B7ABE0B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394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Freeform: Shape 59">
            <a:extLst>
              <a:ext uri="{FF2B5EF4-FFF2-40B4-BE49-F238E27FC236}">
                <a16:creationId xmlns:a16="http://schemas.microsoft.com/office/drawing/2014/main" id="{7DBA236D-4EBB-E514-DF68-7891C120A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-229131" y="237025"/>
            <a:ext cx="1066800" cy="592750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Rectangle 9">
            <a:extLst>
              <a:ext uri="{FF2B5EF4-FFF2-40B4-BE49-F238E27FC236}">
                <a16:creationId xmlns:a16="http://schemas.microsoft.com/office/drawing/2014/main" id="{5A191311-3AF4-ADF9-7C92-3ED08ED5E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ED7C5B45-BE42-B3FC-6515-F1F37CCC2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97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6904881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77456"/>
            <a:ext cx="4142232" cy="4940661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4DD1C0B-8CAB-7B69-0068-FA66F2AC0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018" y="874923"/>
            <a:ext cx="6077527" cy="4940661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C4E1284-6ADD-36BA-D939-FD3B6B69F28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7EEB4352-9E14-63F9-D5BD-0659C3CCD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E9A0B020-52CF-C931-68F6-A67EAB112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reeform: Shape 16">
            <a:extLst>
              <a:ext uri="{FF2B5EF4-FFF2-40B4-BE49-F238E27FC236}">
                <a16:creationId xmlns:a16="http://schemas.microsoft.com/office/drawing/2014/main" id="{274252EB-C02E-C37B-E2A2-ABBFED7427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5" name="Freeform: Shape 17">
            <a:extLst>
              <a:ext uri="{FF2B5EF4-FFF2-40B4-BE49-F238E27FC236}">
                <a16:creationId xmlns:a16="http://schemas.microsoft.com/office/drawing/2014/main" id="{66E27A39-E979-7436-99F0-9EE45FC8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Freeform: Shape 19">
            <a:extLst>
              <a:ext uri="{FF2B5EF4-FFF2-40B4-BE49-F238E27FC236}">
                <a16:creationId xmlns:a16="http://schemas.microsoft.com/office/drawing/2014/main" id="{ACA57297-62CA-9D0A-0CFD-396A7514D3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id="{389D975E-EBA4-68ED-C38F-B40A2C9DC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942648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31919"/>
            <a:ext cx="3494314" cy="5194161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A46B297-C880-6157-3B17-0BC02453DF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831919"/>
            <a:ext cx="6742545" cy="5194161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0EECDA90-A26B-C002-52AC-C255703344E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7998B-12FC-4418-98A3-E280DFBA8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B562A23-051B-C681-23C4-7436AC396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9702558A-53E4-8EAB-6E0F-09871DB4F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4D9D4F1C-0061-C3CC-D460-24FDA6B88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BE74AEB5-27F7-D3F7-353D-F0C293E28A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038BAB3B-0C8B-44FB-985D-D01959AF8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7571890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6">
            <a:extLst>
              <a:ext uri="{FF2B5EF4-FFF2-40B4-BE49-F238E27FC236}">
                <a16:creationId xmlns:a16="http://schemas.microsoft.com/office/drawing/2014/main" id="{F32ACEC3-9042-9CA8-6E03-E51EC9B00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C406346C-7029-3258-5052-CEF732EAE2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1525127B-EAD0-C6C2-5539-A82B684A5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id="{0AD2D883-EB46-4708-231E-8E06FFCC0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51700B-05FA-57C3-2F6D-E68122FE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A9F9493-409B-15D0-BE96-3C506B18E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1E01870-8427-A77F-33A2-524EAE9E1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0307E41-6967-98D0-2B22-C44AADD69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445598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>
            <a:extLst>
              <a:ext uri="{FF2B5EF4-FFF2-40B4-BE49-F238E27FC236}">
                <a16:creationId xmlns:a16="http://schemas.microsoft.com/office/drawing/2014/main" id="{8CE92327-3D7D-91A2-CBCF-20D784881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5611E7B7-7FBD-C6BE-4220-4A9AFC269A3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694C599F-AFDE-9701-5E41-913EF170A2A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6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A4ECD-4494-EA14-631D-9D60BF413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6979BA07-7690-B8B0-F566-619EBF2C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3B42A884-4919-DB12-4A6A-A0629C84B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0A143ED-F5E5-1F8B-C749-6CB14422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id="{72328280-7591-87BA-48BC-57154E8F92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7E2E09B4-079D-3AC2-569B-351AC77F3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269524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6">
            <a:extLst>
              <a:ext uri="{FF2B5EF4-FFF2-40B4-BE49-F238E27FC236}">
                <a16:creationId xmlns:a16="http://schemas.microsoft.com/office/drawing/2014/main" id="{67A2B41B-7B73-7F7C-BDE4-B64E367EF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3479693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id="{ECD5DF8A-9681-079A-0E04-84852AD0BE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72519" y="6473316"/>
            <a:ext cx="312166" cy="45720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826C698D-FB25-B1C4-B155-8945F7603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4574671"/>
            <a:ext cx="312166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0DCB0DA2-1A73-EDEF-65E1-746EFDD23C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5956192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49BD555F-4F6F-4781-E21D-653B873455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1" y="2187607"/>
            <a:ext cx="10504000" cy="182334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B0601-C34C-BDF8-8583-9991A91F8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4202973"/>
            <a:ext cx="10504000" cy="149866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65F96EBD-A9C3-5CC5-2542-574F114028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0D8FB8D1-F05B-FD90-FBC8-67149E0FA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EE84F2-1BC7-D2C7-0CEC-215889190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314078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DAB4555F-BCE5-B734-1A0A-7B68F143CD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4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59458D0-3685-F716-1340-4CA2129FC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41874ABC-5130-9579-629F-5CECD6DC2F7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49" y="2698033"/>
            <a:ext cx="4040595" cy="295742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B5FDF597-FAC1-BC65-1C5C-5C7AA57F1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8CF5147-075A-42DE-BA84-4D53ACCBC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966F281-4FB2-63EB-5F87-0CE9630EA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FB09EC07-8CA4-4E29-5495-97F9FF909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7907203D-D192-301A-C181-9D4573A85D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C631F856-0C45-8546-C095-0C0B6F379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id="{924F2AA6-5AE1-A2E0-1742-8C4205481A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5051826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">
            <a:extLst>
              <a:ext uri="{FF2B5EF4-FFF2-40B4-BE49-F238E27FC236}">
                <a16:creationId xmlns:a16="http://schemas.microsoft.com/office/drawing/2014/main" id="{155CA260-60C6-0862-8D37-67F8B32D7D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5" y="886783"/>
            <a:ext cx="938635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14095" y="2698032"/>
            <a:ext cx="4040596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4AD2F-D082-4D53-364B-2AB7F22C4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40414" y="2698032"/>
            <a:ext cx="4459331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F3427FD-24F0-2A8C-4797-41345DBC1469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55F9FEB-4B22-C769-CFAF-F6CF37A54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2E8B32F-8DE7-DA38-22D9-A4AB011E7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3" name="Freeform: Shape 16">
            <a:extLst>
              <a:ext uri="{FF2B5EF4-FFF2-40B4-BE49-F238E27FC236}">
                <a16:creationId xmlns:a16="http://schemas.microsoft.com/office/drawing/2014/main" id="{4FEF3EBE-C792-9A19-4F3A-11F8E8521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4" name="Freeform: Shape 17">
            <a:extLst>
              <a:ext uri="{FF2B5EF4-FFF2-40B4-BE49-F238E27FC236}">
                <a16:creationId xmlns:a16="http://schemas.microsoft.com/office/drawing/2014/main" id="{32DD04BE-0EC2-B435-EC39-F70F0B4D4C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5" name="Freeform: Shape 19">
            <a:extLst>
              <a:ext uri="{FF2B5EF4-FFF2-40B4-BE49-F238E27FC236}">
                <a16:creationId xmlns:a16="http://schemas.microsoft.com/office/drawing/2014/main" id="{C7346FF1-1F4E-6102-72E8-B661677DE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Freeform: Shape 18">
            <a:extLst>
              <a:ext uri="{FF2B5EF4-FFF2-40B4-BE49-F238E27FC236}">
                <a16:creationId xmlns:a16="http://schemas.microsoft.com/office/drawing/2014/main" id="{281C9290-51EF-B467-0F94-917BE4AB6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8046667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>
            <a:extLst>
              <a:ext uri="{FF2B5EF4-FFF2-40B4-BE49-F238E27FC236}">
                <a16:creationId xmlns:a16="http://schemas.microsoft.com/office/drawing/2014/main" id="{161B8709-B6C6-B6A2-8039-23E2746AC2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13393" y="886783"/>
            <a:ext cx="9386351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CE8CAE3-17FA-FA2A-D6BF-43BBD09B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396" y="2698032"/>
            <a:ext cx="4782604" cy="295742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BCF6BC28-50F8-F181-0051-83FAF05643A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59150" y="2698032"/>
            <a:ext cx="4040595" cy="2957429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44269C55-855F-A8C7-5284-8ADFEC54A3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A44DC330-9F30-20C2-60AD-2F0AD2871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7BA67A5-F86C-E56E-2CA5-913F58D09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1D8A0EC4-4B8F-427F-7E90-7A7BCDFFE6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7710114B-0C3A-98B0-CCBD-1242ACA3FC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0F1B5886-DB08-F251-544B-FA1B14D51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Freeform: Shape 59">
            <a:extLst>
              <a:ext uri="{FF2B5EF4-FFF2-40B4-BE49-F238E27FC236}">
                <a16:creationId xmlns:a16="http://schemas.microsoft.com/office/drawing/2014/main" id="{0BA04B21-2519-6018-CD0C-897EC7ACF9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202336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25064" y="825622"/>
            <a:ext cx="4522936" cy="932688"/>
          </a:xfrm>
        </p:spPr>
        <p:txBody>
          <a:bodyPr anchor="b">
            <a:no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8"/>
            <a:ext cx="5648242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AD37751-87A6-2102-5FE0-13CF04753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5064" y="2050473"/>
            <a:ext cx="4522936" cy="3952704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57C7EDD-DB32-06EC-F820-BCF6715A244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FC55F9D-1F89-7C43-F3C5-6A855F820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3A576E1-43A8-DA10-8404-0BA92AFBA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4774B974-C60E-962D-A2BF-A8D91844B4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38ED7D40-86A1-ABCA-9230-F31126FBD3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644CC40D-4D0B-8820-3E77-FF38C10EF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F876AF74-00A8-A58C-C900-156CB37EC3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858406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490" y="831918"/>
            <a:ext cx="4572000" cy="187664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36A5C8C-1C5F-8F3C-7273-ECFA26869F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3491" y="2899064"/>
            <a:ext cx="4572000" cy="3127017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1" y="831919"/>
            <a:ext cx="543028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49D7FA6-EF6B-01F5-1B41-77B0DC79D0E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C0937A-F86B-C55A-CAB8-2F846105E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31334FA-8FF3-5A9F-F579-96C33FF37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7A021801-1E66-C93E-CA81-2F4A5B6D06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DE776DA-FCE8-B4E5-0C47-C09678BFF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4850E7C7-C469-6C82-35B3-A4D50FA38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BDD13537-C329-9582-A499-5B198F35C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383768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46432" y="831918"/>
            <a:ext cx="3401568" cy="1527048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8"/>
            <a:ext cx="6740144" cy="5194161"/>
          </a:xfrm>
        </p:spPr>
        <p:txBody>
          <a:bodyPr/>
          <a:lstStyle/>
          <a:p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8022B9-94F3-E71A-0D00-132BBF9A0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24800" y="2595418"/>
            <a:ext cx="3423200" cy="340775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22A4C20-C591-B7BA-88A2-EE4295E42BD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390BD26-2598-EE89-F73A-1685B7397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2882322-2806-6BFB-ACF1-EB3E69300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A7FA8BD1-9A20-5381-CC5C-A27497B1F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FCD0DE49-3A7C-EE4C-61A3-FAF4F1B22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767B11D7-CD08-FAED-9296-480025235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50CF2599-B950-2167-E974-CC7481C78A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7756792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401568" cy="1527048"/>
          </a:xfrm>
        </p:spPr>
        <p:txBody>
          <a:bodyPr anchor="b">
            <a:no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04DE6-EAC2-AC37-0397-9528F6C57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000" y="2540000"/>
            <a:ext cx="3423200" cy="34860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1" y="831919"/>
            <a:ext cx="6586220" cy="5194162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BE8F2FDC-C562-B34A-6571-DC32774263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F8CD5EAC-3346-2E3B-3C1B-E978B8BD4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221974C-11FF-808A-131E-5B13E74A7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69F1C76D-67DE-DFCB-797B-209A9222EE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id="{2D7E2290-C841-FA30-B540-94E323C37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98CB2567-FE22-5916-E6EE-BF2E420C8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061982EF-A562-8BFF-583D-EB011D5641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708854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073454" y="831919"/>
            <a:ext cx="3273552" cy="2035696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831919"/>
            <a:ext cx="6937365" cy="509168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3DB3FE-F7D2-E449-4412-979DFDADDC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3452" y="2992582"/>
            <a:ext cx="3273553" cy="29310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B3F9524-AF16-7B88-FD0F-5D85D35D402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809F231-51ED-DDB0-9D71-BF8956AA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004408D-81FD-E507-7BBD-A8D6584E4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697E7E97-2AF1-DCEF-1577-E6BB3BF3A4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E9317DCD-DD5B-9395-5430-ADD837B166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FD993BD8-30E5-EFEA-32A5-68475D04F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0AA84551-1089-1E65-5C17-6F400C1EAD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0714969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31919"/>
            <a:ext cx="10504001" cy="347206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8" y="4509559"/>
            <a:ext cx="4579339" cy="1516522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A29A789-F42A-CE01-5134-E27AA725C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7236" y="4509559"/>
            <a:ext cx="5750764" cy="151652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FE6EE51A-242F-6B3B-BC3A-A775A4D3ABC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6AF2934-39B9-625F-CE2A-760A04F0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AA7CB57-5E03-8E25-767F-8320CC058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EDC08D2B-BE98-2387-126D-01CA1E3513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EDB9B957-9A7F-6030-9FD9-7190608C4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E30A39C3-B004-B36E-236D-BDD46BB5E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C16C57F0-678F-7C1D-45CA-3A0EEF6DAF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65916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865938"/>
            <a:ext cx="10504001" cy="2556004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3999" y="3785800"/>
            <a:ext cx="2953618" cy="224028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98E2102-73F7-E059-C739-47418EA88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90109" y="3785800"/>
            <a:ext cx="7357891" cy="2240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B529124B-3B19-6FC6-9F79-A760D6CA945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7173872-0F8A-92BB-60FA-06E41B054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4982C76-6FB9-F3AD-FA15-0D32F3D9E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9731B2A6-3038-F565-C577-E69DD5BC67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A67BA275-E7E6-7053-A026-EB3872622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7F446589-4583-8647-CFA5-49008F0B92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B5B742C4-F546-E27E-53EA-AC608C081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888506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8"/>
            <a:ext cx="2953618" cy="2240279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F37715F-06AC-F5A6-12CE-84D44B400A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4764" y="824389"/>
            <a:ext cx="7293236" cy="2247808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3310759"/>
            <a:ext cx="10504001" cy="2722852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1A42EE36-6D78-ED96-BA7A-0AE1F0DD311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3E381D81-8909-BE95-6F06-C0C32493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5B87E8A-0424-908A-2920-72BA97B72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16">
            <a:extLst>
              <a:ext uri="{FF2B5EF4-FFF2-40B4-BE49-F238E27FC236}">
                <a16:creationId xmlns:a16="http://schemas.microsoft.com/office/drawing/2014/main" id="{F2F4F436-2885-E919-59D1-9F4B72461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7">
            <a:extLst>
              <a:ext uri="{FF2B5EF4-FFF2-40B4-BE49-F238E27FC236}">
                <a16:creationId xmlns:a16="http://schemas.microsoft.com/office/drawing/2014/main" id="{19B02536-A5B7-CFE8-D253-CC3FCA173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9">
            <a:extLst>
              <a:ext uri="{FF2B5EF4-FFF2-40B4-BE49-F238E27FC236}">
                <a16:creationId xmlns:a16="http://schemas.microsoft.com/office/drawing/2014/main" id="{99ACFEDC-62BE-1738-94DB-A9A847423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8">
            <a:extLst>
              <a:ext uri="{FF2B5EF4-FFF2-40B4-BE49-F238E27FC236}">
                <a16:creationId xmlns:a16="http://schemas.microsoft.com/office/drawing/2014/main" id="{0C3F2215-0CD2-E69F-A2BD-8DFCDB37BB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439603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73963" y="858337"/>
            <a:ext cx="10504000" cy="970463"/>
          </a:xfrm>
        </p:spPr>
        <p:txBody>
          <a:bodyPr anchor="ctr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3963" y="2081048"/>
            <a:ext cx="6157458" cy="394503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08C7461-314A-7430-6CA4-63A01F73B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017" y="2081049"/>
            <a:ext cx="4108945" cy="394503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468C7D2F-9D75-2435-3CAF-B6029DA9EDE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3794DE6-442D-DCFE-9025-59816725E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CE053A-D84D-F068-2187-0593A6D6D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reeform: Shape 59">
            <a:extLst>
              <a:ext uri="{FF2B5EF4-FFF2-40B4-BE49-F238E27FC236}">
                <a16:creationId xmlns:a16="http://schemas.microsoft.com/office/drawing/2014/main" id="{481F23A8-0C6F-3F32-0B98-06736333DE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BC56C0F3-A0B5-A7A6-A072-97B2A57226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Rectangle 11">
            <a:extLst>
              <a:ext uri="{FF2B5EF4-FFF2-40B4-BE49-F238E27FC236}">
                <a16:creationId xmlns:a16="http://schemas.microsoft.com/office/drawing/2014/main" id="{9D199749-F152-56FE-4504-73DF7E157A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Freeform: Shape 59">
            <a:extLst>
              <a:ext uri="{FF2B5EF4-FFF2-40B4-BE49-F238E27FC236}">
                <a16:creationId xmlns:a16="http://schemas.microsoft.com/office/drawing/2014/main" id="{95BDD05D-8B5F-8B0A-B47B-E97C0D386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3444652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52884"/>
            <a:ext cx="4672584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4000" y="2459420"/>
            <a:ext cx="4672584" cy="354569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571DC-86DF-2230-52AD-9440B5CB4D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836" y="852883"/>
            <a:ext cx="5750764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C162FE03-22B1-3FC9-D0A1-70C4C9B6FC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AAD1C7F-699D-B975-BBB5-3F8AAE993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A90F4F4-332A-7489-099F-649FE29D8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Rectangle 6">
            <a:extLst>
              <a:ext uri="{FF2B5EF4-FFF2-40B4-BE49-F238E27FC236}">
                <a16:creationId xmlns:a16="http://schemas.microsoft.com/office/drawing/2014/main" id="{69458B26-18DF-0F22-F73B-FBF0117AB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29454459-F726-2777-3904-98ED43017A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4AFF45CF-7D31-04CD-2EDB-8FBEADAE8F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Freeform: Shape 59">
            <a:extLst>
              <a:ext uri="{FF2B5EF4-FFF2-40B4-BE49-F238E27FC236}">
                <a16:creationId xmlns:a16="http://schemas.microsoft.com/office/drawing/2014/main" id="{7EC0A88E-95E4-54C0-4C7B-90A8A6AD7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213890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73725"/>
            <a:ext cx="3657603" cy="1453896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43999" y="2490951"/>
            <a:ext cx="3657603" cy="3493323"/>
          </a:xfrm>
        </p:spPr>
        <p:txBody>
          <a:bodyPr/>
          <a:lstStyle/>
          <a:p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1C9BBE1-F163-BFCA-3F62-3189A30FA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2073" y="852883"/>
            <a:ext cx="6757527" cy="515223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ED1735F2-E2C8-9B6A-C3E1-C7B56CDE41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7ABF240-AB8A-B851-60A3-07C17BF9E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7CE6569-5A00-FAA6-16A6-9CAC579A8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59">
            <a:extLst>
              <a:ext uri="{FF2B5EF4-FFF2-40B4-BE49-F238E27FC236}">
                <a16:creationId xmlns:a16="http://schemas.microsoft.com/office/drawing/2014/main" id="{D093A1E9-14E7-F1BD-8AD3-0926AC48C3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1C082F9D-17F7-A6A3-6F59-395DBD040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Rectangle 11">
            <a:extLst>
              <a:ext uri="{FF2B5EF4-FFF2-40B4-BE49-F238E27FC236}">
                <a16:creationId xmlns:a16="http://schemas.microsoft.com/office/drawing/2014/main" id="{40635C57-C6B6-95FF-FF70-8E4EC72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64C0BF67-AD24-8BA3-7BFE-4FC4B3109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8155955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831918"/>
            <a:ext cx="10521992" cy="4069265"/>
          </a:xfrm>
        </p:spPr>
        <p:txBody>
          <a:bodyPr anchor="b">
            <a:noAutofit/>
          </a:bodyPr>
          <a:lstStyle>
            <a:lvl1pPr algn="l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3999" y="5076496"/>
            <a:ext cx="7559021" cy="949583"/>
          </a:xfrm>
        </p:spPr>
        <p:txBody>
          <a:bodyPr anchor="t">
            <a:noAutofit/>
          </a:bodyPr>
          <a:lstStyle>
            <a:lvl1pPr marL="0" indent="0" algn="l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DD0B43-8816-7247-6389-43D5551017B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27E193F-93CE-A072-84E6-1413DA174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48423F9-4799-A3D7-1F4C-F18DF70A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reeform: Shape 16">
            <a:extLst>
              <a:ext uri="{FF2B5EF4-FFF2-40B4-BE49-F238E27FC236}">
                <a16:creationId xmlns:a16="http://schemas.microsoft.com/office/drawing/2014/main" id="{88041669-6793-077D-9837-4A969A824B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Freeform: Shape 17">
            <a:extLst>
              <a:ext uri="{FF2B5EF4-FFF2-40B4-BE49-F238E27FC236}">
                <a16:creationId xmlns:a16="http://schemas.microsoft.com/office/drawing/2014/main" id="{AC3F6980-A0AE-0D20-BB5F-49A002200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" name="Freeform: Shape 19">
            <a:extLst>
              <a:ext uri="{FF2B5EF4-FFF2-40B4-BE49-F238E27FC236}">
                <a16:creationId xmlns:a16="http://schemas.microsoft.com/office/drawing/2014/main" id="{02937DA2-B26D-43F5-EA04-BE9925EF4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" name="Freeform: Shape 18">
            <a:extLst>
              <a:ext uri="{FF2B5EF4-FFF2-40B4-BE49-F238E27FC236}">
                <a16:creationId xmlns:a16="http://schemas.microsoft.com/office/drawing/2014/main" id="{EBDA1D10-E930-CB39-86A5-FA42DB4228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78406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FE8812C-E055-50E4-0169-A1950E62A97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6A94C-87F9-4135-8D16-E44AFA1FB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DE2A589-D2DC-84F9-7195-EA18408ED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93E8DDA7-6F09-A45D-D2CD-D785473EF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2" name="Freeform: Shape 59">
            <a:extLst>
              <a:ext uri="{FF2B5EF4-FFF2-40B4-BE49-F238E27FC236}">
                <a16:creationId xmlns:a16="http://schemas.microsoft.com/office/drawing/2014/main" id="{67B1242D-E100-7A0B-1A2F-727DD99340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 flipV="1">
            <a:off x="218569" y="-219375"/>
            <a:ext cx="312166" cy="7493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D3D4B49A-33A3-4552-3BC7-AFEDF4F56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416414" y="-1971971"/>
            <a:ext cx="312165" cy="425449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39B139C-807D-C305-EDA8-691E0DFB6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290193" y="-590448"/>
            <a:ext cx="311360" cy="1492256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8377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3814EA-F598-EBFD-83D1-6782D7CBB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F4F8927-891C-4D7A-C2D3-6EB5EF6712F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61992" y="831918"/>
            <a:ext cx="10486008" cy="3977825"/>
          </a:xfrm>
        </p:spPr>
        <p:txBody>
          <a:bodyPr anchor="b">
            <a:noAutofit/>
          </a:bodyPr>
          <a:lstStyle>
            <a:lvl1pPr algn="ctr">
              <a:defRPr sz="23200">
                <a:solidFill>
                  <a:schemeClr val="tx1"/>
                </a:solidFill>
              </a:defRPr>
            </a:lvl1pPr>
          </a:lstStyle>
          <a:p>
            <a:r>
              <a:rPr lang="en-US"/>
              <a:t>##%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489314B-CDC1-7F7E-C4DD-AAC0E5222B0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77440" y="4997668"/>
            <a:ext cx="7525512" cy="1028411"/>
          </a:xfrm>
        </p:spPr>
        <p:txBody>
          <a:bodyPr anchor="t">
            <a:noAutofit/>
          </a:bodyPr>
          <a:lstStyle>
            <a:lvl1pPr marL="0" indent="0" algn="ctr">
              <a:buNone/>
              <a:defRPr sz="2800" cap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5BFDC082-8545-4E14-11AF-FFBD6384E6D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FEC98-351C-9217-F32A-E626491D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9528185-249C-C3DD-E678-AFBB8FFF5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reeform: Shape 59">
            <a:extLst>
              <a:ext uri="{FF2B5EF4-FFF2-40B4-BE49-F238E27FC236}">
                <a16:creationId xmlns:a16="http://schemas.microsoft.com/office/drawing/2014/main" id="{699D7479-A95C-B9AB-8F14-BDAE9D99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36AD101D-8188-88D0-9B81-9437DD5E3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1148622B-2A3E-B519-D517-B1227723B3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0B9E09DF-714D-90DF-B3AD-44EABE33E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90857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80D95FF-5457-4897-C849-71357B0BD4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7FA8F0C3-BC6D-6591-CB4A-11D861FBC72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2B90E5DD-D445-87A5-7673-8A1F88BDDD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3BBD032-D2AB-904A-8441-9141AC45A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BB3875C-AB86-8E9A-4F93-9CCBB06B8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FB298429-8DA5-BFFD-51EB-A90E073B0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Graphic 21">
            <a:extLst>
              <a:ext uri="{FF2B5EF4-FFF2-40B4-BE49-F238E27FC236}">
                <a16:creationId xmlns:a16="http://schemas.microsoft.com/office/drawing/2014/main" id="{3C3643E2-FB9D-A282-05D4-4ADCA28D3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71D24C1E-2499-ECF1-B8DF-E0B4343EA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2B0AE408-95C0-A98F-93FE-469A71B64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4657073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EFA7C22B-A89C-426A-2C61-A4248B0DB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372961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Content Placeholder 6">
            <a:extLst>
              <a:ext uri="{FF2B5EF4-FFF2-40B4-BE49-F238E27FC236}">
                <a16:creationId xmlns:a16="http://schemas.microsoft.com/office/drawing/2014/main" id="{72744D9B-8B76-550A-34DF-7C3E89C14E5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68500"/>
            <a:ext cx="8266176" cy="4267708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3EFFE-734C-E450-E89C-CA99223B86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40393E-DBD1-6BA9-3978-D776FE478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A968107-B15C-8E6D-FE8F-5B9CF718B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CC74BB1-A215-A0A5-E737-8BCC4B63BA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id="{EBEFF781-B473-6F4A-B48E-4BDDBDA22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9949D4-4863-4EB4-07B7-1DE490BE5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C66188E6-7A98-AC66-FEEF-2258A532A8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141191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693AB473-5AA2-F8C2-52FE-444C26F55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" y="-1274064"/>
            <a:ext cx="10652760" cy="1133856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BB5C6304-7175-022B-6047-B7061B9529B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51932"/>
            <a:ext cx="8266176" cy="558427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/>
              <a:t>Click to edit Statement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701E0B-6390-6AEC-5C53-5D538E158E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BD45BA7E-BB20-C646-2450-F8562ED92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B1D2082-DF85-D231-9624-6372331F3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D3E5FC2-5685-46E9-2717-E0629E608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-1"/>
            <a:ext cx="592750" cy="2076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Graphic 21">
            <a:extLst>
              <a:ext uri="{FF2B5EF4-FFF2-40B4-BE49-F238E27FC236}">
                <a16:creationId xmlns:a16="http://schemas.microsoft.com/office/drawing/2014/main" id="{C526560E-0081-7213-2B8C-2BEC157A2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3197" y="3590"/>
            <a:ext cx="592750" cy="2076568"/>
          </a:xfrm>
          <a:custGeom>
            <a:avLst/>
            <a:gdLst>
              <a:gd name="connsiteX0" fmla="*/ 2286 w 1660874"/>
              <a:gd name="connsiteY0" fmla="*/ 1660874 h 1660874"/>
              <a:gd name="connsiteX1" fmla="*/ 0 w 1660874"/>
              <a:gd name="connsiteY1" fmla="*/ 0 h 1660874"/>
              <a:gd name="connsiteX2" fmla="*/ 1660874 w 1660874"/>
              <a:gd name="connsiteY2" fmla="*/ 2286 h 1660874"/>
              <a:gd name="connsiteX3" fmla="*/ 1660874 w 1660874"/>
              <a:gd name="connsiteY3" fmla="*/ 10954 h 1660874"/>
              <a:gd name="connsiteX4" fmla="*/ 17812 w 1660874"/>
              <a:gd name="connsiteY4" fmla="*/ 1660874 h 1660874"/>
              <a:gd name="connsiteX5" fmla="*/ 2286 w 1660874"/>
              <a:gd name="connsiteY5" fmla="*/ 1660874 h 1660874"/>
              <a:gd name="connsiteX6" fmla="*/ 2286 w 1660874"/>
              <a:gd name="connsiteY6" fmla="*/ 1660874 h 1660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60874" h="1660874">
                <a:moveTo>
                  <a:pt x="2286" y="1660874"/>
                </a:moveTo>
                <a:lnTo>
                  <a:pt x="0" y="0"/>
                </a:lnTo>
                <a:lnTo>
                  <a:pt x="1660874" y="2286"/>
                </a:lnTo>
                <a:lnTo>
                  <a:pt x="1660874" y="10954"/>
                </a:lnTo>
                <a:lnTo>
                  <a:pt x="17812" y="1660874"/>
                </a:lnTo>
                <a:lnTo>
                  <a:pt x="2286" y="1660874"/>
                </a:lnTo>
                <a:lnTo>
                  <a:pt x="2286" y="1660874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9A8E9E-14B4-DCD2-5039-79CFB3442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599250" y="2076566"/>
            <a:ext cx="596697" cy="3557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DBFDC890-4416-3434-05AF-08ECA9FC95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1601222" y="5633580"/>
            <a:ext cx="594723" cy="12244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0069488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428752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50D50B0-843C-5B14-48D1-87F8D200100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6ADB1-ED49-7629-9149-E16F9F0A2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49AE49E-D511-6279-081B-4E86B48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8" name="Rectangle 6">
            <a:extLst>
              <a:ext uri="{FF2B5EF4-FFF2-40B4-BE49-F238E27FC236}">
                <a16:creationId xmlns:a16="http://schemas.microsoft.com/office/drawing/2014/main" id="{AD384D22-7069-5A9F-31CA-EEDEA8AAF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6AE04790-7C0A-5078-4BBB-C4DBA5633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0" name="Rectangle 6">
            <a:extLst>
              <a:ext uri="{FF2B5EF4-FFF2-40B4-BE49-F238E27FC236}">
                <a16:creationId xmlns:a16="http://schemas.microsoft.com/office/drawing/2014/main" id="{5111550E-DD6C-68D9-796D-CC69B24BB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1" name="Freeform: Shape 59">
            <a:extLst>
              <a:ext uri="{FF2B5EF4-FFF2-40B4-BE49-F238E27FC236}">
                <a16:creationId xmlns:a16="http://schemas.microsoft.com/office/drawing/2014/main" id="{29EB5C97-94A5-1E7B-8EEE-F0194617F2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39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CE66BBE-3119-84C9-214F-FCCB3DF5A6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0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499616" y="5349240"/>
            <a:ext cx="9198864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10EAFB48-77A7-BA54-C30E-13615B2CFC34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CA297-04CE-E894-0801-F7FA853E1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802B948-797F-2EDF-6B6F-80E26357F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37AA86A7-00D3-E74F-78A0-15D0D5E67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E6BF3A7D-5E07-57E7-65BD-0684EBF6B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8DC52BC5-949D-F72A-1862-B4C2DF8ADF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64EF6841-D3F8-5018-9386-312A1A88C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8697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8">
            <a:extLst>
              <a:ext uri="{FF2B5EF4-FFF2-40B4-BE49-F238E27FC236}">
                <a16:creationId xmlns:a16="http://schemas.microsoft.com/office/drawing/2014/main" id="{9DEA9FFE-FE2C-A2CF-6A54-6A11FD045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693958" y="4558433"/>
            <a:ext cx="1498042" cy="22995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Freeform: Shape 59">
            <a:extLst>
              <a:ext uri="{FF2B5EF4-FFF2-40B4-BE49-F238E27FC236}">
                <a16:creationId xmlns:a16="http://schemas.microsoft.com/office/drawing/2014/main" id="{7F3191B1-5F85-BFE9-41AB-CC31EB42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693958" y="4558438"/>
            <a:ext cx="1498042" cy="229956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4000" y="1234440"/>
            <a:ext cx="8961120" cy="3169920"/>
          </a:xfrm>
        </p:spPr>
        <p:txBody>
          <a:bodyPr anchor="ctr">
            <a:noAutofit/>
          </a:bodyPr>
          <a:lstStyle>
            <a:lvl1pPr algn="l">
              <a:lnSpc>
                <a:spcPct val="100000"/>
              </a:lnSpc>
              <a:defRPr sz="4400" b="0"/>
            </a:lvl1pPr>
          </a:lstStyle>
          <a:p>
            <a:r>
              <a:rPr lang="en-US"/>
              <a:t>Click to edit Quote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793" y="5540026"/>
            <a:ext cx="8961120" cy="466344"/>
          </a:xfrm>
        </p:spPr>
        <p:txBody>
          <a:bodyPr anchor="ctr">
            <a:noAutofit/>
          </a:bodyPr>
          <a:lstStyle>
            <a:lvl1pPr marL="0" indent="0" algn="l">
              <a:buNone/>
              <a:defRPr sz="22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Quote Author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751857FF-9996-86DA-9589-6D9F2E7183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6B0CE-1E90-D91B-206A-1AAEF0D8B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A564268-0963-3A71-EC86-705E6E65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0AFCBF-0E31-230A-60F4-103AA780AE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0"/>
            <a:ext cx="1498041" cy="245649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15B40AB6-F47D-71EB-5487-2535D533C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702662" y="-1"/>
            <a:ext cx="1489338" cy="2456489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20880F52-3352-D5BD-BC6D-2567B22B1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693958" y="2456494"/>
            <a:ext cx="1498041" cy="2101947"/>
          </a:xfrm>
          <a:prstGeom prst="rect">
            <a:avLst/>
          </a:pr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693C49F-06BF-DE6C-456D-E415925B3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693958" y="3813296"/>
            <a:ext cx="1497360" cy="745145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4478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31919"/>
            <a:ext cx="10515600" cy="1132258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2200" y="2147455"/>
            <a:ext cx="5181600" cy="387862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3951C9BE-1BC0-DA0E-97D3-AEEBAEC891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2A408A81-CDF6-5FC4-EB66-DF74E6CD6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84B2F785-3677-7806-7A3C-AB27487BB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1" name="Rectangle 6">
            <a:extLst>
              <a:ext uri="{FF2B5EF4-FFF2-40B4-BE49-F238E27FC236}">
                <a16:creationId xmlns:a16="http://schemas.microsoft.com/office/drawing/2014/main" id="{0792B4B1-A255-634B-7113-0BE8BAE88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716760" y="-163879"/>
            <a:ext cx="312165" cy="6383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2" name="Rectangle 6">
            <a:extLst>
              <a:ext uri="{FF2B5EF4-FFF2-40B4-BE49-F238E27FC236}">
                <a16:creationId xmlns:a16="http://schemas.microsoft.com/office/drawing/2014/main" id="{3E17EB6F-9BB3-4A94-402E-FAD02B2C5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843383" y="-2398940"/>
            <a:ext cx="312165" cy="510843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3" name="Rectangle 6">
            <a:extLst>
              <a:ext uri="{FF2B5EF4-FFF2-40B4-BE49-F238E27FC236}">
                <a16:creationId xmlns:a16="http://schemas.microsoft.com/office/drawing/2014/main" id="{B5C09CFD-5DB4-D507-3AC9-437BB1B64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3066943" y="-3066947"/>
            <a:ext cx="311361" cy="644525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34" name="Freeform: Shape 59">
            <a:extLst>
              <a:ext uri="{FF2B5EF4-FFF2-40B4-BE49-F238E27FC236}">
                <a16:creationId xmlns:a16="http://schemas.microsoft.com/office/drawing/2014/main" id="{3D77659E-88C7-E969-8E1D-2B9E7B0953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 flipV="1">
            <a:off x="5673214" y="-460675"/>
            <a:ext cx="312166" cy="1231903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311222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86374" y="838988"/>
            <a:ext cx="10461626" cy="1143292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44000" y="2142935"/>
            <a:ext cx="5157787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44000" y="2844801"/>
            <a:ext cx="51577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64812" y="2142935"/>
            <a:ext cx="5183188" cy="55983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64812" y="2844801"/>
            <a:ext cx="5183188" cy="317421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54F43-A159-C557-9E6B-CFF4F103692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669F11A-4BB7-E399-ADBB-0F360C066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56F30B9-EE4B-C493-7E8E-D3B0E35E0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id="{03AB0DEF-0DAF-10A0-D371-A2D5CFF307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id="{CE00B65A-4DD3-A66E-7B7D-B1480BCB51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id="{69C3029D-7FB9-5E45-82D3-D6A8844A68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id="{BE1498E0-4720-9D5C-04B8-B5A81361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691044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-item Lis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2" name="Picture Placeholder21">
            <a:extLst>
              <a:ext uri="{FF2B5EF4-FFF2-40B4-BE49-F238E27FC236}">
                <a16:creationId xmlns:a16="http://schemas.microsoft.com/office/drawing/2014/main" id="{D0542117-0280-7EF2-981E-7EBEEA22B83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38077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8" name="Text Placeholder 35">
            <a:extLst>
              <a:ext uri="{FF2B5EF4-FFF2-40B4-BE49-F238E27FC236}">
                <a16:creationId xmlns:a16="http://schemas.microsoft.com/office/drawing/2014/main" id="{C0CA7D34-E67D-8E1E-D764-4EEF48B5F10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37242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35">
            <a:extLst>
              <a:ext uri="{FF2B5EF4-FFF2-40B4-BE49-F238E27FC236}">
                <a16:creationId xmlns:a16="http://schemas.microsoft.com/office/drawing/2014/main" id="{BF9C1CC2-757F-2074-A27F-0C3465D031C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37242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Picture Placeholder21">
            <a:extLst>
              <a:ext uri="{FF2B5EF4-FFF2-40B4-BE49-F238E27FC236}">
                <a16:creationId xmlns:a16="http://schemas.microsoft.com/office/drawing/2014/main" id="{57B833E3-1027-D68D-486F-417BDE65BF4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753768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2" name="Text Placeholder 35">
            <a:extLst>
              <a:ext uri="{FF2B5EF4-FFF2-40B4-BE49-F238E27FC236}">
                <a16:creationId xmlns:a16="http://schemas.microsoft.com/office/drawing/2014/main" id="{51119BFC-5232-31B7-0199-2BC44B1610E9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4745414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Text Placeholder 35">
            <a:extLst>
              <a:ext uri="{FF2B5EF4-FFF2-40B4-BE49-F238E27FC236}">
                <a16:creationId xmlns:a16="http://schemas.microsoft.com/office/drawing/2014/main" id="{5B52BFC0-79AE-E39B-C284-97D8EDBCA7A0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4745414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Picture Placeholder 21">
            <a:extLst>
              <a:ext uri="{FF2B5EF4-FFF2-40B4-BE49-F238E27FC236}">
                <a16:creationId xmlns:a16="http://schemas.microsoft.com/office/drawing/2014/main" id="{CF406033-2018-29A3-CCC9-6C9E44FD5D1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114789" y="2533650"/>
            <a:ext cx="2684463" cy="1431925"/>
          </a:xfrm>
        </p:spPr>
        <p:txBody>
          <a:bodyPr/>
          <a:lstStyle/>
          <a:p>
            <a:endParaRPr lang="en-GB"/>
          </a:p>
        </p:txBody>
      </p:sp>
      <p:sp>
        <p:nvSpPr>
          <p:cNvPr id="18" name="Text Placeholder 35">
            <a:extLst>
              <a:ext uri="{FF2B5EF4-FFF2-40B4-BE49-F238E27FC236}">
                <a16:creationId xmlns:a16="http://schemas.microsoft.com/office/drawing/2014/main" id="{C3ED7ECE-1ADF-CD96-C30D-6F02AC54B1FE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8106435" y="4044953"/>
            <a:ext cx="2692817" cy="680705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" name="Text Placeholder 35">
            <a:extLst>
              <a:ext uri="{FF2B5EF4-FFF2-40B4-BE49-F238E27FC236}">
                <a16:creationId xmlns:a16="http://schemas.microsoft.com/office/drawing/2014/main" id="{12DF7936-36F7-44AF-D721-23AB6274392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8106435" y="4860184"/>
            <a:ext cx="2692817" cy="879610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/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D33EABF6-4EA1-0F72-47E7-E214CDBF7DD4}"/>
              </a:ext>
            </a:extLst>
          </p:cNvPr>
          <p:cNvSpPr>
            <a:spLocks noGrp="1"/>
          </p:cNvSpPr>
          <p:nvPr>
            <p:ph type="dt" sz="half" idx="4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59">
            <a:extLst>
              <a:ext uri="{FF2B5EF4-FFF2-40B4-BE49-F238E27FC236}">
                <a16:creationId xmlns:a16="http://schemas.microsoft.com/office/drawing/2014/main" id="{ED3CEBA7-0265-2989-2EC6-ED2043F337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A25533D8-30B7-6701-E92E-C0BA672DC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Rectangle 11">
            <a:extLst>
              <a:ext uri="{FF2B5EF4-FFF2-40B4-BE49-F238E27FC236}">
                <a16:creationId xmlns:a16="http://schemas.microsoft.com/office/drawing/2014/main" id="{C35F9418-7400-2BD9-AE41-597ECEA379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Freeform: Shape 59">
            <a:extLst>
              <a:ext uri="{FF2B5EF4-FFF2-40B4-BE49-F238E27FC236}">
                <a16:creationId xmlns:a16="http://schemas.microsoft.com/office/drawing/2014/main" id="{C0743258-BC4B-50FD-71BE-9D97DF0A87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4706914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Text Placeholder 35">
            <a:extLst>
              <a:ext uri="{FF2B5EF4-FFF2-40B4-BE49-F238E27FC236}">
                <a16:creationId xmlns:a16="http://schemas.microsoft.com/office/drawing/2014/main" id="{A6D91015-EB22-C504-4A41-5D8469D6BF3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2064866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Text Placeholder 35">
            <a:extLst>
              <a:ext uri="{FF2B5EF4-FFF2-40B4-BE49-F238E27FC236}">
                <a16:creationId xmlns:a16="http://schemas.microsoft.com/office/drawing/2014/main" id="{532D2B12-D41E-8DA0-8841-A776ACF4492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064866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Text Placeholder 35">
            <a:extLst>
              <a:ext uri="{FF2B5EF4-FFF2-40B4-BE49-F238E27FC236}">
                <a16:creationId xmlns:a16="http://schemas.microsoft.com/office/drawing/2014/main" id="{40A11E8F-696A-E4EF-90AF-7299A387E89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556353" y="2456269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Text Placeholder 35">
            <a:extLst>
              <a:ext uri="{FF2B5EF4-FFF2-40B4-BE49-F238E27FC236}">
                <a16:creationId xmlns:a16="http://schemas.microsoft.com/office/drawing/2014/main" id="{ED0764D2-EF05-95D7-E518-B428DEA78A5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556353" y="3200395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Text Placeholder 35">
            <a:extLst>
              <a:ext uri="{FF2B5EF4-FFF2-40B4-BE49-F238E27FC236}">
                <a16:creationId xmlns:a16="http://schemas.microsoft.com/office/drawing/2014/main" id="{C07DDEA9-66DD-7AAA-0D2F-798B2B9629EE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2064866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id="{D27F749F-CAF5-FF7B-7CF9-192E8764322C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064866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BC192F01-6AB2-5F7C-6D0A-CB9465FB2B1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556353" y="4332161"/>
            <a:ext cx="3568837" cy="609600"/>
          </a:xfrm>
        </p:spPr>
        <p:txBody>
          <a:bodyPr anchor="b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ctr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92B7605E-FACE-97D3-9DDD-CBD52582C52F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556353" y="5076287"/>
            <a:ext cx="3568837" cy="78965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algn="ctr">
              <a:spcBef>
                <a:spcPts val="0"/>
              </a:spcBef>
              <a:defRPr sz="1400"/>
            </a:lvl2pPr>
            <a:lvl3pPr algn="ctr">
              <a:spcBef>
                <a:spcPts val="0"/>
              </a:spcBef>
              <a:defRPr sz="1400"/>
            </a:lvl3pPr>
            <a:lvl4pPr algn="ctr">
              <a:spcBef>
                <a:spcPts val="0"/>
              </a:spcBef>
              <a:defRPr sz="1400"/>
            </a:lvl4pPr>
            <a:lvl5pPr algn="ctr"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077065C-2494-1885-831E-3BA6D45D1B2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Freeform: Shape 16">
            <a:extLst>
              <a:ext uri="{FF2B5EF4-FFF2-40B4-BE49-F238E27FC236}">
                <a16:creationId xmlns:a16="http://schemas.microsoft.com/office/drawing/2014/main" id="{9495CF4B-5A18-C9CB-401F-E668B73D1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Freeform: Shape 17">
            <a:extLst>
              <a:ext uri="{FF2B5EF4-FFF2-40B4-BE49-F238E27FC236}">
                <a16:creationId xmlns:a16="http://schemas.microsoft.com/office/drawing/2014/main" id="{A3A58E7B-24DB-5995-5E8D-E19B88CD1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6" name="Freeform: Shape 19">
            <a:extLst>
              <a:ext uri="{FF2B5EF4-FFF2-40B4-BE49-F238E27FC236}">
                <a16:creationId xmlns:a16="http://schemas.microsoft.com/office/drawing/2014/main" id="{7AEF2BAC-C579-9EFD-2089-8AAF5C6A93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7" name="Freeform: Shape 18">
            <a:extLst>
              <a:ext uri="{FF2B5EF4-FFF2-40B4-BE49-F238E27FC236}">
                <a16:creationId xmlns:a16="http://schemas.microsoft.com/office/drawing/2014/main" id="{5D70562F-DEEF-5606-F5E8-63AEA8B627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1185976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E932CF8-809C-FD53-EC2F-3F8B262C9E1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628775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5" name="Text Placeholder 35">
            <a:extLst>
              <a:ext uri="{FF2B5EF4-FFF2-40B4-BE49-F238E27FC236}">
                <a16:creationId xmlns:a16="http://schemas.microsoft.com/office/drawing/2014/main" id="{C5471E28-499C-13C5-B42B-B8FC431D733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30248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0A5EC27E-AE02-883E-31F5-32208B9F14C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2930248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30">
            <a:extLst>
              <a:ext uri="{FF2B5EF4-FFF2-40B4-BE49-F238E27FC236}">
                <a16:creationId xmlns:a16="http://schemas.microsoft.com/office/drawing/2014/main" id="{5771AF9B-91C5-4FCF-3268-BEF15CB2C65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578356" y="2362200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16CD61A4-9D01-CB18-B80D-F0D20394AF2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876966" y="235558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EA936668-A06C-15E6-9A5A-A170E3C8A6D7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76966" y="309971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2" name="Picture Placeholder 30">
            <a:extLst>
              <a:ext uri="{FF2B5EF4-FFF2-40B4-BE49-F238E27FC236}">
                <a16:creationId xmlns:a16="http://schemas.microsoft.com/office/drawing/2014/main" id="{66E6D2AA-72F5-D5EB-9F7A-61EFDB8679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628775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06D78574-9004-D5A4-06C4-6DE8A9BCBC0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930248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9A4992FB-C1F4-515B-6938-346345DE2B80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930248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30">
            <a:extLst>
              <a:ext uri="{FF2B5EF4-FFF2-40B4-BE49-F238E27FC236}">
                <a16:creationId xmlns:a16="http://schemas.microsoft.com/office/drawing/2014/main" id="{D7A8246B-3515-AD53-2508-3FC029202DA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78356" y="4307775"/>
            <a:ext cx="1122363" cy="1482577"/>
          </a:xfrm>
        </p:spPr>
        <p:txBody>
          <a:bodyPr/>
          <a:lstStyle/>
          <a:p>
            <a:endParaRPr lang="en-GB"/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1FFCB778-56FA-17FD-49C7-D7F1BDD26C1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876966" y="4280325"/>
            <a:ext cx="2683398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7AAE6DE1-1F3D-F4AB-184E-8A3A4CEDCDC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876966" y="5024451"/>
            <a:ext cx="2683398" cy="789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AF563E81-A6F0-648D-DCF7-BFF1870E755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EB1495DF-573A-3AAB-5854-8A09491BA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BD49C3F5-81F6-6E72-50FF-8F3AEFA13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EEEEF2-460E-B70B-6230-10A7994EF0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id="{C4E3626D-71B6-6652-8FE1-40921DF056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205592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5EE5EE63-A6DA-348D-8495-E51900A59A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9788" y="2366167"/>
            <a:ext cx="3255962" cy="3604422"/>
          </a:xfrm>
        </p:spPr>
        <p:txBody>
          <a:bodyPr/>
          <a:lstStyle/>
          <a:p>
            <a:endParaRPr lang="en-GB"/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94087FA0-09BB-9F62-C383-36B2C6623B9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634844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5">
            <a:extLst>
              <a:ext uri="{FF2B5EF4-FFF2-40B4-BE49-F238E27FC236}">
                <a16:creationId xmlns:a16="http://schemas.microsoft.com/office/drawing/2014/main" id="{1156A739-AA76-7366-9AE0-D20D44A62F1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634844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5">
            <a:extLst>
              <a:ext uri="{FF2B5EF4-FFF2-40B4-BE49-F238E27FC236}">
                <a16:creationId xmlns:a16="http://schemas.microsoft.com/office/drawing/2014/main" id="{57BB261E-3856-D4EB-E49A-A805AA8CA0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235143" y="2146300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9" name="Text Placeholder 35">
            <a:extLst>
              <a:ext uri="{FF2B5EF4-FFF2-40B4-BE49-F238E27FC236}">
                <a16:creationId xmlns:a16="http://schemas.microsoft.com/office/drawing/2014/main" id="{14EE8DBC-744D-FDE5-F388-611D6C0C160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235143" y="2890426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29E55623-928E-5F9E-2EBB-9C1009DA215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34844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E7542672-472E-0E16-8066-DFA62799082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634844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2" name="Text Placeholder 35">
            <a:extLst>
              <a:ext uri="{FF2B5EF4-FFF2-40B4-BE49-F238E27FC236}">
                <a16:creationId xmlns:a16="http://schemas.microsoft.com/office/drawing/2014/main" id="{8D6428D0-36EF-16D7-741F-B91DFF9CC9A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235143" y="4195512"/>
            <a:ext cx="3102631" cy="60960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3" name="Text Placeholder 35">
            <a:extLst>
              <a:ext uri="{FF2B5EF4-FFF2-40B4-BE49-F238E27FC236}">
                <a16:creationId xmlns:a16="http://schemas.microsoft.com/office/drawing/2014/main" id="{0BCE5C17-683A-5D3B-ECCE-2C25D14F893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235143" y="4939638"/>
            <a:ext cx="3102631" cy="1021836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AF234816-4552-682C-7011-792489AA851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Freeform: Shape 59">
            <a:extLst>
              <a:ext uri="{FF2B5EF4-FFF2-40B4-BE49-F238E27FC236}">
                <a16:creationId xmlns:a16="http://schemas.microsoft.com/office/drawing/2014/main" id="{516C1398-A7AF-C02F-934D-C37C5E987D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9B38EA50-6705-E42C-3897-B0D76FAA8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F1543-7A6B-249C-1650-3EFEB63C1E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59">
            <a:extLst>
              <a:ext uri="{FF2B5EF4-FFF2-40B4-BE49-F238E27FC236}">
                <a16:creationId xmlns:a16="http://schemas.microsoft.com/office/drawing/2014/main" id="{BBAD9B21-7393-1499-E59D-EA109D80C8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5545837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-item Lists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6">
            <a:extLst>
              <a:ext uri="{FF2B5EF4-FFF2-40B4-BE49-F238E27FC236}">
                <a16:creationId xmlns:a16="http://schemas.microsoft.com/office/drawing/2014/main" id="{CC5A7648-D01A-875E-E9BB-ED5949D478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766930" y="5779705"/>
            <a:ext cx="311361" cy="184523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86783"/>
            <a:ext cx="10504000" cy="1132258"/>
          </a:xfrm>
        </p:spPr>
        <p:txBody>
          <a:bodyPr anchor="ctr">
            <a:noAutofit/>
          </a:bodyPr>
          <a:lstStyle>
            <a:lvl1pPr algn="l">
              <a:defRPr sz="3600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35EC3073-FA99-7015-CBD2-0E3B9CE430CA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84198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19" name="Text Placeholder 35">
            <a:extLst>
              <a:ext uri="{FF2B5EF4-FFF2-40B4-BE49-F238E27FC236}">
                <a16:creationId xmlns:a16="http://schemas.microsoft.com/office/drawing/2014/main" id="{C879862E-201F-4356-6D65-28E89DB6F11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41989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35">
            <a:extLst>
              <a:ext uri="{FF2B5EF4-FFF2-40B4-BE49-F238E27FC236}">
                <a16:creationId xmlns:a16="http://schemas.microsoft.com/office/drawing/2014/main" id="{A15D05C0-B891-85E5-35C5-24FBD31E326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41989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5" name="Picture Placeholder 29">
            <a:extLst>
              <a:ext uri="{FF2B5EF4-FFF2-40B4-BE49-F238E27FC236}">
                <a16:creationId xmlns:a16="http://schemas.microsoft.com/office/drawing/2014/main" id="{B9CDE245-8A43-C7AE-733E-51362998210E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552179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3" name="Text Placeholder 35">
            <a:extLst>
              <a:ext uri="{FF2B5EF4-FFF2-40B4-BE49-F238E27FC236}">
                <a16:creationId xmlns:a16="http://schemas.microsoft.com/office/drawing/2014/main" id="{6741BED5-DD9B-DA08-B276-4A6A9619A77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552493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4" name="Text Placeholder 35">
            <a:extLst>
              <a:ext uri="{FF2B5EF4-FFF2-40B4-BE49-F238E27FC236}">
                <a16:creationId xmlns:a16="http://schemas.microsoft.com/office/drawing/2014/main" id="{4211193A-897F-A0CB-98F7-FD02B1E0321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52493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6776899D-7EB0-41AC-9AF4-FE101D6C9E83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284660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5" name="Text Placeholder 35">
            <a:extLst>
              <a:ext uri="{FF2B5EF4-FFF2-40B4-BE49-F238E27FC236}">
                <a16:creationId xmlns:a16="http://schemas.microsoft.com/office/drawing/2014/main" id="{1DED0997-D314-C6AE-A692-306403BBE629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84974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Text Placeholder 35">
            <a:extLst>
              <a:ext uri="{FF2B5EF4-FFF2-40B4-BE49-F238E27FC236}">
                <a16:creationId xmlns:a16="http://schemas.microsoft.com/office/drawing/2014/main" id="{CB02C1DA-F7C6-2990-C630-24D0D3CA893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84974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F1FE3630-D074-6944-4F08-08363014CC1D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9045148" y="2331669"/>
            <a:ext cx="2302850" cy="1255082"/>
          </a:xfrm>
        </p:spPr>
        <p:txBody>
          <a:bodyPr/>
          <a:lstStyle/>
          <a:p>
            <a:endParaRPr lang="en-GB"/>
          </a:p>
        </p:txBody>
      </p:sp>
      <p:sp>
        <p:nvSpPr>
          <p:cNvPr id="27" name="Text Placeholder 35">
            <a:extLst>
              <a:ext uri="{FF2B5EF4-FFF2-40B4-BE49-F238E27FC236}">
                <a16:creationId xmlns:a16="http://schemas.microsoft.com/office/drawing/2014/main" id="{2BD521B6-BD70-6519-3BCC-0441BC90998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45462" y="3665225"/>
            <a:ext cx="2302536" cy="735130"/>
          </a:xfrm>
        </p:spPr>
        <p:txBody>
          <a:bodyPr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 baseline="0">
                <a:latin typeface="+mj-lt"/>
                <a:ea typeface="+mj-ea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defRPr sz="1800">
                <a:latin typeface="+mj-lt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8" name="Text Placeholder 35">
            <a:extLst>
              <a:ext uri="{FF2B5EF4-FFF2-40B4-BE49-F238E27FC236}">
                <a16:creationId xmlns:a16="http://schemas.microsoft.com/office/drawing/2014/main" id="{B09D8CE1-C90E-B457-C2C5-5AE34D538BF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45462" y="4534881"/>
            <a:ext cx="2302536" cy="151165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spcBef>
                <a:spcPts val="0"/>
              </a:spcBef>
              <a:defRPr sz="1400"/>
            </a:lvl2pPr>
            <a:lvl3pPr>
              <a:spcBef>
                <a:spcPts val="0"/>
              </a:spcBef>
              <a:defRPr sz="1400"/>
            </a:lvl3pPr>
            <a:lvl4pPr>
              <a:spcBef>
                <a:spcPts val="0"/>
              </a:spcBef>
              <a:defRPr sz="1400"/>
            </a:lvl4pPr>
            <a:lvl5pPr>
              <a:spcBef>
                <a:spcPts val="0"/>
              </a:spcBef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D7AF960F-EA2C-059B-FD05-9627AA9B40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F3BA8BAB-E3F7-7F34-F87D-AA46C5710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3977F9-FC55-44B0-53B8-ADB4C12EC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Rectangle 8">
            <a:extLst>
              <a:ext uri="{FF2B5EF4-FFF2-40B4-BE49-F238E27FC236}">
                <a16:creationId xmlns:a16="http://schemas.microsoft.com/office/drawing/2014/main" id="{41B0960E-E397-9136-EE2E-F2595BA18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0715814" y="-681672"/>
            <a:ext cx="311360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9DDA4E8-D382-3D12-576D-43FB555E0E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11795962" y="-84996"/>
            <a:ext cx="311359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6608247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4A53CF-A657-E995-A3A7-271D67F33E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5E39344-307B-8BD6-D5B8-D1E1F1550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F632A0F-F12A-0DEF-B91F-C360E126D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141171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175750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4000" y="2724912"/>
            <a:ext cx="3595634" cy="3301168"/>
          </a:xfrm>
        </p:spPr>
        <p:txBody>
          <a:bodyPr anchor="t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907742" y="831919"/>
            <a:ext cx="6440258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DB9FEA63-1DA3-3F9F-C50E-7AC4477F22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BD582E8-8B0D-6439-7715-18DB0157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65968CD-929F-6D74-C903-1AA5B1538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59">
            <a:extLst>
              <a:ext uri="{FF2B5EF4-FFF2-40B4-BE49-F238E27FC236}">
                <a16:creationId xmlns:a16="http://schemas.microsoft.com/office/drawing/2014/main" id="{0322356F-D701-4C42-BB8B-523069A77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2E841F2B-D332-09D0-EBCB-48E8FBC6D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Rectangle 11">
            <a:extLst>
              <a:ext uri="{FF2B5EF4-FFF2-40B4-BE49-F238E27FC236}">
                <a16:creationId xmlns:a16="http://schemas.microsoft.com/office/drawing/2014/main" id="{5024EB45-DF26-BF12-BFEF-CA485F4D9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Freeform: Shape 59">
            <a:extLst>
              <a:ext uri="{FF2B5EF4-FFF2-40B4-BE49-F238E27FC236}">
                <a16:creationId xmlns:a16="http://schemas.microsoft.com/office/drawing/2014/main" id="{B1D17E64-4E73-BCCA-9364-C59A3D226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4515875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4000" y="831919"/>
            <a:ext cx="3595634" cy="2212313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49024" y="3260034"/>
            <a:ext cx="3585586" cy="2766045"/>
          </a:xfrm>
        </p:spPr>
        <p:txBody>
          <a:bodyPr anchor="b"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831919"/>
            <a:ext cx="6284681" cy="5194161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DADB269-BBE0-1959-FE0B-2D6A08AE1A0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88765A0-98CE-097F-70CA-A8CE88670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04CCF01-6BD8-D0D5-B68F-BF0D0E1EC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reeform: Shape 16">
            <a:extLst>
              <a:ext uri="{FF2B5EF4-FFF2-40B4-BE49-F238E27FC236}">
                <a16:creationId xmlns:a16="http://schemas.microsoft.com/office/drawing/2014/main" id="{F978EDC5-9ECC-A0CA-79B2-E1099D052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7">
            <a:extLst>
              <a:ext uri="{FF2B5EF4-FFF2-40B4-BE49-F238E27FC236}">
                <a16:creationId xmlns:a16="http://schemas.microsoft.com/office/drawing/2014/main" id="{5CC0BF8E-63A7-7E59-17B3-46BB432D5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9">
            <a:extLst>
              <a:ext uri="{FF2B5EF4-FFF2-40B4-BE49-F238E27FC236}">
                <a16:creationId xmlns:a16="http://schemas.microsoft.com/office/drawing/2014/main" id="{7C16A068-4B31-D509-6638-F057A8F5CF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" name="Freeform: Shape 18">
            <a:extLst>
              <a:ext uri="{FF2B5EF4-FFF2-40B4-BE49-F238E27FC236}">
                <a16:creationId xmlns:a16="http://schemas.microsoft.com/office/drawing/2014/main" id="{ED2C66E4-77A5-559A-C4D6-22E169AE6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8124702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175" y="831919"/>
            <a:ext cx="7342307" cy="1791217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60427" y="3280496"/>
            <a:ext cx="10504000" cy="27432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9B4F649-ECC0-65D4-73EB-F610B1EEE476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BAC71-4189-4AAE-3C30-91D3E7645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335CC0F-60E4-5024-B6AB-D87255AB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reeform: Shape 59">
            <a:extLst>
              <a:ext uri="{FF2B5EF4-FFF2-40B4-BE49-F238E27FC236}">
                <a16:creationId xmlns:a16="http://schemas.microsoft.com/office/drawing/2014/main" id="{EB1DE042-7AE4-75AA-1CFC-259030057C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0886461" y="0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AB955153-AC29-8EA8-DE1E-EF143A12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V="1">
            <a:off x="11538341" y="890"/>
            <a:ext cx="654549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CBF393-915A-6526-812F-61956DD2E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-889" y="6204342"/>
            <a:ext cx="654546" cy="65276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Freeform: Shape 59">
            <a:extLst>
              <a:ext uri="{FF2B5EF4-FFF2-40B4-BE49-F238E27FC236}">
                <a16:creationId xmlns:a16="http://schemas.microsoft.com/office/drawing/2014/main" id="{36817505-F187-6307-3AA7-E8701992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652769" y="6203452"/>
            <a:ext cx="652769" cy="654548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5052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2"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1627318"/>
            <a:ext cx="8430767" cy="1842020"/>
          </a:xfrm>
        </p:spPr>
        <p:txBody>
          <a:bodyPr anchor="b">
            <a:no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4128" y="3622674"/>
            <a:ext cx="8430639" cy="2150962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200"/>
            </a:lvl2pPr>
            <a:lvl3pPr marL="457200" indent="0">
              <a:buNone/>
              <a:defRPr sz="1100"/>
            </a:lvl3pPr>
            <a:lvl4pPr marL="685800" indent="0">
              <a:buNone/>
              <a:defRPr sz="1050"/>
            </a:lvl4pPr>
            <a:lvl5pPr marL="914400" indent="0">
              <a:buNone/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915D485-D4CB-65C5-C05B-8D3E535F6A4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174751" y="6400800"/>
            <a:ext cx="2743200" cy="266700"/>
          </a:xfrm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567240-62F7-D89C-BF3D-34806BC25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9726FF9-AAAD-F331-EC9B-83CB551F1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Freeform: Shape 16">
            <a:extLst>
              <a:ext uri="{FF2B5EF4-FFF2-40B4-BE49-F238E27FC236}">
                <a16:creationId xmlns:a16="http://schemas.microsoft.com/office/drawing/2014/main" id="{7C2CB355-42E5-6CAD-CDA4-04E8698C78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86467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7F51CA23-0DF4-94C6-A295-9A6ED5AA7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764589" y="0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" name="Freeform: Shape 19">
            <a:extLst>
              <a:ext uri="{FF2B5EF4-FFF2-40B4-BE49-F238E27FC236}">
                <a16:creationId xmlns:a16="http://schemas.microsoft.com/office/drawing/2014/main" id="{78973DDC-FE45-271D-D333-1265C63DC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0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" name="Freeform: Shape 18">
            <a:extLst>
              <a:ext uri="{FF2B5EF4-FFF2-40B4-BE49-F238E27FC236}">
                <a16:creationId xmlns:a16="http://schemas.microsoft.com/office/drawing/2014/main" id="{98BB5E17-8DB4-2B6A-4A48-E57456A31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478123" y="6003177"/>
            <a:ext cx="427411" cy="854823"/>
          </a:xfrm>
          <a:custGeom>
            <a:avLst/>
            <a:gdLst>
              <a:gd name="connsiteX0" fmla="*/ 561975 w 561975"/>
              <a:gd name="connsiteY0" fmla="*/ 0 h 1123950"/>
              <a:gd name="connsiteX1" fmla="*/ 561975 w 561975"/>
              <a:gd name="connsiteY1" fmla="*/ 1123950 h 1123950"/>
              <a:gd name="connsiteX2" fmla="*/ 0 w 561975"/>
              <a:gd name="connsiteY2" fmla="*/ 561975 h 1123950"/>
              <a:gd name="connsiteX3" fmla="*/ 561975 w 561975"/>
              <a:gd name="connsiteY3" fmla="*/ 0 h 112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1975" h="1123950">
                <a:moveTo>
                  <a:pt x="561975" y="0"/>
                </a:moveTo>
                <a:lnTo>
                  <a:pt x="561975" y="1123950"/>
                </a:lnTo>
                <a:cubicBezTo>
                  <a:pt x="251605" y="1123950"/>
                  <a:pt x="0" y="872345"/>
                  <a:pt x="0" y="561975"/>
                </a:cubicBezTo>
                <a:cubicBezTo>
                  <a:pt x="0" y="251605"/>
                  <a:pt x="251605" y="0"/>
                  <a:pt x="56197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570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23">
            <a:extLst>
              <a:ext uri="{FF2B5EF4-FFF2-40B4-BE49-F238E27FC236}">
                <a16:creationId xmlns:a16="http://schemas.microsoft.com/office/drawing/2014/main" id="{590E6AF1-4025-C539-6638-597177D00B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065818" y="6245509"/>
            <a:ext cx="5126179" cy="61249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Title 6">
            <a:extLst>
              <a:ext uri="{FF2B5EF4-FFF2-40B4-BE49-F238E27FC236}">
                <a16:creationId xmlns:a16="http://schemas.microsoft.com/office/drawing/2014/main" id="{25E8EC5E-EA9E-1F86-2E83-5D54996011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5864" y="1532081"/>
            <a:ext cx="5273221" cy="3793838"/>
          </a:xfrm>
        </p:spPr>
        <p:txBody>
          <a:bodyPr lIns="0" tIns="0" rIns="0" bIns="0" anchor="ctr">
            <a:noAutofit/>
          </a:bodyPr>
          <a:lstStyle>
            <a:lvl1pPr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5" descr="A woman wearing a yellow sweater working at the office">
            <a:extLst>
              <a:ext uri="{FF2B5EF4-FFF2-40B4-BE49-F238E27FC236}">
                <a16:creationId xmlns:a16="http://schemas.microsoft.com/office/drawing/2014/main" id="{0F266249-25B1-EF53-33EB-FA594F7F68B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063457" y="1326812"/>
            <a:ext cx="3778434" cy="4924193"/>
          </a:xfrm>
          <a:noFill/>
        </p:spPr>
        <p:txBody>
          <a:bodyPr/>
          <a:lstStyle/>
          <a:p>
            <a:endParaRPr lang="zh-CN" alt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21528A5-067A-BD49-2204-67FF006E8B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57225" y="6400800"/>
            <a:ext cx="2743200" cy="266700"/>
          </a:xfrm>
        </p:spPr>
        <p:txBody>
          <a:bodyPr/>
          <a:lstStyle/>
          <a:p>
            <a:r>
              <a:rPr lang="en-US" altLang="zh-CN" dirty="0"/>
              <a:t>03/12/2025</a:t>
            </a:r>
            <a:fld id="{FD138C57-8E3B-4697-92F8-0ED9B71F7E17}" type="datetime1">
              <a:rPr lang="en-US" smtClean="0"/>
              <a:t>5/16/2025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E67C389-E6A8-48B1-74CD-322C690F9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400800"/>
            <a:ext cx="3657600" cy="26670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D7705C1-E2D3-B1B7-C51C-44843980F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274049" y="6400800"/>
            <a:ext cx="3241675" cy="266700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5917FF65-0254-002E-D43D-FF8B5E603B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03515" y="-103514"/>
            <a:ext cx="274322" cy="48135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3D6108ED-5598-D9CD-3F7C-E35B4C8BBB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1183663" y="-700191"/>
            <a:ext cx="274322" cy="167470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Rectangle 6">
            <a:extLst>
              <a:ext uri="{FF2B5EF4-FFF2-40B4-BE49-F238E27FC236}">
                <a16:creationId xmlns:a16="http://schemas.microsoft.com/office/drawing/2014/main" id="{21EB73BE-3F32-B696-CCF3-3120CC026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-2"/>
            <a:ext cx="1365980" cy="2232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4" name="Freeform: Shape 59">
            <a:extLst>
              <a:ext uri="{FF2B5EF4-FFF2-40B4-BE49-F238E27FC236}">
                <a16:creationId xmlns:a16="http://schemas.microsoft.com/office/drawing/2014/main" id="{A7A3C520-412F-3B3C-3DD2-BA1FA9970C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41892" y="-3"/>
            <a:ext cx="1358044" cy="2232015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20" name="Rectangle 6">
            <a:extLst>
              <a:ext uri="{FF2B5EF4-FFF2-40B4-BE49-F238E27FC236}">
                <a16:creationId xmlns:a16="http://schemas.microsoft.com/office/drawing/2014/main" id="{99367659-61EC-44B3-A73E-47A6D3C1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0833956" y="2232018"/>
            <a:ext cx="1358044" cy="1916648"/>
          </a:xfrm>
          <a:prstGeom prst="rect">
            <a:avLst/>
          </a:pr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6" name="Freeform: Shape 9">
            <a:extLst>
              <a:ext uri="{FF2B5EF4-FFF2-40B4-BE49-F238E27FC236}">
                <a16:creationId xmlns:a16="http://schemas.microsoft.com/office/drawing/2014/main" id="{14EDCCCA-96A0-0D33-9C7F-224DCB3D5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0833956" y="3472845"/>
            <a:ext cx="1358044" cy="675816"/>
          </a:xfrm>
          <a:custGeom>
            <a:avLst/>
            <a:gdLst>
              <a:gd name="connsiteX0" fmla="*/ 0 w 2351450"/>
              <a:gd name="connsiteY0" fmla="*/ 0 h 1170173"/>
              <a:gd name="connsiteX1" fmla="*/ 2351450 w 2351450"/>
              <a:gd name="connsiteY1" fmla="*/ 0 h 1170173"/>
              <a:gd name="connsiteX2" fmla="*/ 2345674 w 2351450"/>
              <a:gd name="connsiteY2" fmla="*/ 114394 h 1170173"/>
              <a:gd name="connsiteX3" fmla="*/ 1175725 w 2351450"/>
              <a:gd name="connsiteY3" fmla="*/ 1170173 h 1170173"/>
              <a:gd name="connsiteX4" fmla="*/ 5777 w 2351450"/>
              <a:gd name="connsiteY4" fmla="*/ 114394 h 11701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1450" h="1170173">
                <a:moveTo>
                  <a:pt x="0" y="0"/>
                </a:moveTo>
                <a:lnTo>
                  <a:pt x="2351450" y="0"/>
                </a:lnTo>
                <a:lnTo>
                  <a:pt x="2345674" y="114394"/>
                </a:lnTo>
                <a:cubicBezTo>
                  <a:pt x="2285450" y="707410"/>
                  <a:pt x="1784630" y="1170173"/>
                  <a:pt x="1175725" y="1170173"/>
                </a:cubicBezTo>
                <a:cubicBezTo>
                  <a:pt x="566821" y="1170173"/>
                  <a:pt x="66001" y="707410"/>
                  <a:pt x="5777" y="114394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GB"/>
          </a:p>
        </p:txBody>
      </p:sp>
      <p:sp>
        <p:nvSpPr>
          <p:cNvPr id="22" name="Rectangle 8">
            <a:extLst>
              <a:ext uri="{FF2B5EF4-FFF2-40B4-BE49-F238E27FC236}">
                <a16:creationId xmlns:a16="http://schemas.microsoft.com/office/drawing/2014/main" id="{2C55E30B-D458-A8B6-11AB-5FAEA926B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V="1">
            <a:off x="10833954" y="4148664"/>
            <a:ext cx="1358043" cy="20968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Freeform: Shape 59">
            <a:extLst>
              <a:ext uri="{FF2B5EF4-FFF2-40B4-BE49-F238E27FC236}">
                <a16:creationId xmlns:a16="http://schemas.microsoft.com/office/drawing/2014/main" id="{81D1A457-4F77-6BE6-3713-4638E83D6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10833955" y="4148663"/>
            <a:ext cx="1358045" cy="2096842"/>
          </a:xfrm>
          <a:custGeom>
            <a:avLst/>
            <a:gdLst>
              <a:gd name="connsiteX0" fmla="*/ 1497298 w 1497298"/>
              <a:gd name="connsiteY0" fmla="*/ 0 h 1457281"/>
              <a:gd name="connsiteX1" fmla="*/ 0 w 1497298"/>
              <a:gd name="connsiteY1" fmla="*/ 0 h 1457281"/>
              <a:gd name="connsiteX2" fmla="*/ 0 w 1497298"/>
              <a:gd name="connsiteY2" fmla="*/ 1457281 h 14572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97298" h="1457281">
                <a:moveTo>
                  <a:pt x="1497298" y="0"/>
                </a:moveTo>
                <a:lnTo>
                  <a:pt x="0" y="0"/>
                </a:lnTo>
                <a:lnTo>
                  <a:pt x="0" y="145728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8875338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0BBB5-FEB0-47AD-A01D-A9D346203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07C41-C17D-4E84-B9CC-CA142B94C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45F25D-6082-47DE-9B2C-675944DD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4B0FF-3B25-4E5C-A0A7-4E1636362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77007-1A01-499B-ACAD-C9F9C20B7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939663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ADCE2-978E-4923-B0E9-4C966B679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B0BD6-F012-4C6D-BDAD-9E90ED25A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E2F9E5-192C-4E88-9147-D263893B1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A7138-3EAF-4C9D-903E-55D9BC0402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B0B82-496D-45C3-A682-7AF9AFFB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522520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3DAD0-5F6F-47DA-A010-1C4A30C88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EFA6E-A768-42A8-B2C3-F100D8260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46640-E89E-47CE-984D-0C0ECF7CF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77A8F-F167-4C43-AEE7-450670801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DA754-ED79-4909-833D-55BF9A5D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13851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AA026-BFE6-4D2A-9ABF-C593B5666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747E8-A36B-4B4A-B2A4-B5283152AB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C6B59D-87BD-4F32-B9BC-31F9B1A5D7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C49B47-0C41-4DCC-9902-126916D9C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CD28B7-2F2D-4E80-A107-C1F266C6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5D650A-4D0F-46AE-A132-267FCD921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445524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4C6F9-F6F6-4EA1-98AA-81B84F7CC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8B83E-B37C-46C9-8284-D6EBA0033C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A150B8-0288-44AC-9CE7-E7BD9FB32E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F5DCAE-6027-49B9-A818-F45FADE27B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FAE16-DBCB-4A42-BFFC-053F2D529A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8C038-E6A1-499D-9E24-FA5980421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F911B6-A759-487E-8CB6-CF9EF737F0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906EC0-369D-4138-8D70-148CFDEE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96867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02F8A-97AC-456C-B9E3-45A7D520C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40F483-F2B9-47A3-9B5C-8C264B70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849874-9D9B-4597-B20D-33D6F58BC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35894C-9062-435A-9758-82ED9C6D7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0444265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A3F6AD-4D61-4238-AB7D-613625BFF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CDC9-944D-47C6-B286-82C86AD94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AAC43-3846-4080-B764-AB2DB308C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564411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F4779-0336-4AFA-B9A7-259EE8BEC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2F449-DDC3-4694-81E5-91A4B8F433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00A2C4-3B2E-46AC-9605-73F5B2CC1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909769-F5A5-4635-BD0C-D6049DEB9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252DC3-D3D7-446F-A866-D7820B7BF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CDB00-5218-4567-902B-845073BE8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20766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661E4-9FF7-494B-A1C9-C9A1DD705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45657-DA21-4769-84F8-88DC644508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67B310-6692-4981-9CB8-FE79A091FF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DA2C9E-A9AD-4BB9-A691-90BB84F58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3D45D-C826-4846-BBFC-A0D98B7E7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16961-40DC-443E-9DB8-3A987DF4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900969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81C24-32F4-4208-B651-CDCBFCD03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B74779-B577-461F-A409-71F6A5A11A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044BD-4FA0-432C-95D7-517D2DE8C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7F283-FE61-4C9A-9E39-74D429C58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9B807-6FE9-4E47-846B-BCB39B7AE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680970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2594DD-FFD4-4AA9-BCDA-0BA87C1463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C2B6E-24EB-42CE-8B4D-3178D08C7E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C92C56-63F3-4246-AAEE-2FBC89E8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C10319-C816-40EC-B1D0-FD9748E41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4E9AB-6952-407A-9F06-2EB91717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009778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9985B93-457D-2645-8006-56655BA16EC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2918" y="5270086"/>
            <a:ext cx="8117840" cy="1062134"/>
          </a:xfrm>
          <a:effectLst>
            <a:outerShdw blurRad="152422" dist="77657" sx="110000" sy="110000" algn="ctr" rotWithShape="0">
              <a:schemeClr val="tx1">
                <a:alpha val="93000"/>
              </a:schemeClr>
            </a:outerShdw>
          </a:effectLst>
        </p:spPr>
        <p:txBody>
          <a:bodyPr anchor="ctr" anchorCtr="0">
            <a:noAutofit/>
          </a:bodyPr>
          <a:lstStyle>
            <a:lvl1pPr marL="0" indent="0" algn="l">
              <a:buNone/>
              <a:defRPr sz="2000" cap="all" spc="0" baseline="0">
                <a:solidFill>
                  <a:schemeClr val="bg1"/>
                </a:solidFill>
                <a:effectLst>
                  <a:outerShdw blurRad="228600" dist="77470" dir="16200000" sx="103000" sy="103000" algn="ctr" rotWithShape="0">
                    <a:schemeClr val="tx1">
                      <a:alpha val="93000"/>
                    </a:schemeClr>
                  </a:outerShdw>
                </a:effectLst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1EE8A4-7ECF-7343-B9B1-32EB434C36FF}"/>
              </a:ext>
            </a:extLst>
          </p:cNvPr>
          <p:cNvSpPr/>
          <p:nvPr userDrawn="1"/>
        </p:nvSpPr>
        <p:spPr>
          <a:xfrm>
            <a:off x="0" y="3438706"/>
            <a:ext cx="9204267" cy="17099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438706"/>
            <a:ext cx="9204267" cy="1709927"/>
          </a:xfrm>
          <a:solidFill>
            <a:schemeClr val="accent1"/>
          </a:solidFill>
          <a:effectLst/>
        </p:spPr>
        <p:txBody>
          <a:bodyPr lIns="1554480" tIns="182880" anchor="ctr" anchorCtr="0">
            <a:noAutofit/>
          </a:bodyPr>
          <a:lstStyle>
            <a:lvl1pPr algn="l">
              <a:defRPr sz="7200">
                <a:solidFill>
                  <a:schemeClr val="bg2">
                    <a:lumMod val="75000"/>
                  </a:schemeClr>
                </a:solidFill>
                <a:effectLst/>
                <a:latin typeface="+mj-lt"/>
              </a:defRPr>
            </a:lvl1pPr>
          </a:lstStyle>
          <a:p>
            <a:r>
              <a:rPr lang="en-US" dirty="0"/>
              <a:t>Click to edit Master</a:t>
            </a:r>
          </a:p>
        </p:txBody>
      </p:sp>
    </p:spTree>
    <p:extLst>
      <p:ext uri="{BB962C8B-B14F-4D97-AF65-F5344CB8AC3E}">
        <p14:creationId xmlns:p14="http://schemas.microsoft.com/office/powerpoint/2010/main" val="3710354748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n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2090F11-94D5-C2A6-0759-3E7541B099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9640" y="485113"/>
            <a:ext cx="10515600" cy="15315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F349F3-2C28-5A44-EDFC-75FD6CA95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6000" y="0"/>
            <a:ext cx="6096000" cy="73674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634FD449-C6E0-CF8A-82B2-52438C952C07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29640" y="2153285"/>
            <a:ext cx="4953001" cy="3500438"/>
          </a:xfrm>
        </p:spPr>
        <p:txBody>
          <a:bodyPr lIns="91440">
            <a:normAutofit/>
          </a:bodyPr>
          <a:lstStyle>
            <a:lvl1pPr>
              <a:spcBef>
                <a:spcPts val="1000"/>
              </a:spcBef>
              <a:spcAft>
                <a:spcPts val="1200"/>
              </a:spcAft>
              <a:defRPr sz="1800"/>
            </a:lvl1pPr>
            <a:lvl2pPr>
              <a:spcBef>
                <a:spcPts val="1000"/>
              </a:spcBef>
              <a:spcAft>
                <a:spcPts val="1200"/>
              </a:spcAft>
              <a:defRPr sz="1600"/>
            </a:lvl2pPr>
            <a:lvl3pPr>
              <a:spcBef>
                <a:spcPts val="1000"/>
              </a:spcBef>
              <a:spcAft>
                <a:spcPts val="1200"/>
              </a:spcAft>
              <a:defRPr sz="1400"/>
            </a:lvl3pPr>
            <a:lvl4pPr>
              <a:spcBef>
                <a:spcPts val="1000"/>
              </a:spcBef>
              <a:spcAft>
                <a:spcPts val="1200"/>
              </a:spcAft>
              <a:defRPr sz="1200"/>
            </a:lvl4pPr>
            <a:lvl5pPr>
              <a:spcBef>
                <a:spcPts val="1000"/>
              </a:spcBef>
              <a:spcAft>
                <a:spcPts val="12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>
            <a:extLst>
              <a:ext uri="{FF2B5EF4-FFF2-40B4-BE49-F238E27FC236}">
                <a16:creationId xmlns:a16="http://schemas.microsoft.com/office/drawing/2014/main" id="{F971E741-6253-D410-B562-50CA5976207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09360" y="2153285"/>
            <a:ext cx="5135880" cy="3500438"/>
          </a:xfrm>
        </p:spPr>
        <p:txBody>
          <a:bodyPr lIns="91440">
            <a:normAutofit/>
          </a:bodyPr>
          <a:lstStyle>
            <a:lvl1pPr>
              <a:spcBef>
                <a:spcPts val="1000"/>
              </a:spcBef>
              <a:spcAft>
                <a:spcPts val="1200"/>
              </a:spcAft>
              <a:defRPr sz="1800"/>
            </a:lvl1pPr>
            <a:lvl2pPr>
              <a:spcBef>
                <a:spcPts val="1000"/>
              </a:spcBef>
              <a:spcAft>
                <a:spcPts val="1200"/>
              </a:spcAft>
              <a:defRPr sz="1600"/>
            </a:lvl2pPr>
            <a:lvl3pPr>
              <a:spcBef>
                <a:spcPts val="1000"/>
              </a:spcBef>
              <a:spcAft>
                <a:spcPts val="1200"/>
              </a:spcAft>
              <a:defRPr sz="1400"/>
            </a:lvl3pPr>
            <a:lvl4pPr>
              <a:spcBef>
                <a:spcPts val="1000"/>
              </a:spcBef>
              <a:spcAft>
                <a:spcPts val="1200"/>
              </a:spcAft>
              <a:defRPr sz="1200"/>
            </a:lvl4pPr>
            <a:lvl5pPr>
              <a:spcBef>
                <a:spcPts val="1000"/>
              </a:spcBef>
              <a:spcAft>
                <a:spcPts val="1200"/>
              </a:spcAft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78552E1-07B0-A631-78D3-D3C0E4C0C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1212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D635B7F-3E76-4C66-6A5A-9156FCE3D9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4400" y="61212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rame 1">
            <a:extLst>
              <a:ext uri="{FF2B5EF4-FFF2-40B4-BE49-F238E27FC236}">
                <a16:creationId xmlns:a16="http://schemas.microsoft.com/office/drawing/2014/main" id="{55D7E8F5-692D-24DD-0F8C-9563BA74AAF4}"/>
              </a:ext>
            </a:extLst>
          </p:cNvPr>
          <p:cNvSpPr/>
          <p:nvPr userDrawn="1"/>
        </p:nvSpPr>
        <p:spPr>
          <a:xfrm>
            <a:off x="386317" y="352044"/>
            <a:ext cx="11419367" cy="6153912"/>
          </a:xfrm>
          <a:prstGeom prst="frame">
            <a:avLst>
              <a:gd name="adj1" fmla="val 21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993917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1D49246-C641-C3BA-F07B-89FFC6CDAE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853439"/>
            <a:ext cx="4802373" cy="2833689"/>
          </a:xfrm>
        </p:spPr>
        <p:txBody>
          <a:bodyPr rIns="914400" anchor="b"/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BE7E1DF-A70C-8F79-9B76-72B2A7B4DC7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14400" y="3931919"/>
            <a:ext cx="4802735" cy="2072641"/>
          </a:xfrm>
        </p:spPr>
        <p:txBody>
          <a:bodyPr>
            <a:normAutofit/>
          </a:bodyPr>
          <a:lstStyle>
            <a:lvl1pPr marL="0" indent="0">
              <a:lnSpc>
                <a:spcPct val="125000"/>
              </a:lnSpc>
              <a:spcBef>
                <a:spcPts val="0"/>
              </a:spcBef>
              <a:buNone/>
              <a:defRPr sz="1800"/>
            </a:lvl1pPr>
            <a:lvl2pPr marL="457200" indent="0">
              <a:lnSpc>
                <a:spcPct val="125000"/>
              </a:lnSpc>
              <a:spcBef>
                <a:spcPts val="0"/>
              </a:spcBef>
              <a:buNone/>
              <a:defRPr sz="1600"/>
            </a:lvl2pPr>
            <a:lvl3pPr marL="914400" indent="0">
              <a:lnSpc>
                <a:spcPct val="125000"/>
              </a:lnSpc>
              <a:spcBef>
                <a:spcPts val="0"/>
              </a:spcBef>
              <a:buNone/>
              <a:defRPr sz="1400"/>
            </a:lvl3pPr>
            <a:lvl4pPr marL="1371600" indent="0">
              <a:lnSpc>
                <a:spcPct val="125000"/>
              </a:lnSpc>
              <a:spcBef>
                <a:spcPts val="0"/>
              </a:spcBef>
              <a:buNone/>
              <a:defRPr sz="1200"/>
            </a:lvl4pPr>
            <a:lvl5pPr marL="1828800" indent="0">
              <a:lnSpc>
                <a:spcPct val="125000"/>
              </a:lnSpc>
              <a:spcBef>
                <a:spcPts val="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1CD5F637-DFBF-7FED-7CD5-F46A26E5CD1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478587" y="921230"/>
            <a:ext cx="5713413" cy="5029200"/>
          </a:xfrm>
          <a:custGeom>
            <a:avLst/>
            <a:gdLst>
              <a:gd name="connsiteX0" fmla="*/ 5327097 w 5713413"/>
              <a:gd name="connsiteY0" fmla="*/ 0 h 5029200"/>
              <a:gd name="connsiteX1" fmla="*/ 5713413 w 5713413"/>
              <a:gd name="connsiteY1" fmla="*/ 0 h 5029200"/>
              <a:gd name="connsiteX2" fmla="*/ 5713413 w 5713413"/>
              <a:gd name="connsiteY2" fmla="*/ 5029200 h 5029200"/>
              <a:gd name="connsiteX3" fmla="*/ 5327097 w 5713413"/>
              <a:gd name="connsiteY3" fmla="*/ 5029200 h 5029200"/>
              <a:gd name="connsiteX4" fmla="*/ 0 w 5713413"/>
              <a:gd name="connsiteY4" fmla="*/ 0 h 5029200"/>
              <a:gd name="connsiteX5" fmla="*/ 5313743 w 5713413"/>
              <a:gd name="connsiteY5" fmla="*/ 0 h 5029200"/>
              <a:gd name="connsiteX6" fmla="*/ 5313743 w 5713413"/>
              <a:gd name="connsiteY6" fmla="*/ 5029200 h 5029200"/>
              <a:gd name="connsiteX7" fmla="*/ 0 w 5713413"/>
              <a:gd name="connsiteY7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713413" h="5029200">
                <a:moveTo>
                  <a:pt x="5327097" y="0"/>
                </a:moveTo>
                <a:lnTo>
                  <a:pt x="5713413" y="0"/>
                </a:lnTo>
                <a:lnTo>
                  <a:pt x="5713413" y="5029200"/>
                </a:lnTo>
                <a:lnTo>
                  <a:pt x="5327097" y="5029200"/>
                </a:lnTo>
                <a:close/>
                <a:moveTo>
                  <a:pt x="0" y="0"/>
                </a:moveTo>
                <a:lnTo>
                  <a:pt x="5313743" y="0"/>
                </a:lnTo>
                <a:lnTo>
                  <a:pt x="5313743" y="5029200"/>
                </a:lnTo>
                <a:lnTo>
                  <a:pt x="0" y="50292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378552E1-07B0-A631-78D3-D3C0E4C0C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1212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D635B7F-3E76-4C66-6A5A-9156FCE3D9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4400" y="61212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33E3B934-3E16-21AF-8F5A-9EFD93255705}"/>
              </a:ext>
            </a:extLst>
          </p:cNvPr>
          <p:cNvSpPr/>
          <p:nvPr userDrawn="1"/>
        </p:nvSpPr>
        <p:spPr>
          <a:xfrm>
            <a:off x="386317" y="352044"/>
            <a:ext cx="11419367" cy="6153912"/>
          </a:xfrm>
          <a:prstGeom prst="frame">
            <a:avLst>
              <a:gd name="adj1" fmla="val 21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7148298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44F338E0-1063-4148-8770-A99F9D7362DA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92917" y="2245545"/>
            <a:ext cx="11221755" cy="396793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bg2">
                    <a:lumMod val="75000"/>
                  </a:schemeClr>
                </a:solidFill>
                <a:latin typeface="+mn-lt"/>
              </a:defRPr>
            </a:lvl2pPr>
            <a:lvl3pPr marL="914400" indent="0">
              <a:buNone/>
              <a:defRPr sz="1600">
                <a:solidFill>
                  <a:schemeClr val="bg2">
                    <a:lumMod val="75000"/>
                  </a:schemeClr>
                </a:solidFill>
                <a:latin typeface="+mn-lt"/>
              </a:defRPr>
            </a:lvl3pPr>
            <a:lvl4pPr marL="1371600" indent="0">
              <a:buNone/>
              <a:defRPr sz="1600">
                <a:solidFill>
                  <a:schemeClr val="bg2">
                    <a:lumMod val="75000"/>
                  </a:schemeClr>
                </a:solidFill>
                <a:latin typeface="+mn-lt"/>
              </a:defRPr>
            </a:lvl4pPr>
            <a:lvl5pPr marL="1828800" indent="0">
              <a:buNone/>
              <a:defRPr sz="1600">
                <a:solidFill>
                  <a:schemeClr val="bg2">
                    <a:lumMod val="75000"/>
                  </a:schemeClr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Footer Placeholder 2">
            <a:extLst>
              <a:ext uri="{FF2B5EF4-FFF2-40B4-BE49-F238E27FC236}">
                <a16:creationId xmlns:a16="http://schemas.microsoft.com/office/drawing/2014/main" id="{DB69A96E-B20D-CB48-8E2A-EFE0AC81548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 algn="ctr">
              <a:defRPr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3ABA4509-3D86-7348-997A-E8B425B71E4B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10285388" y="6356350"/>
            <a:ext cx="1429284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en-US"/>
              <a:t>6/15/XX</a:t>
            </a:r>
            <a:endParaRPr lang="en-US" dirty="0"/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FFE904A6-6E84-974C-AAF1-42BF4585906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492917" y="6356350"/>
            <a:ext cx="1104900" cy="365125"/>
          </a:xfrm>
          <a:prstGeom prst="rect">
            <a:avLst/>
          </a:prstGeom>
        </p:spPr>
        <p:txBody>
          <a:bodyPr lIns="91440" anchor="ctr"/>
          <a:lstStyle>
            <a:lvl1pPr>
              <a:defRPr sz="1200">
                <a:solidFill>
                  <a:schemeClr val="accent4"/>
                </a:solidFill>
                <a:latin typeface="+mn-lt"/>
              </a:defRPr>
            </a:lvl1pPr>
          </a:lstStyle>
          <a:p>
            <a:fld id="{D156BFF5-A11A-234E-A308-E7366A28581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1" name="Title 1">
            <a:extLst>
              <a:ext uri="{FF2B5EF4-FFF2-40B4-BE49-F238E27FC236}">
                <a16:creationId xmlns:a16="http://schemas.microsoft.com/office/drawing/2014/main" id="{D3A8E03D-B6D2-2346-B64A-E9A47BD8E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17" y="365125"/>
            <a:ext cx="11221755" cy="1143645"/>
          </a:xfrm>
        </p:spPr>
        <p:txBody>
          <a:bodyPr>
            <a:normAutofit/>
          </a:bodyPr>
          <a:lstStyle>
            <a:lvl1pPr>
              <a:defRPr sz="5400">
                <a:solidFill>
                  <a:schemeClr val="bg2">
                    <a:lumMod val="75000"/>
                  </a:schemeClr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2" name="Text Placeholder 16">
            <a:extLst>
              <a:ext uri="{FF2B5EF4-FFF2-40B4-BE49-F238E27FC236}">
                <a16:creationId xmlns:a16="http://schemas.microsoft.com/office/drawing/2014/main" id="{4FBDFEF7-18A4-064F-B6D7-D5FDB16AE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2917" y="1261872"/>
            <a:ext cx="11221755" cy="649435"/>
          </a:xfrm>
        </p:spPr>
        <p:txBody>
          <a:bodyPr anchor="ctr" anchorCtr="0">
            <a:normAutofit/>
          </a:bodyPr>
          <a:lstStyle>
            <a:lvl1pPr marL="0" indent="0" algn="l">
              <a:buNone/>
              <a:defRPr sz="2400">
                <a:solidFill>
                  <a:schemeClr val="bg2">
                    <a:lumMod val="75000"/>
                  </a:schemeClr>
                </a:solidFill>
                <a:latin typeface="+mn-lt"/>
              </a:defRPr>
            </a:lvl1pPr>
            <a:lvl2pPr marL="45720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77"/>
              </a:defRPr>
            </a:lvl2pPr>
            <a:lvl3pPr marL="91440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77"/>
              </a:defRPr>
            </a:lvl3pPr>
            <a:lvl4pPr marL="137160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77"/>
              </a:defRPr>
            </a:lvl4pPr>
            <a:lvl5pPr marL="1828800" indent="0" algn="ctr">
              <a:buNone/>
              <a:defRPr>
                <a:solidFill>
                  <a:schemeClr val="bg1"/>
                </a:solidFill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7086509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C5B4E-B37A-42FE-AD0A-48A006152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0124" y="28575"/>
            <a:ext cx="11731752" cy="96202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DE130486-F789-C1FE-9ED5-86D9266384E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20298" y="2307023"/>
            <a:ext cx="1871210" cy="1871210"/>
          </a:xfrm>
          <a:custGeom>
            <a:avLst/>
            <a:gdLst>
              <a:gd name="connsiteX0" fmla="*/ 680210 w 1871210"/>
              <a:gd name="connsiteY0" fmla="*/ 0 h 1871210"/>
              <a:gd name="connsiteX1" fmla="*/ 1871210 w 1871210"/>
              <a:gd name="connsiteY1" fmla="*/ 0 h 1871210"/>
              <a:gd name="connsiteX2" fmla="*/ 1871210 w 1871210"/>
              <a:gd name="connsiteY2" fmla="*/ 1871210 h 1871210"/>
              <a:gd name="connsiteX3" fmla="*/ 0 w 1871210"/>
              <a:gd name="connsiteY3" fmla="*/ 1871210 h 1871210"/>
              <a:gd name="connsiteX4" fmla="*/ 0 w 1871210"/>
              <a:gd name="connsiteY4" fmla="*/ 663088 h 1871210"/>
              <a:gd name="connsiteX5" fmla="*/ 680210 w 1871210"/>
              <a:gd name="connsiteY5" fmla="*/ 663088 h 1871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1210" h="1871210">
                <a:moveTo>
                  <a:pt x="680210" y="0"/>
                </a:moveTo>
                <a:lnTo>
                  <a:pt x="1871210" y="0"/>
                </a:lnTo>
                <a:lnTo>
                  <a:pt x="1871210" y="1871210"/>
                </a:lnTo>
                <a:lnTo>
                  <a:pt x="0" y="1871210"/>
                </a:lnTo>
                <a:lnTo>
                  <a:pt x="0" y="663088"/>
                </a:lnTo>
                <a:lnTo>
                  <a:pt x="680210" y="6630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 anchor="b">
            <a:noAutofit/>
          </a:bodyPr>
          <a:lstStyle>
            <a:lvl1pPr marL="0" indent="0" algn="ctr">
              <a:buNone/>
              <a:defRPr sz="1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4BB10F-7E48-4E69-4682-61B98C72B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298" y="2307023"/>
            <a:ext cx="680210" cy="68021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78525AA-E3C7-4847-51CB-8070CCEA2AB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20298" y="2308260"/>
            <a:ext cx="784627" cy="891602"/>
          </a:xfrm>
        </p:spPr>
        <p:txBody>
          <a:bodyPr tIns="0" rIns="0">
            <a:noAutofit/>
          </a:bodyPr>
          <a:lstStyle>
            <a:lvl1pPr marL="0" indent="0" algn="r">
              <a:lnSpc>
                <a:spcPct val="75000"/>
              </a:lnSpc>
              <a:spcBef>
                <a:spcPts val="0"/>
              </a:spcBef>
              <a:buNone/>
              <a:defRPr sz="3200" b="1" cap="all" baseline="0">
                <a:ln w="31750">
                  <a:solidFill>
                    <a:schemeClr val="bg1"/>
                  </a:solidFill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xxxx</a:t>
            </a:r>
            <a:endParaRPr lang="en-US" dirty="0"/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7E09C742-5D77-43A5-A33A-73D138825C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0299" y="4191996"/>
            <a:ext cx="2299102" cy="693081"/>
          </a:xfrm>
        </p:spPr>
        <p:txBody>
          <a:bodyPr lIns="0" rIns="0" anchor="b"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5"/>
                </a:solidFill>
                <a:latin typeface="+mj-lt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5" name="Text Placeholder 29">
            <a:extLst>
              <a:ext uri="{FF2B5EF4-FFF2-40B4-BE49-F238E27FC236}">
                <a16:creationId xmlns:a16="http://schemas.microsoft.com/office/drawing/2014/main" id="{C0B3A230-8B78-438B-8350-7C8430DEEFF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299" y="4939990"/>
            <a:ext cx="2299102" cy="419100"/>
          </a:xfrm>
        </p:spPr>
        <p:txBody>
          <a:bodyPr lIns="0" r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05DE6B3F-BCDF-FF6E-F5DD-BAF26A49D445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3568881" y="2307023"/>
            <a:ext cx="1871210" cy="1871210"/>
          </a:xfrm>
          <a:custGeom>
            <a:avLst/>
            <a:gdLst>
              <a:gd name="connsiteX0" fmla="*/ 680210 w 1871210"/>
              <a:gd name="connsiteY0" fmla="*/ 0 h 1871210"/>
              <a:gd name="connsiteX1" fmla="*/ 1871210 w 1871210"/>
              <a:gd name="connsiteY1" fmla="*/ 0 h 1871210"/>
              <a:gd name="connsiteX2" fmla="*/ 1871210 w 1871210"/>
              <a:gd name="connsiteY2" fmla="*/ 1871210 h 1871210"/>
              <a:gd name="connsiteX3" fmla="*/ 0 w 1871210"/>
              <a:gd name="connsiteY3" fmla="*/ 1871210 h 1871210"/>
              <a:gd name="connsiteX4" fmla="*/ 0 w 1871210"/>
              <a:gd name="connsiteY4" fmla="*/ 663088 h 1871210"/>
              <a:gd name="connsiteX5" fmla="*/ 680210 w 1871210"/>
              <a:gd name="connsiteY5" fmla="*/ 663088 h 1871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1210" h="1871210">
                <a:moveTo>
                  <a:pt x="680210" y="0"/>
                </a:moveTo>
                <a:lnTo>
                  <a:pt x="1871210" y="0"/>
                </a:lnTo>
                <a:lnTo>
                  <a:pt x="1871210" y="1871210"/>
                </a:lnTo>
                <a:lnTo>
                  <a:pt x="0" y="1871210"/>
                </a:lnTo>
                <a:lnTo>
                  <a:pt x="0" y="663088"/>
                </a:lnTo>
                <a:lnTo>
                  <a:pt x="680210" y="6630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 anchor="b">
            <a:noAutofit/>
          </a:bodyPr>
          <a:lstStyle>
            <a:lvl1pPr marL="0" indent="0" algn="ctr">
              <a:buNone/>
              <a:defRPr sz="1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A7F787F-FDC0-52A9-42EF-FF0D59C8A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568881" y="2307023"/>
            <a:ext cx="680210" cy="68021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4D34F37C-CEBE-E1DF-5361-771F61826D4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568881" y="2308260"/>
            <a:ext cx="784627" cy="891602"/>
          </a:xfrm>
        </p:spPr>
        <p:txBody>
          <a:bodyPr tIns="0" rIns="0">
            <a:noAutofit/>
          </a:bodyPr>
          <a:lstStyle>
            <a:lvl1pPr marL="0" indent="0" algn="r">
              <a:lnSpc>
                <a:spcPct val="75000"/>
              </a:lnSpc>
              <a:spcBef>
                <a:spcPts val="0"/>
              </a:spcBef>
              <a:buNone/>
              <a:defRPr sz="3200" b="1" cap="all" baseline="0">
                <a:ln w="31750">
                  <a:solidFill>
                    <a:schemeClr val="bg1"/>
                  </a:solidFill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xxxx</a:t>
            </a:r>
            <a:endParaRPr lang="en-US" dirty="0"/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878C8350-ACA7-4A8E-B350-5311BA0646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69300" y="4191996"/>
            <a:ext cx="2299103" cy="693081"/>
          </a:xfrm>
        </p:spPr>
        <p:txBody>
          <a:bodyPr lIns="0" rIns="0" anchor="b"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5"/>
                </a:solidFill>
                <a:latin typeface="+mj-lt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6" name="Text Placeholder 29">
            <a:extLst>
              <a:ext uri="{FF2B5EF4-FFF2-40B4-BE49-F238E27FC236}">
                <a16:creationId xmlns:a16="http://schemas.microsoft.com/office/drawing/2014/main" id="{ED6E9576-E633-4CDE-B44E-7E810BB8B4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568881" y="4939990"/>
            <a:ext cx="2299103" cy="419100"/>
          </a:xfrm>
        </p:spPr>
        <p:txBody>
          <a:bodyPr lIns="0" r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12961185-48A1-D8E3-F6F5-303F60C0D182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6617615" y="2307023"/>
            <a:ext cx="1871210" cy="1871210"/>
          </a:xfrm>
          <a:custGeom>
            <a:avLst/>
            <a:gdLst>
              <a:gd name="connsiteX0" fmla="*/ 680210 w 1871210"/>
              <a:gd name="connsiteY0" fmla="*/ 0 h 1871210"/>
              <a:gd name="connsiteX1" fmla="*/ 1871210 w 1871210"/>
              <a:gd name="connsiteY1" fmla="*/ 0 h 1871210"/>
              <a:gd name="connsiteX2" fmla="*/ 1871210 w 1871210"/>
              <a:gd name="connsiteY2" fmla="*/ 1871210 h 1871210"/>
              <a:gd name="connsiteX3" fmla="*/ 0 w 1871210"/>
              <a:gd name="connsiteY3" fmla="*/ 1871210 h 1871210"/>
              <a:gd name="connsiteX4" fmla="*/ 0 w 1871210"/>
              <a:gd name="connsiteY4" fmla="*/ 663088 h 1871210"/>
              <a:gd name="connsiteX5" fmla="*/ 680210 w 1871210"/>
              <a:gd name="connsiteY5" fmla="*/ 663088 h 1871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1210" h="1871210">
                <a:moveTo>
                  <a:pt x="680210" y="0"/>
                </a:moveTo>
                <a:lnTo>
                  <a:pt x="1871210" y="0"/>
                </a:lnTo>
                <a:lnTo>
                  <a:pt x="1871210" y="1871210"/>
                </a:lnTo>
                <a:lnTo>
                  <a:pt x="0" y="1871210"/>
                </a:lnTo>
                <a:lnTo>
                  <a:pt x="0" y="663088"/>
                </a:lnTo>
                <a:lnTo>
                  <a:pt x="680210" y="6630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 anchor="b">
            <a:noAutofit/>
          </a:bodyPr>
          <a:lstStyle>
            <a:lvl1pPr marL="0" indent="0" algn="ctr">
              <a:buNone/>
              <a:defRPr sz="1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03EDF6-0B7E-2391-859E-ED7D4C3432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617615" y="2307023"/>
            <a:ext cx="680210" cy="68021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05DFB3A7-9240-8723-C04B-8621F1B87BE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617615" y="2308260"/>
            <a:ext cx="784627" cy="891602"/>
          </a:xfrm>
        </p:spPr>
        <p:txBody>
          <a:bodyPr tIns="0" rIns="0">
            <a:noAutofit/>
          </a:bodyPr>
          <a:lstStyle>
            <a:lvl1pPr marL="0" indent="0" algn="r">
              <a:lnSpc>
                <a:spcPct val="75000"/>
              </a:lnSpc>
              <a:spcBef>
                <a:spcPts val="0"/>
              </a:spcBef>
              <a:buNone/>
              <a:defRPr sz="3200" b="1" cap="all" baseline="0">
                <a:ln w="31750">
                  <a:solidFill>
                    <a:schemeClr val="bg1"/>
                  </a:solidFill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xxxx</a:t>
            </a:r>
            <a:endParaRPr lang="en-US" dirty="0"/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F2A8EB81-781B-48A6-AEC3-3C6467F831A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16299" y="4191996"/>
            <a:ext cx="2299102" cy="693081"/>
          </a:xfrm>
        </p:spPr>
        <p:txBody>
          <a:bodyPr lIns="0" rIns="0" anchor="b"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5"/>
                </a:solidFill>
                <a:latin typeface="+mj-lt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7" name="Text Placeholder 29">
            <a:extLst>
              <a:ext uri="{FF2B5EF4-FFF2-40B4-BE49-F238E27FC236}">
                <a16:creationId xmlns:a16="http://schemas.microsoft.com/office/drawing/2014/main" id="{839F3D9E-A504-4099-B225-3C7C0823F18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616299" y="4939990"/>
            <a:ext cx="2299102" cy="419100"/>
          </a:xfrm>
        </p:spPr>
        <p:txBody>
          <a:bodyPr lIns="0" r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FE501532-06AD-B03C-CB71-A9894AB80C23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9666198" y="2307023"/>
            <a:ext cx="1871210" cy="1871210"/>
          </a:xfrm>
          <a:custGeom>
            <a:avLst/>
            <a:gdLst>
              <a:gd name="connsiteX0" fmla="*/ 680210 w 1871210"/>
              <a:gd name="connsiteY0" fmla="*/ 0 h 1871210"/>
              <a:gd name="connsiteX1" fmla="*/ 1871210 w 1871210"/>
              <a:gd name="connsiteY1" fmla="*/ 0 h 1871210"/>
              <a:gd name="connsiteX2" fmla="*/ 1871210 w 1871210"/>
              <a:gd name="connsiteY2" fmla="*/ 1871210 h 1871210"/>
              <a:gd name="connsiteX3" fmla="*/ 0 w 1871210"/>
              <a:gd name="connsiteY3" fmla="*/ 1871210 h 1871210"/>
              <a:gd name="connsiteX4" fmla="*/ 0 w 1871210"/>
              <a:gd name="connsiteY4" fmla="*/ 663088 h 1871210"/>
              <a:gd name="connsiteX5" fmla="*/ 680210 w 1871210"/>
              <a:gd name="connsiteY5" fmla="*/ 663088 h 1871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1210" h="1871210">
                <a:moveTo>
                  <a:pt x="680210" y="0"/>
                </a:moveTo>
                <a:lnTo>
                  <a:pt x="1871210" y="0"/>
                </a:lnTo>
                <a:lnTo>
                  <a:pt x="1871210" y="1871210"/>
                </a:lnTo>
                <a:lnTo>
                  <a:pt x="0" y="1871210"/>
                </a:lnTo>
                <a:lnTo>
                  <a:pt x="0" y="663088"/>
                </a:lnTo>
                <a:lnTo>
                  <a:pt x="680210" y="6630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txBody>
          <a:bodyPr wrap="square" anchor="b">
            <a:noAutofit/>
          </a:bodyPr>
          <a:lstStyle>
            <a:lvl1pPr marL="0" indent="0" algn="ctr">
              <a:buNone/>
              <a:defRPr sz="1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0A943CF-6AD5-3C41-E2B3-70E28E914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666198" y="2307023"/>
            <a:ext cx="680210" cy="68021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5D3D0017-E970-9E79-9960-C6E38B5D90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666198" y="2308260"/>
            <a:ext cx="784627" cy="891602"/>
          </a:xfrm>
        </p:spPr>
        <p:txBody>
          <a:bodyPr tIns="0" rIns="0">
            <a:noAutofit/>
          </a:bodyPr>
          <a:lstStyle>
            <a:lvl1pPr marL="0" indent="0" algn="r">
              <a:lnSpc>
                <a:spcPct val="75000"/>
              </a:lnSpc>
              <a:spcBef>
                <a:spcPts val="0"/>
              </a:spcBef>
              <a:buNone/>
              <a:defRPr sz="3200" b="1" cap="all" baseline="0">
                <a:ln w="31750">
                  <a:solidFill>
                    <a:schemeClr val="bg1"/>
                  </a:solidFill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xxxx</a:t>
            </a:r>
            <a:endParaRPr lang="en-US" dirty="0"/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A9EE98B1-8D2A-449C-96EF-F184DF61070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6633" y="4191996"/>
            <a:ext cx="2306767" cy="693081"/>
          </a:xfrm>
        </p:spPr>
        <p:txBody>
          <a:bodyPr lIns="0" rIns="0" anchor="b">
            <a:noAutofit/>
          </a:bodyPr>
          <a:lstStyle>
            <a:lvl1pPr marL="0" indent="0">
              <a:buNone/>
              <a:defRPr sz="2000" b="1" cap="all" baseline="0">
                <a:solidFill>
                  <a:schemeClr val="accent5"/>
                </a:solidFill>
                <a:latin typeface="+mj-lt"/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8" name="Text Placeholder 29">
            <a:extLst>
              <a:ext uri="{FF2B5EF4-FFF2-40B4-BE49-F238E27FC236}">
                <a16:creationId xmlns:a16="http://schemas.microsoft.com/office/drawing/2014/main" id="{0ACDF000-4FBF-40D1-A089-C38F77F418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656633" y="4939990"/>
            <a:ext cx="2306767" cy="419100"/>
          </a:xfrm>
        </p:spPr>
        <p:txBody>
          <a:bodyPr lIns="0" rIns="0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007772-CDC0-1612-CE7D-6E8A3217B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19891" y="4198988"/>
            <a:ext cx="11018626" cy="0"/>
          </a:xfrm>
          <a:prstGeom prst="line">
            <a:avLst/>
          </a:prstGeom>
          <a:ln w="57150"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5633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0">
          <p15:clr>
            <a:srgbClr val="FBAE40"/>
          </p15:clr>
        </p15:guide>
        <p15:guide id="2" pos="3840">
          <p15:clr>
            <a:srgbClr val="FBAE40"/>
          </p15:clr>
        </p15:guide>
        <p15:guide id="3" pos="5760">
          <p15:clr>
            <a:srgbClr val="FBAE40"/>
          </p15:clr>
        </p15:guide>
        <p15:guide id="4" pos="3984">
          <p15:clr>
            <a:srgbClr val="5ACBF0"/>
          </p15:clr>
        </p15:guide>
        <p15:guide id="5" pos="3696">
          <p15:clr>
            <a:srgbClr val="5ACBF0"/>
          </p15:clr>
        </p15:guide>
        <p15:guide id="6" pos="2064">
          <p15:clr>
            <a:srgbClr val="5ACBF0"/>
          </p15:clr>
        </p15:guide>
        <p15:guide id="7" pos="1776">
          <p15:clr>
            <a:srgbClr val="5ACBF0"/>
          </p15:clr>
        </p15:guide>
        <p15:guide id="8" pos="5616">
          <p15:clr>
            <a:srgbClr val="5ACBF0"/>
          </p15:clr>
        </p15:guide>
        <p15:guide id="9" pos="5904">
          <p15:clr>
            <a:srgbClr val="5ACBF0"/>
          </p15:clr>
        </p15:guide>
        <p15:guide id="10" pos="144">
          <p15:clr>
            <a:srgbClr val="5ACBF0"/>
          </p15:clr>
        </p15:guide>
        <p15:guide id="11" orient="horz" pos="4176">
          <p15:clr>
            <a:srgbClr val="5ACBF0"/>
          </p15:clr>
        </p15:guide>
        <p15:guide id="12" pos="7536">
          <p15:clr>
            <a:srgbClr val="5ACBF0"/>
          </p15:clr>
        </p15:guide>
        <p15:guide id="13" orient="horz" pos="14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9.xml"/><Relationship Id="rId18" Type="http://schemas.openxmlformats.org/officeDocument/2006/relationships/slideLayout" Target="../slideLayouts/slideLayout44.xml"/><Relationship Id="rId26" Type="http://schemas.openxmlformats.org/officeDocument/2006/relationships/slideLayout" Target="../slideLayouts/slideLayout52.xml"/><Relationship Id="rId39" Type="http://schemas.openxmlformats.org/officeDocument/2006/relationships/slideLayout" Target="../slideLayouts/slideLayout65.xml"/><Relationship Id="rId21" Type="http://schemas.openxmlformats.org/officeDocument/2006/relationships/slideLayout" Target="../slideLayouts/slideLayout47.xml"/><Relationship Id="rId34" Type="http://schemas.openxmlformats.org/officeDocument/2006/relationships/slideLayout" Target="../slideLayouts/slideLayout60.xml"/><Relationship Id="rId42" Type="http://schemas.openxmlformats.org/officeDocument/2006/relationships/slideLayout" Target="../slideLayouts/slideLayout68.xml"/><Relationship Id="rId47" Type="http://schemas.openxmlformats.org/officeDocument/2006/relationships/slideLayout" Target="../slideLayouts/slideLayout73.xml"/><Relationship Id="rId50" Type="http://schemas.openxmlformats.org/officeDocument/2006/relationships/slideLayout" Target="../slideLayouts/slideLayout76.xml"/><Relationship Id="rId55" Type="http://schemas.openxmlformats.org/officeDocument/2006/relationships/slideLayout" Target="../slideLayouts/slideLayout81.xml"/><Relationship Id="rId63" Type="http://schemas.openxmlformats.org/officeDocument/2006/relationships/theme" Target="../theme/theme3.xml"/><Relationship Id="rId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slideLayout" Target="../slideLayouts/slideLayout46.xml"/><Relationship Id="rId29" Type="http://schemas.openxmlformats.org/officeDocument/2006/relationships/slideLayout" Target="../slideLayouts/slideLayout55.xml"/><Relationship Id="rId41" Type="http://schemas.openxmlformats.org/officeDocument/2006/relationships/slideLayout" Target="../slideLayouts/slideLayout67.xml"/><Relationship Id="rId54" Type="http://schemas.openxmlformats.org/officeDocument/2006/relationships/slideLayout" Target="../slideLayouts/slideLayout80.xml"/><Relationship Id="rId62" Type="http://schemas.openxmlformats.org/officeDocument/2006/relationships/slideLayout" Target="../slideLayouts/slideLayout8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24" Type="http://schemas.openxmlformats.org/officeDocument/2006/relationships/slideLayout" Target="../slideLayouts/slideLayout50.xml"/><Relationship Id="rId32" Type="http://schemas.openxmlformats.org/officeDocument/2006/relationships/slideLayout" Target="../slideLayouts/slideLayout58.xml"/><Relationship Id="rId37" Type="http://schemas.openxmlformats.org/officeDocument/2006/relationships/slideLayout" Target="../slideLayouts/slideLayout63.xml"/><Relationship Id="rId40" Type="http://schemas.openxmlformats.org/officeDocument/2006/relationships/slideLayout" Target="../slideLayouts/slideLayout66.xml"/><Relationship Id="rId45" Type="http://schemas.openxmlformats.org/officeDocument/2006/relationships/slideLayout" Target="../slideLayouts/slideLayout71.xml"/><Relationship Id="rId53" Type="http://schemas.openxmlformats.org/officeDocument/2006/relationships/slideLayout" Target="../slideLayouts/slideLayout79.xml"/><Relationship Id="rId58" Type="http://schemas.openxmlformats.org/officeDocument/2006/relationships/slideLayout" Target="../slideLayouts/slideLayout84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23" Type="http://schemas.openxmlformats.org/officeDocument/2006/relationships/slideLayout" Target="../slideLayouts/slideLayout49.xml"/><Relationship Id="rId28" Type="http://schemas.openxmlformats.org/officeDocument/2006/relationships/slideLayout" Target="../slideLayouts/slideLayout54.xml"/><Relationship Id="rId36" Type="http://schemas.openxmlformats.org/officeDocument/2006/relationships/slideLayout" Target="../slideLayouts/slideLayout62.xml"/><Relationship Id="rId49" Type="http://schemas.openxmlformats.org/officeDocument/2006/relationships/slideLayout" Target="../slideLayouts/slideLayout75.xml"/><Relationship Id="rId57" Type="http://schemas.openxmlformats.org/officeDocument/2006/relationships/slideLayout" Target="../slideLayouts/slideLayout83.xml"/><Relationship Id="rId61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36.xml"/><Relationship Id="rId19" Type="http://schemas.openxmlformats.org/officeDocument/2006/relationships/slideLayout" Target="../slideLayouts/slideLayout45.xml"/><Relationship Id="rId31" Type="http://schemas.openxmlformats.org/officeDocument/2006/relationships/slideLayout" Target="../slideLayouts/slideLayout57.xml"/><Relationship Id="rId44" Type="http://schemas.openxmlformats.org/officeDocument/2006/relationships/slideLayout" Target="../slideLayouts/slideLayout70.xml"/><Relationship Id="rId52" Type="http://schemas.openxmlformats.org/officeDocument/2006/relationships/slideLayout" Target="../slideLayouts/slideLayout78.xml"/><Relationship Id="rId60" Type="http://schemas.openxmlformats.org/officeDocument/2006/relationships/slideLayout" Target="../slideLayouts/slideLayout8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48.xml"/><Relationship Id="rId27" Type="http://schemas.openxmlformats.org/officeDocument/2006/relationships/slideLayout" Target="../slideLayouts/slideLayout53.xml"/><Relationship Id="rId30" Type="http://schemas.openxmlformats.org/officeDocument/2006/relationships/slideLayout" Target="../slideLayouts/slideLayout56.xml"/><Relationship Id="rId35" Type="http://schemas.openxmlformats.org/officeDocument/2006/relationships/slideLayout" Target="../slideLayouts/slideLayout61.xml"/><Relationship Id="rId43" Type="http://schemas.openxmlformats.org/officeDocument/2006/relationships/slideLayout" Target="../slideLayouts/slideLayout69.xml"/><Relationship Id="rId48" Type="http://schemas.openxmlformats.org/officeDocument/2006/relationships/slideLayout" Target="../slideLayouts/slideLayout74.xml"/><Relationship Id="rId56" Type="http://schemas.openxmlformats.org/officeDocument/2006/relationships/slideLayout" Target="../slideLayouts/slideLayout82.xml"/><Relationship Id="rId8" Type="http://schemas.openxmlformats.org/officeDocument/2006/relationships/slideLayout" Target="../slideLayouts/slideLayout34.xml"/><Relationship Id="rId51" Type="http://schemas.openxmlformats.org/officeDocument/2006/relationships/slideLayout" Target="../slideLayouts/slideLayout77.xml"/><Relationship Id="rId3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5" Type="http://schemas.openxmlformats.org/officeDocument/2006/relationships/slideLayout" Target="../slideLayouts/slideLayout51.xml"/><Relationship Id="rId33" Type="http://schemas.openxmlformats.org/officeDocument/2006/relationships/slideLayout" Target="../slideLayouts/slideLayout59.xml"/><Relationship Id="rId38" Type="http://schemas.openxmlformats.org/officeDocument/2006/relationships/slideLayout" Target="../slideLayouts/slideLayout64.xml"/><Relationship Id="rId46" Type="http://schemas.openxmlformats.org/officeDocument/2006/relationships/slideLayout" Target="../slideLayouts/slideLayout72.xml"/><Relationship Id="rId59" Type="http://schemas.openxmlformats.org/officeDocument/2006/relationships/slideLayout" Target="../slideLayouts/slideLayout85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01.xml"/><Relationship Id="rId18" Type="http://schemas.openxmlformats.org/officeDocument/2006/relationships/slideLayout" Target="../slideLayouts/slideLayout106.xml"/><Relationship Id="rId26" Type="http://schemas.openxmlformats.org/officeDocument/2006/relationships/slideLayout" Target="../slideLayouts/slideLayout114.xml"/><Relationship Id="rId39" Type="http://schemas.openxmlformats.org/officeDocument/2006/relationships/slideLayout" Target="../slideLayouts/slideLayout127.xml"/><Relationship Id="rId21" Type="http://schemas.openxmlformats.org/officeDocument/2006/relationships/slideLayout" Target="../slideLayouts/slideLayout109.xml"/><Relationship Id="rId34" Type="http://schemas.openxmlformats.org/officeDocument/2006/relationships/slideLayout" Target="../slideLayouts/slideLayout122.xml"/><Relationship Id="rId42" Type="http://schemas.openxmlformats.org/officeDocument/2006/relationships/slideLayout" Target="../slideLayouts/slideLayout130.xml"/><Relationship Id="rId47" Type="http://schemas.openxmlformats.org/officeDocument/2006/relationships/slideLayout" Target="../slideLayouts/slideLayout135.xml"/><Relationship Id="rId50" Type="http://schemas.openxmlformats.org/officeDocument/2006/relationships/slideLayout" Target="../slideLayouts/slideLayout138.xml"/><Relationship Id="rId55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0.xml"/><Relationship Id="rId16" Type="http://schemas.openxmlformats.org/officeDocument/2006/relationships/slideLayout" Target="../slideLayouts/slideLayout104.xml"/><Relationship Id="rId20" Type="http://schemas.openxmlformats.org/officeDocument/2006/relationships/slideLayout" Target="../slideLayouts/slideLayout108.xml"/><Relationship Id="rId29" Type="http://schemas.openxmlformats.org/officeDocument/2006/relationships/slideLayout" Target="../slideLayouts/slideLayout117.xml"/><Relationship Id="rId41" Type="http://schemas.openxmlformats.org/officeDocument/2006/relationships/slideLayout" Target="../slideLayouts/slideLayout129.xml"/><Relationship Id="rId54" Type="http://schemas.openxmlformats.org/officeDocument/2006/relationships/slideLayout" Target="../slideLayouts/slideLayout142.xml"/><Relationship Id="rId62" Type="http://schemas.openxmlformats.org/officeDocument/2006/relationships/theme" Target="../theme/theme4.xml"/><Relationship Id="rId1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9.xml"/><Relationship Id="rId24" Type="http://schemas.openxmlformats.org/officeDocument/2006/relationships/slideLayout" Target="../slideLayouts/slideLayout112.xml"/><Relationship Id="rId32" Type="http://schemas.openxmlformats.org/officeDocument/2006/relationships/slideLayout" Target="../slideLayouts/slideLayout120.xml"/><Relationship Id="rId37" Type="http://schemas.openxmlformats.org/officeDocument/2006/relationships/slideLayout" Target="../slideLayouts/slideLayout125.xml"/><Relationship Id="rId40" Type="http://schemas.openxmlformats.org/officeDocument/2006/relationships/slideLayout" Target="../slideLayouts/slideLayout128.xml"/><Relationship Id="rId45" Type="http://schemas.openxmlformats.org/officeDocument/2006/relationships/slideLayout" Target="../slideLayouts/slideLayout133.xml"/><Relationship Id="rId53" Type="http://schemas.openxmlformats.org/officeDocument/2006/relationships/slideLayout" Target="../slideLayouts/slideLayout141.xml"/><Relationship Id="rId58" Type="http://schemas.openxmlformats.org/officeDocument/2006/relationships/slideLayout" Target="../slideLayouts/slideLayout146.xml"/><Relationship Id="rId5" Type="http://schemas.openxmlformats.org/officeDocument/2006/relationships/slideLayout" Target="../slideLayouts/slideLayout93.xml"/><Relationship Id="rId15" Type="http://schemas.openxmlformats.org/officeDocument/2006/relationships/slideLayout" Target="../slideLayouts/slideLayout103.xml"/><Relationship Id="rId23" Type="http://schemas.openxmlformats.org/officeDocument/2006/relationships/slideLayout" Target="../slideLayouts/slideLayout111.xml"/><Relationship Id="rId28" Type="http://schemas.openxmlformats.org/officeDocument/2006/relationships/slideLayout" Target="../slideLayouts/slideLayout116.xml"/><Relationship Id="rId36" Type="http://schemas.openxmlformats.org/officeDocument/2006/relationships/slideLayout" Target="../slideLayouts/slideLayout124.xml"/><Relationship Id="rId49" Type="http://schemas.openxmlformats.org/officeDocument/2006/relationships/slideLayout" Target="../slideLayouts/slideLayout137.xml"/><Relationship Id="rId57" Type="http://schemas.openxmlformats.org/officeDocument/2006/relationships/slideLayout" Target="../slideLayouts/slideLayout145.xml"/><Relationship Id="rId61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98.xml"/><Relationship Id="rId19" Type="http://schemas.openxmlformats.org/officeDocument/2006/relationships/slideLayout" Target="../slideLayouts/slideLayout107.xml"/><Relationship Id="rId31" Type="http://schemas.openxmlformats.org/officeDocument/2006/relationships/slideLayout" Target="../slideLayouts/slideLayout119.xml"/><Relationship Id="rId44" Type="http://schemas.openxmlformats.org/officeDocument/2006/relationships/slideLayout" Target="../slideLayouts/slideLayout132.xml"/><Relationship Id="rId52" Type="http://schemas.openxmlformats.org/officeDocument/2006/relationships/slideLayout" Target="../slideLayouts/slideLayout140.xml"/><Relationship Id="rId60" Type="http://schemas.openxmlformats.org/officeDocument/2006/relationships/slideLayout" Target="../slideLayouts/slideLayout148.xml"/><Relationship Id="rId4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102.xml"/><Relationship Id="rId22" Type="http://schemas.openxmlformats.org/officeDocument/2006/relationships/slideLayout" Target="../slideLayouts/slideLayout110.xml"/><Relationship Id="rId27" Type="http://schemas.openxmlformats.org/officeDocument/2006/relationships/slideLayout" Target="../slideLayouts/slideLayout115.xml"/><Relationship Id="rId30" Type="http://schemas.openxmlformats.org/officeDocument/2006/relationships/slideLayout" Target="../slideLayouts/slideLayout118.xml"/><Relationship Id="rId35" Type="http://schemas.openxmlformats.org/officeDocument/2006/relationships/slideLayout" Target="../slideLayouts/slideLayout123.xml"/><Relationship Id="rId43" Type="http://schemas.openxmlformats.org/officeDocument/2006/relationships/slideLayout" Target="../slideLayouts/slideLayout131.xml"/><Relationship Id="rId48" Type="http://schemas.openxmlformats.org/officeDocument/2006/relationships/slideLayout" Target="../slideLayouts/slideLayout136.xml"/><Relationship Id="rId56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96.xml"/><Relationship Id="rId51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5.xml"/><Relationship Id="rId25" Type="http://schemas.openxmlformats.org/officeDocument/2006/relationships/slideLayout" Target="../slideLayouts/slideLayout113.xml"/><Relationship Id="rId33" Type="http://schemas.openxmlformats.org/officeDocument/2006/relationships/slideLayout" Target="../slideLayouts/slideLayout121.xml"/><Relationship Id="rId38" Type="http://schemas.openxmlformats.org/officeDocument/2006/relationships/slideLayout" Target="../slideLayouts/slideLayout126.xml"/><Relationship Id="rId46" Type="http://schemas.openxmlformats.org/officeDocument/2006/relationships/slideLayout" Target="../slideLayouts/slideLayout134.xml"/><Relationship Id="rId59" Type="http://schemas.openxmlformats.org/officeDocument/2006/relationships/slideLayout" Target="../slideLayouts/slideLayout147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7.xml"/><Relationship Id="rId13" Type="http://schemas.openxmlformats.org/officeDocument/2006/relationships/slideLayout" Target="../slideLayouts/slideLayout162.xml"/><Relationship Id="rId3" Type="http://schemas.openxmlformats.org/officeDocument/2006/relationships/slideLayout" Target="../slideLayouts/slideLayout152.xml"/><Relationship Id="rId7" Type="http://schemas.openxmlformats.org/officeDocument/2006/relationships/slideLayout" Target="../slideLayouts/slideLayout156.xml"/><Relationship Id="rId12" Type="http://schemas.openxmlformats.org/officeDocument/2006/relationships/slideLayout" Target="../slideLayouts/slideLayout161.xml"/><Relationship Id="rId17" Type="http://schemas.openxmlformats.org/officeDocument/2006/relationships/theme" Target="../theme/theme5.xml"/><Relationship Id="rId2" Type="http://schemas.openxmlformats.org/officeDocument/2006/relationships/slideLayout" Target="../slideLayouts/slideLayout151.xml"/><Relationship Id="rId16" Type="http://schemas.openxmlformats.org/officeDocument/2006/relationships/slideLayout" Target="../slideLayouts/slideLayout165.xml"/><Relationship Id="rId1" Type="http://schemas.openxmlformats.org/officeDocument/2006/relationships/slideLayout" Target="../slideLayouts/slideLayout150.xml"/><Relationship Id="rId6" Type="http://schemas.openxmlformats.org/officeDocument/2006/relationships/slideLayout" Target="../slideLayouts/slideLayout155.xml"/><Relationship Id="rId11" Type="http://schemas.openxmlformats.org/officeDocument/2006/relationships/slideLayout" Target="../slideLayouts/slideLayout160.xml"/><Relationship Id="rId5" Type="http://schemas.openxmlformats.org/officeDocument/2006/relationships/slideLayout" Target="../slideLayouts/slideLayout154.xml"/><Relationship Id="rId15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59.xml"/><Relationship Id="rId4" Type="http://schemas.openxmlformats.org/officeDocument/2006/relationships/slideLayout" Target="../slideLayouts/slideLayout153.xml"/><Relationship Id="rId9" Type="http://schemas.openxmlformats.org/officeDocument/2006/relationships/slideLayout" Target="../slideLayouts/slideLayout158.xml"/><Relationship Id="rId14" Type="http://schemas.openxmlformats.org/officeDocument/2006/relationships/slideLayout" Target="../slideLayouts/slideLayout16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41CFC-63B9-4A19-A8AB-62B9E452A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A838B-134E-40B6-A7E3-1119BB8BF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943BB-9EAD-4CBC-9CA2-75F70C6B58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4E537-5CBA-4B86-9D30-577B9F741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79E72-0F12-4646-BCDF-4C9EAA89C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378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B94F4E-FF39-0408-C3C6-A986750D8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1" y="365125"/>
            <a:ext cx="1091507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B616EB-5E9D-04D9-F6DC-33F7E5BBA1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8460" y="1825625"/>
            <a:ext cx="1091507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1C11A-4AAF-B1E1-B1F3-67C0A55EFF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1033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fld id="{295C7AAE-A677-454A-8BDB-62A0650ACE9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63DBDAD-8830-10AA-86C7-A42D12292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8460" y="6356350"/>
            <a:ext cx="4114800" cy="365125"/>
          </a:xfrm>
          <a:prstGeom prst="rect">
            <a:avLst/>
          </a:prstGeom>
        </p:spPr>
        <p:txBody>
          <a:bodyPr anchor="ctr"/>
          <a:lstStyle>
            <a:lvl1pPr>
              <a:defRPr sz="1200" b="0" i="0" spc="50" baseline="0">
                <a:solidFill>
                  <a:schemeClr val="accent2">
                    <a:lumMod val="9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5322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500" kern="1200" spc="5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i="0" kern="1200" spc="5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spc="5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 spc="5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 spc="5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venir Book" panose="02000503020000020003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5" name="Date Placeholder 3">
            <a:extLst>
              <a:ext uri="{FF2B5EF4-FFF2-40B4-BE49-F238E27FC236}">
                <a16:creationId xmlns:a16="http://schemas.microsoft.com/office/drawing/2014/main" id="{ADB13491-D2D3-4083-6A8B-1287C22AE5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492F7-AF48-144F-A38F-899165CDF1AF}" type="datetimeFigureOut">
              <a:rPr lang="en-CN" smtClean="0"/>
              <a:t>05/16/2025</a:t>
            </a:fld>
            <a:endParaRPr lang="en-CN"/>
          </a:p>
        </p:txBody>
      </p:sp>
      <p:sp>
        <p:nvSpPr>
          <p:cNvPr id="36" name="Footer Placeholder 4">
            <a:extLst>
              <a:ext uri="{FF2B5EF4-FFF2-40B4-BE49-F238E27FC236}">
                <a16:creationId xmlns:a16="http://schemas.microsoft.com/office/drawing/2014/main" id="{7926D9C2-BC4F-E144-A16A-55FF6A79FB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CN"/>
              <a:t>Sample Footer Text</a:t>
            </a:r>
          </a:p>
        </p:txBody>
      </p:sp>
      <p:sp>
        <p:nvSpPr>
          <p:cNvPr id="37" name="Slide Number Placeholder 5">
            <a:extLst>
              <a:ext uri="{FF2B5EF4-FFF2-40B4-BE49-F238E27FC236}">
                <a16:creationId xmlns:a16="http://schemas.microsoft.com/office/drawing/2014/main" id="{9E317CA0-22C4-CA77-01FA-B2BEFBBCDF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7497A-8219-D24C-A0EB-E9A5CBD8030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8614673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  <p:sldLayoutId id="2147483716" r:id="rId36"/>
    <p:sldLayoutId id="2147483717" r:id="rId37"/>
    <p:sldLayoutId id="2147483718" r:id="rId38"/>
    <p:sldLayoutId id="2147483719" r:id="rId39"/>
    <p:sldLayoutId id="2147483720" r:id="rId40"/>
    <p:sldLayoutId id="2147483721" r:id="rId41"/>
    <p:sldLayoutId id="2147483722" r:id="rId42"/>
    <p:sldLayoutId id="2147483723" r:id="rId43"/>
    <p:sldLayoutId id="2147483724" r:id="rId44"/>
    <p:sldLayoutId id="2147483725" r:id="rId45"/>
    <p:sldLayoutId id="2147483726" r:id="rId46"/>
    <p:sldLayoutId id="2147483727" r:id="rId47"/>
    <p:sldLayoutId id="2147483728" r:id="rId48"/>
    <p:sldLayoutId id="2147483729" r:id="rId49"/>
    <p:sldLayoutId id="2147483730" r:id="rId50"/>
    <p:sldLayoutId id="2147483731" r:id="rId51"/>
    <p:sldLayoutId id="2147483732" r:id="rId52"/>
    <p:sldLayoutId id="2147483733" r:id="rId53"/>
    <p:sldLayoutId id="2147483734" r:id="rId54"/>
    <p:sldLayoutId id="2147483735" r:id="rId55"/>
    <p:sldLayoutId id="2147483736" r:id="rId56"/>
    <p:sldLayoutId id="2147483737" r:id="rId57"/>
    <p:sldLayoutId id="2147483738" r:id="rId58"/>
    <p:sldLayoutId id="2147483739" r:id="rId59"/>
    <p:sldLayoutId id="2147483740" r:id="rId60"/>
    <p:sldLayoutId id="2147483741" r:id="rId61"/>
    <p:sldLayoutId id="2147483742" r:id="rId6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0" tIns="0" rIns="0" bIns="0" rtlCol="0" anchor="b">
            <a:normAutofit/>
          </a:bodyPr>
          <a:lstStyle/>
          <a:p>
            <a:r>
              <a:rPr lang="en-US" sz="1418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sz="1418"/>
              <a:t>Click to edit Master text styles</a:t>
            </a:r>
            <a:endParaRPr lang="en-US"/>
          </a:p>
          <a:p>
            <a:pPr lvl="1"/>
            <a:r>
              <a:rPr lang="en-US" sz="1418"/>
              <a:t>Second level</a:t>
            </a:r>
          </a:p>
          <a:p>
            <a:pPr lvl="2"/>
            <a:r>
              <a:rPr lang="en-US" sz="1418"/>
              <a:t>Third level</a:t>
            </a:r>
          </a:p>
          <a:p>
            <a:pPr lvl="3"/>
            <a:r>
              <a:rPr lang="en-US" sz="1418"/>
              <a:t>Fourth level</a:t>
            </a:r>
          </a:p>
          <a:p>
            <a:pPr lvl="4"/>
            <a:r>
              <a:rPr lang="en-US" sz="1418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79DDEA0E-07E9-13B1-EDC7-61BAFA5FF7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57225" y="6400800"/>
            <a:ext cx="2743200" cy="266700"/>
          </a:xfrm>
        </p:spPr>
        <p:txBody>
          <a:bodyPr lIns="0" tIns="0" rIns="0" bIns="0"/>
          <a:lstStyle>
            <a:lvl1pPr>
              <a:defRPr sz="1200"/>
            </a:lvl1pPr>
          </a:lstStyle>
          <a:p>
            <a:fld id="{FD138C57-8E3B-4697-92F8-0ED9B71F7E17}" type="datetime1">
              <a:rPr lang="en-US" smtClean="0"/>
              <a:pPr/>
              <a:t>5/16/2025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EA10547-A0BF-14BF-EF18-92FBBF644C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67200" y="6400800"/>
            <a:ext cx="3657600" cy="266700"/>
          </a:xfrm>
        </p:spPr>
        <p:txBody>
          <a:bodyPr lIns="0" tIns="0" rIns="0" bIns="0"/>
          <a:lstStyle>
            <a:lvl1pPr algn="ctr">
              <a:defRPr sz="1200"/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413A03B-58A6-5266-F4CA-95B7A6F4B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74049" y="6400800"/>
            <a:ext cx="3241675" cy="266700"/>
          </a:xfrm>
        </p:spPr>
        <p:txBody>
          <a:bodyPr lIns="0" tIns="0" rIns="0" bIns="0"/>
          <a:lstStyle>
            <a:lvl1pPr algn="r">
              <a:defRPr sz="1200"/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290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  <p:sldLayoutId id="2147483760" r:id="rId17"/>
    <p:sldLayoutId id="2147483761" r:id="rId18"/>
    <p:sldLayoutId id="2147483762" r:id="rId19"/>
    <p:sldLayoutId id="2147483763" r:id="rId20"/>
    <p:sldLayoutId id="2147483764" r:id="rId21"/>
    <p:sldLayoutId id="2147483765" r:id="rId22"/>
    <p:sldLayoutId id="2147483766" r:id="rId23"/>
    <p:sldLayoutId id="2147483767" r:id="rId24"/>
    <p:sldLayoutId id="2147483768" r:id="rId25"/>
    <p:sldLayoutId id="2147483769" r:id="rId26"/>
    <p:sldLayoutId id="2147483770" r:id="rId27"/>
    <p:sldLayoutId id="2147483771" r:id="rId28"/>
    <p:sldLayoutId id="2147483772" r:id="rId29"/>
    <p:sldLayoutId id="2147483773" r:id="rId30"/>
    <p:sldLayoutId id="2147483774" r:id="rId31"/>
    <p:sldLayoutId id="2147483775" r:id="rId32"/>
    <p:sldLayoutId id="2147483776" r:id="rId33"/>
    <p:sldLayoutId id="2147483777" r:id="rId34"/>
    <p:sldLayoutId id="2147483778" r:id="rId35"/>
    <p:sldLayoutId id="2147483779" r:id="rId36"/>
    <p:sldLayoutId id="2147483780" r:id="rId37"/>
    <p:sldLayoutId id="2147483781" r:id="rId38"/>
    <p:sldLayoutId id="2147483782" r:id="rId39"/>
    <p:sldLayoutId id="2147483783" r:id="rId40"/>
    <p:sldLayoutId id="2147483784" r:id="rId41"/>
    <p:sldLayoutId id="2147483785" r:id="rId42"/>
    <p:sldLayoutId id="2147483786" r:id="rId43"/>
    <p:sldLayoutId id="2147483787" r:id="rId44"/>
    <p:sldLayoutId id="2147483788" r:id="rId45"/>
    <p:sldLayoutId id="2147483789" r:id="rId46"/>
    <p:sldLayoutId id="2147483790" r:id="rId47"/>
    <p:sldLayoutId id="2147483791" r:id="rId48"/>
    <p:sldLayoutId id="2147483792" r:id="rId49"/>
    <p:sldLayoutId id="2147483793" r:id="rId50"/>
    <p:sldLayoutId id="2147483794" r:id="rId51"/>
    <p:sldLayoutId id="2147483795" r:id="rId52"/>
    <p:sldLayoutId id="2147483796" r:id="rId53"/>
    <p:sldLayoutId id="2147483797" r:id="rId54"/>
    <p:sldLayoutId id="2147483798" r:id="rId55"/>
    <p:sldLayoutId id="2147483799" r:id="rId56"/>
    <p:sldLayoutId id="2147483800" r:id="rId57"/>
    <p:sldLayoutId id="2147483801" r:id="rId58"/>
    <p:sldLayoutId id="2147483802" r:id="rId59"/>
    <p:sldLayoutId id="2147483803" r:id="rId60"/>
    <p:sldLayoutId id="2147483804" r:id="rId6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>
          <p15:clr>
            <a:srgbClr val="F26B43"/>
          </p15:clr>
        </p15:guide>
        <p15:guide id="2" pos="7256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28">
          <p15:clr>
            <a:srgbClr val="F26B43"/>
          </p15:clr>
        </p15:guide>
        <p15:guide id="6" orient="horz" pos="386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341CFC-63B9-4A19-A8AB-62B9E452A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A838B-134E-40B6-A7E3-1119BB8BF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8943BB-9EAD-4CBC-9CA2-75F70C6B58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94036C-9E7C-4FFC-99FA-414B61E345DD}" type="datetimeFigureOut">
              <a:rPr lang="en-US" smtClean="0"/>
              <a:t>5/16/2025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4E537-5CBA-4B86-9D30-577B9F741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E79E72-0F12-4646-BCDF-4C9EAA89C2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6580AB-5C3C-4B4F-8E2A-8B7A0A8CE6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2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3" r:id="rId8"/>
    <p:sldLayoutId id="2147483814" r:id="rId9"/>
    <p:sldLayoutId id="2147483815" r:id="rId10"/>
    <p:sldLayoutId id="2147483816" r:id="rId11"/>
    <p:sldLayoutId id="2147483817" r:id="rId12"/>
    <p:sldLayoutId id="2147483818" r:id="rId13"/>
    <p:sldLayoutId id="2147483819" r:id="rId14"/>
    <p:sldLayoutId id="2147483820" r:id="rId15"/>
    <p:sldLayoutId id="214748382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6F0DE-C48F-4911-F606-502716008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0432" y="1582524"/>
            <a:ext cx="5777442" cy="2322576"/>
          </a:xfrm>
        </p:spPr>
        <p:txBody>
          <a:bodyPr/>
          <a:lstStyle/>
          <a:p>
            <a:r>
              <a:rPr lang="en-US" altLang="zh-CN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Requirement Analysis Report </a:t>
            </a:r>
            <a:endParaRPr lang="zh-CN" alt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3DA174-FC3D-8B25-FBB8-DC2004FF797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687" y="6229438"/>
            <a:ext cx="1738083" cy="274320"/>
          </a:xfrm>
        </p:spPr>
        <p:txBody>
          <a:bodyPr/>
          <a:lstStyle/>
          <a:p>
            <a:r>
              <a:rPr lang="en-GB" altLang="zh-CN" sz="1800" dirty="0">
                <a:solidFill>
                  <a:srgbClr val="002060"/>
                </a:solidFill>
                <a:latin typeface="+mj-lt"/>
                <a:cs typeface="Segoe UI" panose="020B0502040204020203" pitchFamily="34" charset="0"/>
              </a:rPr>
              <a:t>Group 5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2316F9B-3EB8-DF6C-405A-F39B5E1E9AFC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2"/>
          <a:srcRect l="22001" r="22001"/>
          <a:stretch/>
        </p:blipFill>
        <p:spPr>
          <a:xfrm>
            <a:off x="6412687" y="0"/>
            <a:ext cx="5779313" cy="6875770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AA025E2-D592-63D7-1746-A9307E229B90}"/>
              </a:ext>
            </a:extLst>
          </p:cNvPr>
          <p:cNvSpPr/>
          <p:nvPr/>
        </p:nvSpPr>
        <p:spPr>
          <a:xfrm>
            <a:off x="291950" y="4195333"/>
            <a:ext cx="3536195" cy="61555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Road </a:t>
            </a:r>
            <a:r>
              <a:rPr lang="en-US" sz="2000" i="1" dirty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</a:t>
            </a:r>
            <a:r>
              <a:rPr lang="en-US" sz="20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Road Map Mobile Notification Application</a:t>
            </a:r>
          </a:p>
        </p:txBody>
      </p:sp>
      <p:grpSp>
        <p:nvGrpSpPr>
          <p:cNvPr id="12" name="Group 11" descr="This image is an icon of three connected human figures. ">
            <a:extLst>
              <a:ext uri="{FF2B5EF4-FFF2-40B4-BE49-F238E27FC236}">
                <a16:creationId xmlns:a16="http://schemas.microsoft.com/office/drawing/2014/main" id="{B92236CF-CC31-5FE2-22F5-9F6A101650A5}"/>
              </a:ext>
            </a:extLst>
          </p:cNvPr>
          <p:cNvGrpSpPr/>
          <p:nvPr/>
        </p:nvGrpSpPr>
        <p:grpSpPr>
          <a:xfrm>
            <a:off x="368967" y="757585"/>
            <a:ext cx="569186" cy="530997"/>
            <a:chOff x="-27444701" y="-10180638"/>
            <a:chExt cx="10883901" cy="10153650"/>
          </a:xfrm>
          <a:solidFill>
            <a:schemeClr val="bg1">
              <a:lumMod val="50000"/>
            </a:schemeClr>
          </a:solidFill>
        </p:grpSpPr>
        <p:sp>
          <p:nvSpPr>
            <p:cNvPr id="13" name="Freeform 35">
              <a:extLst>
                <a:ext uri="{FF2B5EF4-FFF2-40B4-BE49-F238E27FC236}">
                  <a16:creationId xmlns:a16="http://schemas.microsoft.com/office/drawing/2014/main" id="{9A3A1FA8-0BE8-2F14-AEBB-65D0C743AF13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969538" y="-10180638"/>
              <a:ext cx="1906588" cy="1978025"/>
            </a:xfrm>
            <a:custGeom>
              <a:avLst/>
              <a:gdLst>
                <a:gd name="T0" fmla="*/ 554 w 639"/>
                <a:gd name="T1" fmla="*/ 327 h 664"/>
                <a:gd name="T2" fmla="*/ 438 w 639"/>
                <a:gd name="T3" fmla="*/ 526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4 w 639"/>
                <a:gd name="T13" fmla="*/ 327 h 664"/>
                <a:gd name="T14" fmla="*/ 638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39 w 639"/>
                <a:gd name="T21" fmla="*/ 200 h 664"/>
                <a:gd name="T22" fmla="*/ 53 w 639"/>
                <a:gd name="T23" fmla="*/ 482 h 664"/>
                <a:gd name="T24" fmla="*/ 407 w 639"/>
                <a:gd name="T25" fmla="*/ 629 h 664"/>
                <a:gd name="T26" fmla="*/ 638 w 639"/>
                <a:gd name="T27" fmla="*/ 327 h 664"/>
                <a:gd name="T28" fmla="*/ 554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4" y="327"/>
                  </a:moveTo>
                  <a:cubicBezTo>
                    <a:pt x="553" y="410"/>
                    <a:pt x="510" y="485"/>
                    <a:pt x="438" y="526"/>
                  </a:cubicBezTo>
                  <a:cubicBezTo>
                    <a:pt x="365" y="569"/>
                    <a:pt x="275" y="564"/>
                    <a:pt x="204" y="521"/>
                  </a:cubicBezTo>
                  <a:cubicBezTo>
                    <a:pt x="133" y="478"/>
                    <a:pt x="94" y="398"/>
                    <a:pt x="97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5"/>
                    <a:pt x="379" y="92"/>
                    <a:pt x="447" y="133"/>
                  </a:cubicBezTo>
                  <a:cubicBezTo>
                    <a:pt x="514" y="174"/>
                    <a:pt x="553" y="249"/>
                    <a:pt x="554" y="327"/>
                  </a:cubicBezTo>
                  <a:cubicBezTo>
                    <a:pt x="555" y="381"/>
                    <a:pt x="639" y="381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0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7" y="629"/>
                  </a:cubicBezTo>
                  <a:cubicBezTo>
                    <a:pt x="543" y="594"/>
                    <a:pt x="637" y="466"/>
                    <a:pt x="638" y="327"/>
                  </a:cubicBezTo>
                  <a:cubicBezTo>
                    <a:pt x="639" y="273"/>
                    <a:pt x="555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4" name="Freeform 36">
              <a:extLst>
                <a:ext uri="{FF2B5EF4-FFF2-40B4-BE49-F238E27FC236}">
                  <a16:creationId xmlns:a16="http://schemas.microsoft.com/office/drawing/2014/main" id="{1850F4A0-1234-4422-0550-EFE8045AAA94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596600" y="-8610601"/>
              <a:ext cx="3186113" cy="2139950"/>
            </a:xfrm>
            <a:custGeom>
              <a:avLst/>
              <a:gdLst>
                <a:gd name="T0" fmla="*/ 846 w 1068"/>
                <a:gd name="T1" fmla="*/ 102 h 718"/>
                <a:gd name="T2" fmla="*/ 981 w 1068"/>
                <a:gd name="T3" fmla="*/ 330 h 718"/>
                <a:gd name="T4" fmla="*/ 981 w 1068"/>
                <a:gd name="T5" fmla="*/ 480 h 718"/>
                <a:gd name="T6" fmla="*/ 981 w 1068"/>
                <a:gd name="T7" fmla="*/ 559 h 718"/>
                <a:gd name="T8" fmla="*/ 961 w 1068"/>
                <a:gd name="T9" fmla="*/ 618 h 718"/>
                <a:gd name="T10" fmla="*/ 882 w 1068"/>
                <a:gd name="T11" fmla="*/ 634 h 718"/>
                <a:gd name="T12" fmla="*/ 214 w 1068"/>
                <a:gd name="T13" fmla="*/ 634 h 718"/>
                <a:gd name="T14" fmla="*/ 152 w 1068"/>
                <a:gd name="T15" fmla="*/ 634 h 718"/>
                <a:gd name="T16" fmla="*/ 90 w 1068"/>
                <a:gd name="T17" fmla="*/ 571 h 718"/>
                <a:gd name="T18" fmla="*/ 90 w 1068"/>
                <a:gd name="T19" fmla="*/ 524 h 718"/>
                <a:gd name="T20" fmla="*/ 90 w 1068"/>
                <a:gd name="T21" fmla="*/ 355 h 718"/>
                <a:gd name="T22" fmla="*/ 173 w 1068"/>
                <a:gd name="T23" fmla="*/ 144 h 718"/>
                <a:gd name="T24" fmla="*/ 222 w 1068"/>
                <a:gd name="T25" fmla="*/ 104 h 718"/>
                <a:gd name="T26" fmla="*/ 180 w 1068"/>
                <a:gd name="T27" fmla="*/ 31 h 718"/>
                <a:gd name="T28" fmla="*/ 13 w 1068"/>
                <a:gd name="T29" fmla="*/ 277 h 718"/>
                <a:gd name="T30" fmla="*/ 6 w 1068"/>
                <a:gd name="T31" fmla="*/ 448 h 718"/>
                <a:gd name="T32" fmla="*/ 9 w 1068"/>
                <a:gd name="T33" fmla="*/ 604 h 718"/>
                <a:gd name="T34" fmla="*/ 161 w 1068"/>
                <a:gd name="T35" fmla="*/ 718 h 718"/>
                <a:gd name="T36" fmla="*/ 805 w 1068"/>
                <a:gd name="T37" fmla="*/ 718 h 718"/>
                <a:gd name="T38" fmla="*/ 908 w 1068"/>
                <a:gd name="T39" fmla="*/ 718 h 718"/>
                <a:gd name="T40" fmla="*/ 1059 w 1068"/>
                <a:gd name="T41" fmla="*/ 615 h 718"/>
                <a:gd name="T42" fmla="*/ 1065 w 1068"/>
                <a:gd name="T43" fmla="*/ 545 h 718"/>
                <a:gd name="T44" fmla="*/ 1065 w 1068"/>
                <a:gd name="T45" fmla="*/ 456 h 718"/>
                <a:gd name="T46" fmla="*/ 1060 w 1068"/>
                <a:gd name="T47" fmla="*/ 288 h 718"/>
                <a:gd name="T48" fmla="*/ 888 w 1068"/>
                <a:gd name="T49" fmla="*/ 30 h 718"/>
                <a:gd name="T50" fmla="*/ 846 w 1068"/>
                <a:gd name="T51" fmla="*/ 102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8">
                  <a:moveTo>
                    <a:pt x="846" y="102"/>
                  </a:moveTo>
                  <a:cubicBezTo>
                    <a:pt x="924" y="152"/>
                    <a:pt x="975" y="237"/>
                    <a:pt x="981" y="330"/>
                  </a:cubicBezTo>
                  <a:cubicBezTo>
                    <a:pt x="984" y="379"/>
                    <a:pt x="981" y="430"/>
                    <a:pt x="981" y="480"/>
                  </a:cubicBezTo>
                  <a:cubicBezTo>
                    <a:pt x="981" y="506"/>
                    <a:pt x="981" y="533"/>
                    <a:pt x="981" y="559"/>
                  </a:cubicBezTo>
                  <a:cubicBezTo>
                    <a:pt x="981" y="583"/>
                    <a:pt x="978" y="601"/>
                    <a:pt x="961" y="618"/>
                  </a:cubicBezTo>
                  <a:cubicBezTo>
                    <a:pt x="941" y="638"/>
                    <a:pt x="910" y="634"/>
                    <a:pt x="882" y="634"/>
                  </a:cubicBezTo>
                  <a:cubicBezTo>
                    <a:pt x="659" y="634"/>
                    <a:pt x="436" y="634"/>
                    <a:pt x="214" y="634"/>
                  </a:cubicBezTo>
                  <a:cubicBezTo>
                    <a:pt x="193" y="634"/>
                    <a:pt x="173" y="634"/>
                    <a:pt x="152" y="634"/>
                  </a:cubicBezTo>
                  <a:cubicBezTo>
                    <a:pt x="117" y="634"/>
                    <a:pt x="90" y="606"/>
                    <a:pt x="90" y="571"/>
                  </a:cubicBezTo>
                  <a:cubicBezTo>
                    <a:pt x="89" y="556"/>
                    <a:pt x="90" y="540"/>
                    <a:pt x="90" y="524"/>
                  </a:cubicBezTo>
                  <a:cubicBezTo>
                    <a:pt x="90" y="468"/>
                    <a:pt x="90" y="412"/>
                    <a:pt x="90" y="355"/>
                  </a:cubicBezTo>
                  <a:cubicBezTo>
                    <a:pt x="90" y="276"/>
                    <a:pt x="117" y="202"/>
                    <a:pt x="173" y="144"/>
                  </a:cubicBezTo>
                  <a:cubicBezTo>
                    <a:pt x="188" y="129"/>
                    <a:pt x="204" y="116"/>
                    <a:pt x="222" y="104"/>
                  </a:cubicBezTo>
                  <a:cubicBezTo>
                    <a:pt x="267" y="74"/>
                    <a:pt x="225" y="2"/>
                    <a:pt x="180" y="31"/>
                  </a:cubicBezTo>
                  <a:cubicBezTo>
                    <a:pt x="94" y="88"/>
                    <a:pt x="32" y="175"/>
                    <a:pt x="13" y="277"/>
                  </a:cubicBezTo>
                  <a:cubicBezTo>
                    <a:pt x="2" y="333"/>
                    <a:pt x="6" y="391"/>
                    <a:pt x="6" y="448"/>
                  </a:cubicBezTo>
                  <a:cubicBezTo>
                    <a:pt x="6" y="499"/>
                    <a:pt x="0" y="554"/>
                    <a:pt x="9" y="604"/>
                  </a:cubicBezTo>
                  <a:cubicBezTo>
                    <a:pt x="23" y="676"/>
                    <a:pt x="92" y="718"/>
                    <a:pt x="161" y="718"/>
                  </a:cubicBezTo>
                  <a:cubicBezTo>
                    <a:pt x="375" y="718"/>
                    <a:pt x="590" y="718"/>
                    <a:pt x="805" y="718"/>
                  </a:cubicBezTo>
                  <a:cubicBezTo>
                    <a:pt x="839" y="718"/>
                    <a:pt x="873" y="718"/>
                    <a:pt x="908" y="718"/>
                  </a:cubicBezTo>
                  <a:cubicBezTo>
                    <a:pt x="977" y="718"/>
                    <a:pt x="1035" y="682"/>
                    <a:pt x="1059" y="615"/>
                  </a:cubicBezTo>
                  <a:cubicBezTo>
                    <a:pt x="1066" y="593"/>
                    <a:pt x="1065" y="568"/>
                    <a:pt x="1065" y="545"/>
                  </a:cubicBezTo>
                  <a:cubicBezTo>
                    <a:pt x="1065" y="515"/>
                    <a:pt x="1065" y="486"/>
                    <a:pt x="1065" y="456"/>
                  </a:cubicBezTo>
                  <a:cubicBezTo>
                    <a:pt x="1065" y="400"/>
                    <a:pt x="1068" y="344"/>
                    <a:pt x="1060" y="288"/>
                  </a:cubicBezTo>
                  <a:cubicBezTo>
                    <a:pt x="1045" y="182"/>
                    <a:pt x="978" y="87"/>
                    <a:pt x="888" y="30"/>
                  </a:cubicBezTo>
                  <a:cubicBezTo>
                    <a:pt x="843" y="0"/>
                    <a:pt x="801" y="73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5" name="Freeform 37">
              <a:extLst>
                <a:ext uri="{FF2B5EF4-FFF2-40B4-BE49-F238E27FC236}">
                  <a16:creationId xmlns:a16="http://schemas.microsoft.com/office/drawing/2014/main" id="{DB71049C-479E-6062-0F42-DA3204B6FC3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6819225" y="-3736976"/>
              <a:ext cx="1903413" cy="1978025"/>
            </a:xfrm>
            <a:custGeom>
              <a:avLst/>
              <a:gdLst>
                <a:gd name="T0" fmla="*/ 554 w 638"/>
                <a:gd name="T1" fmla="*/ 327 h 664"/>
                <a:gd name="T2" fmla="*/ 437 w 638"/>
                <a:gd name="T3" fmla="*/ 527 h 664"/>
                <a:gd name="T4" fmla="*/ 203 w 638"/>
                <a:gd name="T5" fmla="*/ 521 h 664"/>
                <a:gd name="T6" fmla="*/ 96 w 638"/>
                <a:gd name="T7" fmla="*/ 316 h 664"/>
                <a:gd name="T8" fmla="*/ 222 w 638"/>
                <a:gd name="T9" fmla="*/ 123 h 664"/>
                <a:gd name="T10" fmla="*/ 446 w 638"/>
                <a:gd name="T11" fmla="*/ 133 h 664"/>
                <a:gd name="T12" fmla="*/ 554 w 638"/>
                <a:gd name="T13" fmla="*/ 327 h 664"/>
                <a:gd name="T14" fmla="*/ 638 w 638"/>
                <a:gd name="T15" fmla="*/ 327 h 664"/>
                <a:gd name="T16" fmla="*/ 519 w 638"/>
                <a:gd name="T17" fmla="*/ 82 h 664"/>
                <a:gd name="T18" fmla="*/ 244 w 638"/>
                <a:gd name="T19" fmla="*/ 25 h 664"/>
                <a:gd name="T20" fmla="*/ 39 w 638"/>
                <a:gd name="T21" fmla="*/ 201 h 664"/>
                <a:gd name="T22" fmla="*/ 53 w 638"/>
                <a:gd name="T23" fmla="*/ 482 h 664"/>
                <a:gd name="T24" fmla="*/ 406 w 638"/>
                <a:gd name="T25" fmla="*/ 630 h 664"/>
                <a:gd name="T26" fmla="*/ 638 w 638"/>
                <a:gd name="T27" fmla="*/ 327 h 664"/>
                <a:gd name="T28" fmla="*/ 554 w 638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8" h="664">
                  <a:moveTo>
                    <a:pt x="554" y="327"/>
                  </a:moveTo>
                  <a:cubicBezTo>
                    <a:pt x="553" y="410"/>
                    <a:pt x="509" y="485"/>
                    <a:pt x="437" y="527"/>
                  </a:cubicBezTo>
                  <a:cubicBezTo>
                    <a:pt x="365" y="569"/>
                    <a:pt x="274" y="564"/>
                    <a:pt x="203" y="521"/>
                  </a:cubicBezTo>
                  <a:cubicBezTo>
                    <a:pt x="133" y="478"/>
                    <a:pt x="94" y="398"/>
                    <a:pt x="96" y="316"/>
                  </a:cubicBezTo>
                  <a:cubicBezTo>
                    <a:pt x="99" y="234"/>
                    <a:pt x="150" y="161"/>
                    <a:pt x="222" y="123"/>
                  </a:cubicBezTo>
                  <a:cubicBezTo>
                    <a:pt x="292" y="86"/>
                    <a:pt x="379" y="92"/>
                    <a:pt x="446" y="133"/>
                  </a:cubicBezTo>
                  <a:cubicBezTo>
                    <a:pt x="514" y="174"/>
                    <a:pt x="553" y="250"/>
                    <a:pt x="554" y="327"/>
                  </a:cubicBezTo>
                  <a:cubicBezTo>
                    <a:pt x="554" y="381"/>
                    <a:pt x="638" y="382"/>
                    <a:pt x="638" y="327"/>
                  </a:cubicBezTo>
                  <a:cubicBezTo>
                    <a:pt x="637" y="232"/>
                    <a:pt x="594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6" y="116"/>
                    <a:pt x="39" y="201"/>
                  </a:cubicBezTo>
                  <a:cubicBezTo>
                    <a:pt x="0" y="292"/>
                    <a:pt x="5" y="395"/>
                    <a:pt x="53" y="482"/>
                  </a:cubicBezTo>
                  <a:cubicBezTo>
                    <a:pt x="122" y="606"/>
                    <a:pt x="271" y="664"/>
                    <a:pt x="406" y="630"/>
                  </a:cubicBezTo>
                  <a:cubicBezTo>
                    <a:pt x="542" y="595"/>
                    <a:pt x="636" y="466"/>
                    <a:pt x="638" y="327"/>
                  </a:cubicBezTo>
                  <a:cubicBezTo>
                    <a:pt x="638" y="273"/>
                    <a:pt x="554" y="273"/>
                    <a:pt x="554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6" name="Freeform 38">
              <a:extLst>
                <a:ext uri="{FF2B5EF4-FFF2-40B4-BE49-F238E27FC236}">
                  <a16:creationId xmlns:a16="http://schemas.microsoft.com/office/drawing/2014/main" id="{8963BCA9-A71F-8612-C145-763ACD199DC2}"/>
                </a:ext>
              </a:extLst>
            </p:cNvPr>
            <p:cNvSpPr>
              <a:spLocks/>
            </p:cNvSpPr>
            <p:nvPr/>
          </p:nvSpPr>
          <p:spPr bwMode="auto">
            <a:xfrm>
              <a:off x="-27444701" y="-2163763"/>
              <a:ext cx="3182938" cy="2136775"/>
            </a:xfrm>
            <a:custGeom>
              <a:avLst/>
              <a:gdLst>
                <a:gd name="T0" fmla="*/ 846 w 1067"/>
                <a:gd name="T1" fmla="*/ 102 h 717"/>
                <a:gd name="T2" fmla="*/ 980 w 1067"/>
                <a:gd name="T3" fmla="*/ 329 h 717"/>
                <a:gd name="T4" fmla="*/ 981 w 1067"/>
                <a:gd name="T5" fmla="*/ 479 h 717"/>
                <a:gd name="T6" fmla="*/ 981 w 1067"/>
                <a:gd name="T7" fmla="*/ 558 h 717"/>
                <a:gd name="T8" fmla="*/ 961 w 1067"/>
                <a:gd name="T9" fmla="*/ 617 h 717"/>
                <a:gd name="T10" fmla="*/ 882 w 1067"/>
                <a:gd name="T11" fmla="*/ 633 h 717"/>
                <a:gd name="T12" fmla="*/ 213 w 1067"/>
                <a:gd name="T13" fmla="*/ 633 h 717"/>
                <a:gd name="T14" fmla="*/ 152 w 1067"/>
                <a:gd name="T15" fmla="*/ 633 h 717"/>
                <a:gd name="T16" fmla="*/ 89 w 1067"/>
                <a:gd name="T17" fmla="*/ 571 h 717"/>
                <a:gd name="T18" fmla="*/ 89 w 1067"/>
                <a:gd name="T19" fmla="*/ 523 h 717"/>
                <a:gd name="T20" fmla="*/ 89 w 1067"/>
                <a:gd name="T21" fmla="*/ 355 h 717"/>
                <a:gd name="T22" fmla="*/ 172 w 1067"/>
                <a:gd name="T23" fmla="*/ 144 h 717"/>
                <a:gd name="T24" fmla="*/ 222 w 1067"/>
                <a:gd name="T25" fmla="*/ 103 h 717"/>
                <a:gd name="T26" fmla="*/ 179 w 1067"/>
                <a:gd name="T27" fmla="*/ 31 h 717"/>
                <a:gd name="T28" fmla="*/ 12 w 1067"/>
                <a:gd name="T29" fmla="*/ 276 h 717"/>
                <a:gd name="T30" fmla="*/ 5 w 1067"/>
                <a:gd name="T31" fmla="*/ 447 h 717"/>
                <a:gd name="T32" fmla="*/ 9 w 1067"/>
                <a:gd name="T33" fmla="*/ 604 h 717"/>
                <a:gd name="T34" fmla="*/ 161 w 1067"/>
                <a:gd name="T35" fmla="*/ 717 h 717"/>
                <a:gd name="T36" fmla="*/ 804 w 1067"/>
                <a:gd name="T37" fmla="*/ 717 h 717"/>
                <a:gd name="T38" fmla="*/ 907 w 1067"/>
                <a:gd name="T39" fmla="*/ 717 h 717"/>
                <a:gd name="T40" fmla="*/ 1058 w 1067"/>
                <a:gd name="T41" fmla="*/ 614 h 717"/>
                <a:gd name="T42" fmla="*/ 1065 w 1067"/>
                <a:gd name="T43" fmla="*/ 544 h 717"/>
                <a:gd name="T44" fmla="*/ 1065 w 1067"/>
                <a:gd name="T45" fmla="*/ 455 h 717"/>
                <a:gd name="T46" fmla="*/ 1060 w 1067"/>
                <a:gd name="T47" fmla="*/ 287 h 717"/>
                <a:gd name="T48" fmla="*/ 888 w 1067"/>
                <a:gd name="T49" fmla="*/ 29 h 717"/>
                <a:gd name="T50" fmla="*/ 846 w 1067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7" h="717">
                  <a:moveTo>
                    <a:pt x="846" y="102"/>
                  </a:moveTo>
                  <a:cubicBezTo>
                    <a:pt x="924" y="152"/>
                    <a:pt x="974" y="236"/>
                    <a:pt x="980" y="329"/>
                  </a:cubicBezTo>
                  <a:cubicBezTo>
                    <a:pt x="983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0" y="637"/>
                    <a:pt x="910" y="633"/>
                    <a:pt x="882" y="633"/>
                  </a:cubicBezTo>
                  <a:cubicBezTo>
                    <a:pt x="659" y="633"/>
                    <a:pt x="436" y="633"/>
                    <a:pt x="213" y="633"/>
                  </a:cubicBezTo>
                  <a:cubicBezTo>
                    <a:pt x="193" y="633"/>
                    <a:pt x="172" y="633"/>
                    <a:pt x="152" y="633"/>
                  </a:cubicBezTo>
                  <a:cubicBezTo>
                    <a:pt x="117" y="633"/>
                    <a:pt x="90" y="605"/>
                    <a:pt x="89" y="571"/>
                  </a:cubicBezTo>
                  <a:cubicBezTo>
                    <a:pt x="89" y="555"/>
                    <a:pt x="89" y="539"/>
                    <a:pt x="89" y="523"/>
                  </a:cubicBezTo>
                  <a:cubicBezTo>
                    <a:pt x="89" y="467"/>
                    <a:pt x="89" y="411"/>
                    <a:pt x="89" y="355"/>
                  </a:cubicBezTo>
                  <a:cubicBezTo>
                    <a:pt x="89" y="275"/>
                    <a:pt x="117" y="201"/>
                    <a:pt x="172" y="144"/>
                  </a:cubicBezTo>
                  <a:cubicBezTo>
                    <a:pt x="187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79" y="31"/>
                  </a:cubicBezTo>
                  <a:cubicBezTo>
                    <a:pt x="93" y="87"/>
                    <a:pt x="32" y="174"/>
                    <a:pt x="12" y="276"/>
                  </a:cubicBezTo>
                  <a:cubicBezTo>
                    <a:pt x="1" y="332"/>
                    <a:pt x="5" y="391"/>
                    <a:pt x="5" y="447"/>
                  </a:cubicBezTo>
                  <a:cubicBezTo>
                    <a:pt x="5" y="498"/>
                    <a:pt x="0" y="553"/>
                    <a:pt x="9" y="604"/>
                  </a:cubicBezTo>
                  <a:cubicBezTo>
                    <a:pt x="22" y="675"/>
                    <a:pt x="92" y="717"/>
                    <a:pt x="161" y="717"/>
                  </a:cubicBezTo>
                  <a:cubicBezTo>
                    <a:pt x="375" y="717"/>
                    <a:pt x="590" y="717"/>
                    <a:pt x="804" y="717"/>
                  </a:cubicBezTo>
                  <a:cubicBezTo>
                    <a:pt x="839" y="717"/>
                    <a:pt x="873" y="717"/>
                    <a:pt x="907" y="717"/>
                  </a:cubicBezTo>
                  <a:cubicBezTo>
                    <a:pt x="977" y="717"/>
                    <a:pt x="1035" y="681"/>
                    <a:pt x="1058" y="614"/>
                  </a:cubicBezTo>
                  <a:cubicBezTo>
                    <a:pt x="1066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7" y="343"/>
                    <a:pt x="1060" y="287"/>
                  </a:cubicBezTo>
                  <a:cubicBezTo>
                    <a:pt x="1045" y="181"/>
                    <a:pt x="977" y="86"/>
                    <a:pt x="888" y="29"/>
                  </a:cubicBezTo>
                  <a:cubicBezTo>
                    <a:pt x="842" y="0"/>
                    <a:pt x="800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7" name="Freeform 39">
              <a:extLst>
                <a:ext uri="{FF2B5EF4-FFF2-40B4-BE49-F238E27FC236}">
                  <a16:creationId xmlns:a16="http://schemas.microsoft.com/office/drawing/2014/main" id="{2575DCC8-A28D-D3C2-F9C8-0B1B7B246B05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121438" y="-3736976"/>
              <a:ext cx="1906588" cy="1978025"/>
            </a:xfrm>
            <a:custGeom>
              <a:avLst/>
              <a:gdLst>
                <a:gd name="T0" fmla="*/ 555 w 639"/>
                <a:gd name="T1" fmla="*/ 327 h 664"/>
                <a:gd name="T2" fmla="*/ 438 w 639"/>
                <a:gd name="T3" fmla="*/ 527 h 664"/>
                <a:gd name="T4" fmla="*/ 204 w 639"/>
                <a:gd name="T5" fmla="*/ 521 h 664"/>
                <a:gd name="T6" fmla="*/ 97 w 639"/>
                <a:gd name="T7" fmla="*/ 316 h 664"/>
                <a:gd name="T8" fmla="*/ 222 w 639"/>
                <a:gd name="T9" fmla="*/ 123 h 664"/>
                <a:gd name="T10" fmla="*/ 447 w 639"/>
                <a:gd name="T11" fmla="*/ 133 h 664"/>
                <a:gd name="T12" fmla="*/ 555 w 639"/>
                <a:gd name="T13" fmla="*/ 327 h 664"/>
                <a:gd name="T14" fmla="*/ 639 w 639"/>
                <a:gd name="T15" fmla="*/ 327 h 664"/>
                <a:gd name="T16" fmla="*/ 519 w 639"/>
                <a:gd name="T17" fmla="*/ 82 h 664"/>
                <a:gd name="T18" fmla="*/ 244 w 639"/>
                <a:gd name="T19" fmla="*/ 25 h 664"/>
                <a:gd name="T20" fmla="*/ 40 w 639"/>
                <a:gd name="T21" fmla="*/ 201 h 664"/>
                <a:gd name="T22" fmla="*/ 54 w 639"/>
                <a:gd name="T23" fmla="*/ 482 h 664"/>
                <a:gd name="T24" fmla="*/ 407 w 639"/>
                <a:gd name="T25" fmla="*/ 630 h 664"/>
                <a:gd name="T26" fmla="*/ 639 w 639"/>
                <a:gd name="T27" fmla="*/ 327 h 664"/>
                <a:gd name="T28" fmla="*/ 555 w 639"/>
                <a:gd name="T29" fmla="*/ 327 h 6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639" h="664">
                  <a:moveTo>
                    <a:pt x="555" y="327"/>
                  </a:moveTo>
                  <a:cubicBezTo>
                    <a:pt x="554" y="410"/>
                    <a:pt x="510" y="485"/>
                    <a:pt x="438" y="527"/>
                  </a:cubicBezTo>
                  <a:cubicBezTo>
                    <a:pt x="366" y="569"/>
                    <a:pt x="275" y="564"/>
                    <a:pt x="204" y="521"/>
                  </a:cubicBezTo>
                  <a:cubicBezTo>
                    <a:pt x="133" y="478"/>
                    <a:pt x="95" y="398"/>
                    <a:pt x="97" y="316"/>
                  </a:cubicBezTo>
                  <a:cubicBezTo>
                    <a:pt x="100" y="234"/>
                    <a:pt x="151" y="161"/>
                    <a:pt x="222" y="123"/>
                  </a:cubicBezTo>
                  <a:cubicBezTo>
                    <a:pt x="293" y="86"/>
                    <a:pt x="380" y="92"/>
                    <a:pt x="447" y="133"/>
                  </a:cubicBezTo>
                  <a:cubicBezTo>
                    <a:pt x="514" y="174"/>
                    <a:pt x="554" y="250"/>
                    <a:pt x="555" y="327"/>
                  </a:cubicBezTo>
                  <a:cubicBezTo>
                    <a:pt x="555" y="381"/>
                    <a:pt x="639" y="382"/>
                    <a:pt x="639" y="327"/>
                  </a:cubicBezTo>
                  <a:cubicBezTo>
                    <a:pt x="638" y="232"/>
                    <a:pt x="595" y="141"/>
                    <a:pt x="519" y="82"/>
                  </a:cubicBezTo>
                  <a:cubicBezTo>
                    <a:pt x="441" y="21"/>
                    <a:pt x="340" y="0"/>
                    <a:pt x="244" y="25"/>
                  </a:cubicBezTo>
                  <a:cubicBezTo>
                    <a:pt x="154" y="48"/>
                    <a:pt x="77" y="116"/>
                    <a:pt x="40" y="201"/>
                  </a:cubicBezTo>
                  <a:cubicBezTo>
                    <a:pt x="0" y="292"/>
                    <a:pt x="5" y="395"/>
                    <a:pt x="54" y="482"/>
                  </a:cubicBezTo>
                  <a:cubicBezTo>
                    <a:pt x="123" y="606"/>
                    <a:pt x="272" y="664"/>
                    <a:pt x="407" y="630"/>
                  </a:cubicBezTo>
                  <a:cubicBezTo>
                    <a:pt x="543" y="595"/>
                    <a:pt x="637" y="466"/>
                    <a:pt x="639" y="327"/>
                  </a:cubicBezTo>
                  <a:cubicBezTo>
                    <a:pt x="639" y="273"/>
                    <a:pt x="555" y="273"/>
                    <a:pt x="555" y="32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8" name="Freeform 40">
              <a:extLst>
                <a:ext uri="{FF2B5EF4-FFF2-40B4-BE49-F238E27FC236}">
                  <a16:creationId xmlns:a16="http://schemas.microsoft.com/office/drawing/2014/main" id="{3E1B5251-5EBD-B06E-2D13-3B0F2B19C62B}"/>
                </a:ext>
              </a:extLst>
            </p:cNvPr>
            <p:cNvSpPr>
              <a:spLocks/>
            </p:cNvSpPr>
            <p:nvPr/>
          </p:nvSpPr>
          <p:spPr bwMode="auto">
            <a:xfrm>
              <a:off x="-19746913" y="-2163763"/>
              <a:ext cx="3186113" cy="2136775"/>
            </a:xfrm>
            <a:custGeom>
              <a:avLst/>
              <a:gdLst>
                <a:gd name="T0" fmla="*/ 846 w 1068"/>
                <a:gd name="T1" fmla="*/ 102 h 717"/>
                <a:gd name="T2" fmla="*/ 981 w 1068"/>
                <a:gd name="T3" fmla="*/ 329 h 717"/>
                <a:gd name="T4" fmla="*/ 981 w 1068"/>
                <a:gd name="T5" fmla="*/ 479 h 717"/>
                <a:gd name="T6" fmla="*/ 981 w 1068"/>
                <a:gd name="T7" fmla="*/ 558 h 717"/>
                <a:gd name="T8" fmla="*/ 961 w 1068"/>
                <a:gd name="T9" fmla="*/ 617 h 717"/>
                <a:gd name="T10" fmla="*/ 882 w 1068"/>
                <a:gd name="T11" fmla="*/ 633 h 717"/>
                <a:gd name="T12" fmla="*/ 214 w 1068"/>
                <a:gd name="T13" fmla="*/ 633 h 717"/>
                <a:gd name="T14" fmla="*/ 153 w 1068"/>
                <a:gd name="T15" fmla="*/ 633 h 717"/>
                <a:gd name="T16" fmla="*/ 90 w 1068"/>
                <a:gd name="T17" fmla="*/ 571 h 717"/>
                <a:gd name="T18" fmla="*/ 90 w 1068"/>
                <a:gd name="T19" fmla="*/ 523 h 717"/>
                <a:gd name="T20" fmla="*/ 90 w 1068"/>
                <a:gd name="T21" fmla="*/ 355 h 717"/>
                <a:gd name="T22" fmla="*/ 173 w 1068"/>
                <a:gd name="T23" fmla="*/ 144 h 717"/>
                <a:gd name="T24" fmla="*/ 222 w 1068"/>
                <a:gd name="T25" fmla="*/ 103 h 717"/>
                <a:gd name="T26" fmla="*/ 180 w 1068"/>
                <a:gd name="T27" fmla="*/ 31 h 717"/>
                <a:gd name="T28" fmla="*/ 13 w 1068"/>
                <a:gd name="T29" fmla="*/ 276 h 717"/>
                <a:gd name="T30" fmla="*/ 6 w 1068"/>
                <a:gd name="T31" fmla="*/ 447 h 717"/>
                <a:gd name="T32" fmla="*/ 10 w 1068"/>
                <a:gd name="T33" fmla="*/ 604 h 717"/>
                <a:gd name="T34" fmla="*/ 161 w 1068"/>
                <a:gd name="T35" fmla="*/ 717 h 717"/>
                <a:gd name="T36" fmla="*/ 805 w 1068"/>
                <a:gd name="T37" fmla="*/ 717 h 717"/>
                <a:gd name="T38" fmla="*/ 908 w 1068"/>
                <a:gd name="T39" fmla="*/ 717 h 717"/>
                <a:gd name="T40" fmla="*/ 1059 w 1068"/>
                <a:gd name="T41" fmla="*/ 614 h 717"/>
                <a:gd name="T42" fmla="*/ 1065 w 1068"/>
                <a:gd name="T43" fmla="*/ 544 h 717"/>
                <a:gd name="T44" fmla="*/ 1065 w 1068"/>
                <a:gd name="T45" fmla="*/ 455 h 717"/>
                <a:gd name="T46" fmla="*/ 1060 w 1068"/>
                <a:gd name="T47" fmla="*/ 287 h 717"/>
                <a:gd name="T48" fmla="*/ 889 w 1068"/>
                <a:gd name="T49" fmla="*/ 29 h 717"/>
                <a:gd name="T50" fmla="*/ 846 w 1068"/>
                <a:gd name="T51" fmla="*/ 102 h 7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068" h="717">
                  <a:moveTo>
                    <a:pt x="846" y="102"/>
                  </a:moveTo>
                  <a:cubicBezTo>
                    <a:pt x="924" y="152"/>
                    <a:pt x="975" y="236"/>
                    <a:pt x="981" y="329"/>
                  </a:cubicBezTo>
                  <a:cubicBezTo>
                    <a:pt x="984" y="379"/>
                    <a:pt x="981" y="429"/>
                    <a:pt x="981" y="479"/>
                  </a:cubicBezTo>
                  <a:cubicBezTo>
                    <a:pt x="981" y="505"/>
                    <a:pt x="981" y="532"/>
                    <a:pt x="981" y="558"/>
                  </a:cubicBezTo>
                  <a:cubicBezTo>
                    <a:pt x="981" y="582"/>
                    <a:pt x="978" y="600"/>
                    <a:pt x="961" y="617"/>
                  </a:cubicBezTo>
                  <a:cubicBezTo>
                    <a:pt x="941" y="637"/>
                    <a:pt x="911" y="633"/>
                    <a:pt x="882" y="633"/>
                  </a:cubicBezTo>
                  <a:cubicBezTo>
                    <a:pt x="659" y="633"/>
                    <a:pt x="437" y="633"/>
                    <a:pt x="214" y="633"/>
                  </a:cubicBezTo>
                  <a:cubicBezTo>
                    <a:pt x="193" y="633"/>
                    <a:pt x="173" y="633"/>
                    <a:pt x="153" y="633"/>
                  </a:cubicBezTo>
                  <a:cubicBezTo>
                    <a:pt x="118" y="633"/>
                    <a:pt x="91" y="605"/>
                    <a:pt x="90" y="571"/>
                  </a:cubicBezTo>
                  <a:cubicBezTo>
                    <a:pt x="89" y="555"/>
                    <a:pt x="90" y="539"/>
                    <a:pt x="90" y="523"/>
                  </a:cubicBezTo>
                  <a:cubicBezTo>
                    <a:pt x="90" y="467"/>
                    <a:pt x="90" y="411"/>
                    <a:pt x="90" y="355"/>
                  </a:cubicBezTo>
                  <a:cubicBezTo>
                    <a:pt x="90" y="275"/>
                    <a:pt x="117" y="201"/>
                    <a:pt x="173" y="144"/>
                  </a:cubicBezTo>
                  <a:cubicBezTo>
                    <a:pt x="188" y="128"/>
                    <a:pt x="204" y="115"/>
                    <a:pt x="222" y="103"/>
                  </a:cubicBezTo>
                  <a:cubicBezTo>
                    <a:pt x="267" y="74"/>
                    <a:pt x="225" y="1"/>
                    <a:pt x="180" y="31"/>
                  </a:cubicBezTo>
                  <a:cubicBezTo>
                    <a:pt x="94" y="87"/>
                    <a:pt x="32" y="174"/>
                    <a:pt x="13" y="276"/>
                  </a:cubicBezTo>
                  <a:cubicBezTo>
                    <a:pt x="2" y="332"/>
                    <a:pt x="6" y="391"/>
                    <a:pt x="6" y="447"/>
                  </a:cubicBezTo>
                  <a:cubicBezTo>
                    <a:pt x="6" y="498"/>
                    <a:pt x="0" y="553"/>
                    <a:pt x="10" y="604"/>
                  </a:cubicBezTo>
                  <a:cubicBezTo>
                    <a:pt x="23" y="675"/>
                    <a:pt x="93" y="717"/>
                    <a:pt x="161" y="717"/>
                  </a:cubicBezTo>
                  <a:cubicBezTo>
                    <a:pt x="376" y="717"/>
                    <a:pt x="590" y="717"/>
                    <a:pt x="805" y="717"/>
                  </a:cubicBezTo>
                  <a:cubicBezTo>
                    <a:pt x="839" y="717"/>
                    <a:pt x="874" y="717"/>
                    <a:pt x="908" y="717"/>
                  </a:cubicBezTo>
                  <a:cubicBezTo>
                    <a:pt x="978" y="717"/>
                    <a:pt x="1036" y="681"/>
                    <a:pt x="1059" y="614"/>
                  </a:cubicBezTo>
                  <a:cubicBezTo>
                    <a:pt x="1067" y="592"/>
                    <a:pt x="1065" y="568"/>
                    <a:pt x="1065" y="544"/>
                  </a:cubicBezTo>
                  <a:cubicBezTo>
                    <a:pt x="1065" y="515"/>
                    <a:pt x="1065" y="485"/>
                    <a:pt x="1065" y="455"/>
                  </a:cubicBezTo>
                  <a:cubicBezTo>
                    <a:pt x="1065" y="399"/>
                    <a:pt x="1068" y="343"/>
                    <a:pt x="1060" y="287"/>
                  </a:cubicBezTo>
                  <a:cubicBezTo>
                    <a:pt x="1046" y="181"/>
                    <a:pt x="978" y="86"/>
                    <a:pt x="889" y="29"/>
                  </a:cubicBezTo>
                  <a:cubicBezTo>
                    <a:pt x="843" y="0"/>
                    <a:pt x="801" y="72"/>
                    <a:pt x="846" y="10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19" name="Freeform 41">
              <a:extLst>
                <a:ext uri="{FF2B5EF4-FFF2-40B4-BE49-F238E27FC236}">
                  <a16:creationId xmlns:a16="http://schemas.microsoft.com/office/drawing/2014/main" id="{9B5DA382-61C9-C210-B72E-ED3B4DA1B11B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20225" y="-5770563"/>
              <a:ext cx="250825" cy="2101850"/>
            </a:xfrm>
            <a:custGeom>
              <a:avLst/>
              <a:gdLst>
                <a:gd name="T0" fmla="*/ 0 w 84"/>
                <a:gd name="T1" fmla="*/ 54 h 705"/>
                <a:gd name="T2" fmla="*/ 0 w 84"/>
                <a:gd name="T3" fmla="*/ 631 h 705"/>
                <a:gd name="T4" fmla="*/ 0 w 84"/>
                <a:gd name="T5" fmla="*/ 650 h 705"/>
                <a:gd name="T6" fmla="*/ 84 w 84"/>
                <a:gd name="T7" fmla="*/ 650 h 705"/>
                <a:gd name="T8" fmla="*/ 84 w 84"/>
                <a:gd name="T9" fmla="*/ 73 h 705"/>
                <a:gd name="T10" fmla="*/ 84 w 84"/>
                <a:gd name="T11" fmla="*/ 54 h 705"/>
                <a:gd name="T12" fmla="*/ 0 w 84"/>
                <a:gd name="T13" fmla="*/ 54 h 7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4" h="705">
                  <a:moveTo>
                    <a:pt x="0" y="54"/>
                  </a:moveTo>
                  <a:cubicBezTo>
                    <a:pt x="0" y="247"/>
                    <a:pt x="0" y="439"/>
                    <a:pt x="0" y="631"/>
                  </a:cubicBezTo>
                  <a:cubicBezTo>
                    <a:pt x="0" y="638"/>
                    <a:pt x="0" y="644"/>
                    <a:pt x="0" y="650"/>
                  </a:cubicBezTo>
                  <a:cubicBezTo>
                    <a:pt x="0" y="705"/>
                    <a:pt x="84" y="705"/>
                    <a:pt x="84" y="650"/>
                  </a:cubicBezTo>
                  <a:cubicBezTo>
                    <a:pt x="84" y="458"/>
                    <a:pt x="84" y="266"/>
                    <a:pt x="84" y="73"/>
                  </a:cubicBezTo>
                  <a:cubicBezTo>
                    <a:pt x="84" y="67"/>
                    <a:pt x="84" y="61"/>
                    <a:pt x="84" y="54"/>
                  </a:cubicBezTo>
                  <a:cubicBezTo>
                    <a:pt x="84" y="0"/>
                    <a:pt x="0" y="0"/>
                    <a:pt x="0" y="5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0" name="Freeform 42">
              <a:extLst>
                <a:ext uri="{FF2B5EF4-FFF2-40B4-BE49-F238E27FC236}">
                  <a16:creationId xmlns:a16="http://schemas.microsoft.com/office/drawing/2014/main" id="{8A089468-E080-A709-996A-4A2FF7B421BD}"/>
                </a:ext>
              </a:extLst>
            </p:cNvPr>
            <p:cNvSpPr>
              <a:spLocks/>
            </p:cNvSpPr>
            <p:nvPr/>
          </p:nvSpPr>
          <p:spPr bwMode="auto">
            <a:xfrm>
              <a:off x="-23742650" y="-4017963"/>
              <a:ext cx="1944688" cy="1266825"/>
            </a:xfrm>
            <a:custGeom>
              <a:avLst/>
              <a:gdLst>
                <a:gd name="T0" fmla="*/ 89 w 652"/>
                <a:gd name="T1" fmla="*/ 398 h 425"/>
                <a:gd name="T2" fmla="*/ 589 w 652"/>
                <a:gd name="T3" fmla="*/ 109 h 425"/>
                <a:gd name="T4" fmla="*/ 605 w 652"/>
                <a:gd name="T5" fmla="*/ 100 h 425"/>
                <a:gd name="T6" fmla="*/ 563 w 652"/>
                <a:gd name="T7" fmla="*/ 27 h 425"/>
                <a:gd name="T8" fmla="*/ 63 w 652"/>
                <a:gd name="T9" fmla="*/ 316 h 425"/>
                <a:gd name="T10" fmla="*/ 47 w 652"/>
                <a:gd name="T11" fmla="*/ 325 h 425"/>
                <a:gd name="T12" fmla="*/ 89 w 652"/>
                <a:gd name="T13" fmla="*/ 398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89" y="398"/>
                  </a:moveTo>
                  <a:cubicBezTo>
                    <a:pt x="256" y="302"/>
                    <a:pt x="422" y="205"/>
                    <a:pt x="589" y="109"/>
                  </a:cubicBezTo>
                  <a:cubicBezTo>
                    <a:pt x="594" y="106"/>
                    <a:pt x="600" y="103"/>
                    <a:pt x="605" y="100"/>
                  </a:cubicBezTo>
                  <a:cubicBezTo>
                    <a:pt x="652" y="73"/>
                    <a:pt x="610" y="0"/>
                    <a:pt x="563" y="27"/>
                  </a:cubicBezTo>
                  <a:cubicBezTo>
                    <a:pt x="396" y="123"/>
                    <a:pt x="230" y="219"/>
                    <a:pt x="63" y="316"/>
                  </a:cubicBezTo>
                  <a:cubicBezTo>
                    <a:pt x="58" y="319"/>
                    <a:pt x="52" y="322"/>
                    <a:pt x="47" y="325"/>
                  </a:cubicBezTo>
                  <a:cubicBezTo>
                    <a:pt x="0" y="352"/>
                    <a:pt x="42" y="425"/>
                    <a:pt x="89" y="3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  <p:sp>
          <p:nvSpPr>
            <p:cNvPr id="21" name="Freeform 43">
              <a:extLst>
                <a:ext uri="{FF2B5EF4-FFF2-40B4-BE49-F238E27FC236}">
                  <a16:creationId xmlns:a16="http://schemas.microsoft.com/office/drawing/2014/main" id="{080E3067-3AB6-BD6D-1CF8-72138244ED9E}"/>
                </a:ext>
              </a:extLst>
            </p:cNvPr>
            <p:cNvSpPr>
              <a:spLocks/>
            </p:cNvSpPr>
            <p:nvPr/>
          </p:nvSpPr>
          <p:spPr bwMode="auto">
            <a:xfrm>
              <a:off x="-22191663" y="-4017963"/>
              <a:ext cx="1946275" cy="1266825"/>
            </a:xfrm>
            <a:custGeom>
              <a:avLst/>
              <a:gdLst>
                <a:gd name="T0" fmla="*/ 605 w 652"/>
                <a:gd name="T1" fmla="*/ 325 h 425"/>
                <a:gd name="T2" fmla="*/ 106 w 652"/>
                <a:gd name="T3" fmla="*/ 37 h 425"/>
                <a:gd name="T4" fmla="*/ 89 w 652"/>
                <a:gd name="T5" fmla="*/ 27 h 425"/>
                <a:gd name="T6" fmla="*/ 47 w 652"/>
                <a:gd name="T7" fmla="*/ 100 h 425"/>
                <a:gd name="T8" fmla="*/ 546 w 652"/>
                <a:gd name="T9" fmla="*/ 388 h 425"/>
                <a:gd name="T10" fmla="*/ 563 w 652"/>
                <a:gd name="T11" fmla="*/ 398 h 425"/>
                <a:gd name="T12" fmla="*/ 605 w 652"/>
                <a:gd name="T13" fmla="*/ 325 h 4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52" h="425">
                  <a:moveTo>
                    <a:pt x="605" y="325"/>
                  </a:moveTo>
                  <a:cubicBezTo>
                    <a:pt x="439" y="229"/>
                    <a:pt x="272" y="133"/>
                    <a:pt x="106" y="37"/>
                  </a:cubicBezTo>
                  <a:cubicBezTo>
                    <a:pt x="100" y="33"/>
                    <a:pt x="95" y="30"/>
                    <a:pt x="89" y="27"/>
                  </a:cubicBezTo>
                  <a:cubicBezTo>
                    <a:pt x="42" y="0"/>
                    <a:pt x="0" y="73"/>
                    <a:pt x="47" y="100"/>
                  </a:cubicBezTo>
                  <a:cubicBezTo>
                    <a:pt x="213" y="196"/>
                    <a:pt x="380" y="292"/>
                    <a:pt x="546" y="388"/>
                  </a:cubicBezTo>
                  <a:cubicBezTo>
                    <a:pt x="552" y="391"/>
                    <a:pt x="557" y="395"/>
                    <a:pt x="563" y="398"/>
                  </a:cubicBezTo>
                  <a:cubicBezTo>
                    <a:pt x="610" y="425"/>
                    <a:pt x="652" y="352"/>
                    <a:pt x="605" y="32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solidFill>
                  <a:srgbClr val="00206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8334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B32E8-E1C5-8492-C1D5-29FE2DA36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941" y="1155008"/>
            <a:ext cx="7839200" cy="814279"/>
          </a:xfrm>
        </p:spPr>
        <p:txBody>
          <a:bodyPr/>
          <a:lstStyle/>
          <a:p>
            <a:r>
              <a:rPr lang="en-US" sz="4400" dirty="0">
                <a:solidFill>
                  <a:srgbClr val="030553"/>
                </a:solidFill>
              </a:rPr>
              <a:t>Agenda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E0CFF-33BA-40A7-97F0-C6447EB1EA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4941" y="2587692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B6367A-BB7A-8051-6A15-38A5D2FD13C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722438" y="2255838"/>
            <a:ext cx="4381500" cy="1111250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Objective/Methodology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441623-C93A-A988-9072-29441DFDFF0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64941" y="3736734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CC2CC19-7F2B-EE8A-631D-BF358C47929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722438" y="3409558"/>
            <a:ext cx="4381500" cy="1111250"/>
          </a:xfrm>
        </p:spPr>
        <p:txBody>
          <a:bodyPr/>
          <a:lstStyle/>
          <a:p>
            <a:pPr marL="0" indent="0" algn="l" rtl="0" eaLnBrk="1" latinLnBrk="0" hangingPunct="1">
              <a:spcBef>
                <a:spcPts val="1000"/>
              </a:spcBef>
            </a:pPr>
            <a:r>
              <a:rPr lang="en-US" sz="1800" b="1" kern="1200" dirty="0">
                <a:solidFill>
                  <a:srgbClr val="030553"/>
                </a:solidFill>
                <a:effectLst/>
                <a:latin typeface="Arial" panose="020B0604020202020204" pitchFamily="34" charset="0"/>
                <a:ea typeface="+mn-ea"/>
                <a:cs typeface="+mn-cs"/>
              </a:rPr>
              <a:t>Requirements Classification</a:t>
            </a:r>
            <a:endParaRPr lang="en-US" dirty="0">
              <a:effectLst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BC9990B-4CBC-B95E-82E8-AA6C63575BC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4941" y="4888713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03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D7AF39-2A62-109D-9DEE-64F0D0E00B7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722438" y="4563278"/>
            <a:ext cx="4381500" cy="1111250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Proposed Technology Stack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2E21D22-9D8E-139A-698A-919C658CAAF3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6285543" y="2590187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04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D9F7AD9-3F14-3822-9D87-108BA16C2A6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047318" y="2244289"/>
            <a:ext cx="4381500" cy="1111250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Acceptance Test Plan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7CEBF20-4229-EA43-3ED1-C6B2F0188E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85543" y="3736734"/>
            <a:ext cx="511674" cy="444763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05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A941DEC-046B-01AD-5A20-4C7BE4862C0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047318" y="3398009"/>
            <a:ext cx="4381500" cy="1111250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635533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65AA4-B80D-9FBD-91C7-19C11C836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D1896BB-0D1B-4623-5847-5818E6A8C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403" y="2064036"/>
            <a:ext cx="6735597" cy="3793838"/>
          </a:xfrm>
        </p:spPr>
        <p:txBody>
          <a:bodyPr/>
          <a:lstStyle/>
          <a:p>
            <a:r>
              <a:rPr lang="en-US" altLang="zh-CN" dirty="0">
                <a:solidFill>
                  <a:srgbClr val="002060"/>
                </a:solidFill>
              </a:rPr>
              <a:t>Introduction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C3405134-C726-AB7C-C78B-A4C189A49A2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EDED300-B468-3795-AD08-4C57F4C3495E}"/>
              </a:ext>
            </a:extLst>
          </p:cNvPr>
          <p:cNvSpPr txBox="1">
            <a:spLocks/>
          </p:cNvSpPr>
          <p:nvPr/>
        </p:nvSpPr>
        <p:spPr>
          <a:xfrm>
            <a:off x="6993907" y="3084351"/>
            <a:ext cx="5128591" cy="3044987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sz="1600" dirty="0">
                <a:solidFill>
                  <a:srgbClr val="030553"/>
                </a:solidFill>
              </a:rPr>
              <a:t>This report, compiled by Group 5, details the planned functional, non-functional, user, system, and legal requirements, alongside the methodology and a proposed test plan</a:t>
            </a:r>
          </a:p>
        </p:txBody>
      </p:sp>
    </p:spTree>
    <p:extLst>
      <p:ext uri="{BB962C8B-B14F-4D97-AF65-F5344CB8AC3E}">
        <p14:creationId xmlns:p14="http://schemas.microsoft.com/office/powerpoint/2010/main" val="2511992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55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06A25-0569-0BFE-AB1C-FC206CC58B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solidFill>
            <a:schemeClr val="bg2">
              <a:lumMod val="90000"/>
            </a:schemeClr>
          </a:solidFill>
        </p:spPr>
        <p:txBody>
          <a:bodyPr/>
          <a:lstStyle/>
          <a:p>
            <a:r>
              <a:rPr lang="en-US" sz="5400" dirty="0">
                <a:solidFill>
                  <a:schemeClr val="bg1">
                    <a:lumMod val="95000"/>
                  </a:schemeClr>
                </a:solidFill>
              </a:rPr>
              <a:t>Objective</a:t>
            </a:r>
            <a:br>
              <a:rPr lang="en-US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US" sz="5400" dirty="0" err="1">
                <a:solidFill>
                  <a:schemeClr val="bg1">
                    <a:lumMod val="95000"/>
                  </a:schemeClr>
                </a:solidFill>
              </a:rPr>
              <a:t>objective</a:t>
            </a:r>
            <a:r>
              <a:rPr lang="en-US" dirty="0"/>
              <a:t>​</a:t>
            </a:r>
            <a:br>
              <a:rPr lang="en-US" dirty="0"/>
            </a:br>
            <a:r>
              <a:rPr lang="en-US" sz="5400" dirty="0" err="1">
                <a:solidFill>
                  <a:srgbClr val="030553"/>
                </a:solidFill>
              </a:rPr>
              <a:t>objective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sz="5400" dirty="0">
                <a:solidFill>
                  <a:srgbClr val="030553"/>
                </a:solidFill>
              </a:rPr>
              <a:t>Methodology</a:t>
            </a:r>
            <a:br>
              <a:rPr lang="en-US" dirty="0"/>
            </a:br>
            <a:r>
              <a:rPr lang="en-US" sz="5400" dirty="0" err="1">
                <a:solidFill>
                  <a:schemeClr val="bg1">
                    <a:lumMod val="95000"/>
                  </a:schemeClr>
                </a:solidFill>
              </a:rPr>
              <a:t>methodology</a:t>
            </a:r>
            <a:br>
              <a:rPr lang="en-US" dirty="0"/>
            </a:br>
            <a:r>
              <a:rPr lang="en-US" sz="5400" dirty="0" err="1">
                <a:solidFill>
                  <a:schemeClr val="bg1">
                    <a:lumMod val="95000"/>
                  </a:schemeClr>
                </a:solidFill>
              </a:rPr>
              <a:t>methodology</a:t>
            </a:r>
            <a:br>
              <a:rPr lang="en-US" dirty="0"/>
            </a:br>
            <a:r>
              <a:rPr lang="en-US" sz="5400" dirty="0" err="1">
                <a:solidFill>
                  <a:schemeClr val="bg1">
                    <a:lumMod val="95000"/>
                  </a:schemeClr>
                </a:solidFill>
              </a:rPr>
              <a:t>methodology</a:t>
            </a:r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10" name="Picture Placeholder 8">
            <a:extLst>
              <a:ext uri="{FF2B5EF4-FFF2-40B4-BE49-F238E27FC236}">
                <a16:creationId xmlns:a16="http://schemas.microsoft.com/office/drawing/2014/main" id="{52D595F4-0989-6A49-2DC9-74FD4AACE7F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l="23979" r="23979"/>
          <a:stretch/>
        </p:blipFill>
        <p:spPr>
          <a:xfrm>
            <a:off x="7527925" y="604838"/>
            <a:ext cx="4086225" cy="5135562"/>
          </a:xfrm>
        </p:spPr>
      </p:pic>
    </p:spTree>
    <p:extLst>
      <p:ext uri="{BB962C8B-B14F-4D97-AF65-F5344CB8AC3E}">
        <p14:creationId xmlns:p14="http://schemas.microsoft.com/office/powerpoint/2010/main" val="927122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22A5557B-5BA3-26FB-4A37-255760122B08}"/>
              </a:ext>
            </a:extLst>
          </p:cNvPr>
          <p:cNvPicPr>
            <a:picLocks noGrp="1" noChangeAspect="1"/>
          </p:cNvPicPr>
          <p:nvPr>
            <p:ph type="pic" sz="quarter" idx="28"/>
          </p:nvPr>
        </p:nvPicPr>
        <p:blipFill>
          <a:blip r:embed="rId2"/>
          <a:srcRect/>
          <a:stretch/>
        </p:blipFill>
        <p:spPr>
          <a:xfrm>
            <a:off x="421646" y="568763"/>
            <a:ext cx="3884344" cy="5415673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5897947-B469-B9FE-BF14-D3F36C685F7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847185" y="1354946"/>
            <a:ext cx="2916821" cy="428268"/>
          </a:xfrm>
        </p:spPr>
        <p:txBody>
          <a:bodyPr/>
          <a:lstStyle/>
          <a:p>
            <a:r>
              <a:rPr lang="en-US" sz="2000" dirty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endParaRPr lang="en-US" sz="2000" dirty="0">
              <a:solidFill>
                <a:srgbClr val="03055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7510DD-84F1-3900-70E8-FE08D029C5F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853533" y="1318547"/>
            <a:ext cx="2916821" cy="428268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A1506EC-0924-5261-B6EA-746D20E0C56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847185" y="2052825"/>
            <a:ext cx="3335144" cy="3058361"/>
          </a:xfrm>
        </p:spPr>
        <p:txBody>
          <a:bodyPr/>
          <a:lstStyle/>
          <a:p>
            <a:r>
              <a:rPr lang="en-US" sz="1400" dirty="0">
                <a:solidFill>
                  <a:srgbClr val="030553"/>
                </a:solidFill>
                <a:effectLst/>
                <a:ea typeface="Georgia" panose="02040502050405020303" pitchFamily="18" charset="0"/>
                <a:cs typeface="Calibri Light" panose="020F0302020204030204" pitchFamily="34" charset="0"/>
              </a:rPr>
              <a:t>To identify and Prioritize user needs</a:t>
            </a:r>
          </a:p>
          <a:p>
            <a:r>
              <a:rPr lang="en-US" sz="14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To define the planned requirements for the proposed application</a:t>
            </a:r>
            <a:endParaRPr lang="en-US" sz="1400" dirty="0">
              <a:solidFill>
                <a:srgbClr val="030553"/>
              </a:solidFill>
              <a:ea typeface="Georgia" panose="02040502050405020303" pitchFamily="18" charset="0"/>
              <a:cs typeface="Calibri Light" panose="020F0302020204030204" pitchFamily="34" charset="0"/>
            </a:endParaRPr>
          </a:p>
          <a:p>
            <a:r>
              <a:rPr lang="en-US" sz="14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To establish a clear framework for the design and development framework</a:t>
            </a:r>
            <a:endParaRPr lang="en-US" sz="1400" dirty="0">
              <a:solidFill>
                <a:srgbClr val="030553"/>
              </a:solidFill>
              <a:effectLst/>
              <a:ea typeface="Georgia" panose="02040502050405020303" pitchFamily="18" charset="0"/>
              <a:cs typeface="Calibri Light" panose="020F0302020204030204" pitchFamily="34" charset="0"/>
            </a:endParaRPr>
          </a:p>
          <a:p>
            <a:endParaRPr lang="en-US" sz="1400" dirty="0">
              <a:solidFill>
                <a:srgbClr val="030553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92DA987-3F13-6F52-C518-DD2467E3B5A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723524" y="2052825"/>
            <a:ext cx="2916821" cy="315996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30553"/>
                </a:solidFill>
              </a:rPr>
              <a:t>Stake Holder Interview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30553"/>
                </a:solidFill>
              </a:rPr>
              <a:t>Document Review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30553"/>
                </a:solidFill>
              </a:rPr>
              <a:t>Comparative Legal Benchmarking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30553"/>
                </a:solidFill>
              </a:rPr>
              <a:t>Risk Assessment Workshops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1B0563-2076-A96B-B015-632F6A459D98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Requirement Analysis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D12BC6-4065-D53A-6BB3-EEC98521BBF3}"/>
              </a:ext>
            </a:extLst>
          </p:cNvPr>
          <p:cNvCxnSpPr/>
          <p:nvPr/>
        </p:nvCxnSpPr>
        <p:spPr>
          <a:xfrm>
            <a:off x="8269357" y="1043609"/>
            <a:ext cx="0" cy="3339548"/>
          </a:xfrm>
          <a:prstGeom prst="line">
            <a:avLst/>
          </a:prstGeom>
          <a:ln>
            <a:solidFill>
              <a:srgbClr val="030553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9507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A3A8791-CF87-0AA1-D741-6F654EEE120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/>
          <a:stretch/>
        </p:blipFill>
        <p:spPr/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DA060666-64CF-CEC4-9B8C-56A22899F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8851" y="0"/>
            <a:ext cx="8160152" cy="6858000"/>
          </a:xfrm>
        </p:spPr>
        <p:txBody>
          <a:bodyPr/>
          <a:lstStyle/>
          <a:p>
            <a:r>
              <a:rPr lang="en-US" sz="6600" dirty="0"/>
              <a:t>Requirements</a:t>
            </a:r>
            <a:br>
              <a:rPr lang="en-US" dirty="0"/>
            </a:br>
            <a:r>
              <a:rPr lang="en-US" sz="6600" dirty="0" err="1"/>
              <a:t>Requirements</a:t>
            </a:r>
            <a:br>
              <a:rPr lang="en-US" dirty="0"/>
            </a:br>
            <a:r>
              <a:rPr lang="en-US" sz="6600" dirty="0" err="1">
                <a:solidFill>
                  <a:srgbClr val="030553"/>
                </a:solidFill>
              </a:rPr>
              <a:t>Requirements</a:t>
            </a:r>
            <a:br>
              <a:rPr lang="en-US" dirty="0">
                <a:solidFill>
                  <a:srgbClr val="030553"/>
                </a:solidFill>
              </a:rPr>
            </a:br>
            <a:r>
              <a:rPr lang="en-US" sz="6600" dirty="0">
                <a:solidFill>
                  <a:srgbClr val="030553"/>
                </a:solidFill>
              </a:rPr>
              <a:t>Classification</a:t>
            </a:r>
            <a:br>
              <a:rPr lang="en-US" dirty="0"/>
            </a:br>
            <a:r>
              <a:rPr lang="en-US" sz="6600" dirty="0" err="1"/>
              <a:t>Classification</a:t>
            </a:r>
            <a:br>
              <a:rPr lang="en-US" dirty="0"/>
            </a:br>
            <a:r>
              <a:rPr lang="en-US" sz="6600" dirty="0" err="1"/>
              <a:t>Classification</a:t>
            </a:r>
            <a:br>
              <a:rPr lang="en-US" dirty="0"/>
            </a:br>
            <a:r>
              <a:rPr lang="en-US" sz="6600" dirty="0" err="1"/>
              <a:t>Classification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225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10C90-6BBE-F64E-8A60-EF9E60B2B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spc="500" dirty="0">
                <a:solidFill>
                  <a:srgbClr val="030553"/>
                </a:solidFill>
                <a:latin typeface="Arial Black" panose="020B0A04020102020204" pitchFamily="34" charset="0"/>
              </a:rPr>
              <a:t>Functional Requirements</a:t>
            </a:r>
            <a:endParaRPr lang="en-US" sz="5400" dirty="0">
              <a:solidFill>
                <a:srgbClr val="030553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9EEB4B-BEE5-ACC5-4BA2-AA6194616633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Requirement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2385F-CA51-6573-9F21-D1C4A381BDF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95C7AAE-A677-454A-8BDB-62A0650ACE98}" type="slidenum">
              <a:rPr lang="en-US" smtClean="0"/>
              <a:pPr/>
              <a:t>7</a:t>
            </a:fld>
            <a:endParaRPr lang="en-US" dirty="0"/>
          </a:p>
        </p:txBody>
      </p:sp>
      <p:grpSp>
        <p:nvGrpSpPr>
          <p:cNvPr id="6" name="Group 5" descr="Timeline">
            <a:extLst>
              <a:ext uri="{FF2B5EF4-FFF2-40B4-BE49-F238E27FC236}">
                <a16:creationId xmlns:a16="http://schemas.microsoft.com/office/drawing/2014/main" id="{2D1EEEAF-5F3C-A2EF-525E-3E4299ED501F}"/>
              </a:ext>
            </a:extLst>
          </p:cNvPr>
          <p:cNvGrpSpPr/>
          <p:nvPr/>
        </p:nvGrpSpPr>
        <p:grpSpPr>
          <a:xfrm>
            <a:off x="698699" y="1813692"/>
            <a:ext cx="10915077" cy="3931302"/>
            <a:chOff x="419100" y="2172508"/>
            <a:chExt cx="11353799" cy="393130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84F79C9-63CA-B09F-DB82-34E2BBFC2D8E}"/>
                </a:ext>
              </a:extLst>
            </p:cNvPr>
            <p:cNvSpPr/>
            <p:nvPr/>
          </p:nvSpPr>
          <p:spPr>
            <a:xfrm>
              <a:off x="419100" y="2172508"/>
              <a:ext cx="11353799" cy="3931302"/>
            </a:xfrm>
            <a:prstGeom prst="rect">
              <a:avLst/>
            </a:prstGeom>
            <a:noFill/>
          </p:spPr>
        </p:sp>
        <p:sp>
          <p:nvSpPr>
            <p:cNvPr id="8" name="Notched Right Arrow 7">
              <a:extLst>
                <a:ext uri="{FF2B5EF4-FFF2-40B4-BE49-F238E27FC236}">
                  <a16:creationId xmlns:a16="http://schemas.microsoft.com/office/drawing/2014/main" id="{EA27270A-BF3C-89DA-2EF4-37896691B69A}"/>
                </a:ext>
              </a:extLst>
            </p:cNvPr>
            <p:cNvSpPr/>
            <p:nvPr/>
          </p:nvSpPr>
          <p:spPr>
            <a:xfrm>
              <a:off x="419100" y="4070289"/>
              <a:ext cx="11353799" cy="148791"/>
            </a:xfrm>
            <a:prstGeom prst="notchedRightArrow">
              <a:avLst/>
            </a:prstGeom>
            <a:solidFill>
              <a:schemeClr val="accent4"/>
            </a:solidFill>
          </p:spPr>
          <p:style>
            <a:lnRef idx="0">
              <a:schemeClr val="dk2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dk2"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AD403014-9A9E-F590-D686-87CC339A03ED}"/>
                </a:ext>
              </a:extLst>
            </p:cNvPr>
            <p:cNvSpPr/>
            <p:nvPr/>
          </p:nvSpPr>
          <p:spPr>
            <a:xfrm>
              <a:off x="801839" y="2172508"/>
              <a:ext cx="1812071" cy="1572520"/>
            </a:xfrm>
            <a:custGeom>
              <a:avLst/>
              <a:gdLst>
                <a:gd name="connsiteX0" fmla="*/ 0 w 1812071"/>
                <a:gd name="connsiteY0" fmla="*/ 0 h 1572520"/>
                <a:gd name="connsiteX1" fmla="*/ 1812071 w 1812071"/>
                <a:gd name="connsiteY1" fmla="*/ 0 h 1572520"/>
                <a:gd name="connsiteX2" fmla="*/ 1812071 w 1812071"/>
                <a:gd name="connsiteY2" fmla="*/ 1572520 h 1572520"/>
                <a:gd name="connsiteX3" fmla="*/ 0 w 1812071"/>
                <a:gd name="connsiteY3" fmla="*/ 1572520 h 1572520"/>
                <a:gd name="connsiteX4" fmla="*/ 0 w 1812071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2071" h="1572520">
                  <a:moveTo>
                    <a:pt x="0" y="0"/>
                  </a:moveTo>
                  <a:lnTo>
                    <a:pt x="1812071" y="0"/>
                  </a:lnTo>
                  <a:lnTo>
                    <a:pt x="1812071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i="0" kern="1200" spc="50" baseline="0" dirty="0">
                  <a:solidFill>
                    <a:srgbClr val="030553"/>
                  </a:solidFill>
                </a:rPr>
                <a:t>1</a:t>
              </a:r>
              <a:br>
                <a:rPr lang="en-US" sz="2000" b="1" i="0" kern="1200" spc="50" baseline="0" dirty="0">
                  <a:solidFill>
                    <a:srgbClr val="030553"/>
                  </a:solidFill>
                </a:rPr>
              </a:br>
              <a:r>
                <a:rPr lang="en-US" sz="1600" kern="1200" spc="50" baseline="0" dirty="0">
                  <a:solidFill>
                    <a:srgbClr val="030553"/>
                  </a:solidFill>
                </a:rPr>
                <a:t>Road Sign Directory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EEF42C-BCC4-2F65-E5AD-F55E1DF828A6}"/>
                </a:ext>
              </a:extLst>
            </p:cNvPr>
            <p:cNvSpPr/>
            <p:nvPr/>
          </p:nvSpPr>
          <p:spPr>
            <a:xfrm>
              <a:off x="1573619" y="4003901"/>
              <a:ext cx="268515" cy="268515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43FC9BFA-540C-62E3-110B-DB45E2B1997F}"/>
                </a:ext>
              </a:extLst>
            </p:cNvPr>
            <p:cNvSpPr/>
            <p:nvPr/>
          </p:nvSpPr>
          <p:spPr>
            <a:xfrm>
              <a:off x="2613911" y="4428521"/>
              <a:ext cx="1767544" cy="1572520"/>
            </a:xfrm>
            <a:custGeom>
              <a:avLst/>
              <a:gdLst>
                <a:gd name="connsiteX0" fmla="*/ 0 w 1767544"/>
                <a:gd name="connsiteY0" fmla="*/ 0 h 1572520"/>
                <a:gd name="connsiteX1" fmla="*/ 1767544 w 1767544"/>
                <a:gd name="connsiteY1" fmla="*/ 0 h 1572520"/>
                <a:gd name="connsiteX2" fmla="*/ 1767544 w 1767544"/>
                <a:gd name="connsiteY2" fmla="*/ 1572520 h 1572520"/>
                <a:gd name="connsiteX3" fmla="*/ 0 w 1767544"/>
                <a:gd name="connsiteY3" fmla="*/ 1572520 h 1572520"/>
                <a:gd name="connsiteX4" fmla="*/ 0 w 1767544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7544" h="1572520">
                  <a:moveTo>
                    <a:pt x="0" y="0"/>
                  </a:moveTo>
                  <a:lnTo>
                    <a:pt x="1767544" y="0"/>
                  </a:lnTo>
                  <a:lnTo>
                    <a:pt x="1767544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t" anchorCtr="0">
              <a:noAutofit/>
            </a:bodyPr>
            <a:lstStyle/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i="0" kern="1200" spc="50" baseline="0" dirty="0">
                  <a:solidFill>
                    <a:srgbClr val="030553"/>
                  </a:solidFill>
                </a:rPr>
                <a:t>2</a:t>
              </a:r>
              <a:br>
                <a:rPr lang="en-US" sz="2000" b="1" i="0" kern="1200" spc="50" baseline="0" dirty="0">
                  <a:solidFill>
                    <a:srgbClr val="030553"/>
                  </a:solidFill>
                </a:rPr>
              </a:br>
              <a:r>
                <a:rPr lang="en-US" sz="1600" kern="1200" spc="50" baseline="0" dirty="0">
                  <a:solidFill>
                    <a:srgbClr val="030553"/>
                  </a:solidFill>
                </a:rPr>
                <a:t>Real-Time</a:t>
              </a:r>
            </a:p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spc="50" dirty="0">
                  <a:solidFill>
                    <a:srgbClr val="030553"/>
                  </a:solidFill>
                </a:rPr>
                <a:t>Alerts</a:t>
              </a:r>
              <a:endParaRPr lang="en-US" sz="1600" kern="1200" spc="50" baseline="0" dirty="0">
                <a:solidFill>
                  <a:srgbClr val="030553"/>
                </a:solidFill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E64EDBF-2E4C-F9F1-9707-2384BF78C378}"/>
                </a:ext>
              </a:extLst>
            </p:cNvPr>
            <p:cNvSpPr/>
            <p:nvPr/>
          </p:nvSpPr>
          <p:spPr>
            <a:xfrm>
              <a:off x="3311411" y="4003901"/>
              <a:ext cx="268515" cy="268515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C6561523-6EE6-2AAF-AC2A-03E4526FF936}"/>
                </a:ext>
              </a:extLst>
            </p:cNvPr>
            <p:cNvSpPr/>
            <p:nvPr/>
          </p:nvSpPr>
          <p:spPr>
            <a:xfrm>
              <a:off x="4317692" y="2192091"/>
              <a:ext cx="1715648" cy="1572520"/>
            </a:xfrm>
            <a:custGeom>
              <a:avLst/>
              <a:gdLst>
                <a:gd name="connsiteX0" fmla="*/ 0 w 1715648"/>
                <a:gd name="connsiteY0" fmla="*/ 0 h 1572520"/>
                <a:gd name="connsiteX1" fmla="*/ 1715648 w 1715648"/>
                <a:gd name="connsiteY1" fmla="*/ 0 h 1572520"/>
                <a:gd name="connsiteX2" fmla="*/ 1715648 w 1715648"/>
                <a:gd name="connsiteY2" fmla="*/ 1572520 h 1572520"/>
                <a:gd name="connsiteX3" fmla="*/ 0 w 1715648"/>
                <a:gd name="connsiteY3" fmla="*/ 1572520 h 1572520"/>
                <a:gd name="connsiteX4" fmla="*/ 0 w 1715648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15648" h="1572520">
                  <a:moveTo>
                    <a:pt x="0" y="0"/>
                  </a:moveTo>
                  <a:lnTo>
                    <a:pt x="1715648" y="0"/>
                  </a:lnTo>
                  <a:lnTo>
                    <a:pt x="1715648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i="1" kern="1200" spc="50" baseline="0" dirty="0">
                  <a:solidFill>
                    <a:srgbClr val="030553"/>
                  </a:solidFill>
                </a:rPr>
                <a:t>3</a:t>
              </a:r>
            </a:p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spc="50" baseline="0" dirty="0">
                  <a:solidFill>
                    <a:srgbClr val="030553"/>
                  </a:solidFill>
                </a:rPr>
                <a:t>Crowd Reporting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224421DD-214B-4390-073C-8A09479EEAE5}"/>
                </a:ext>
              </a:extLst>
            </p:cNvPr>
            <p:cNvSpPr/>
            <p:nvPr/>
          </p:nvSpPr>
          <p:spPr>
            <a:xfrm>
              <a:off x="5033769" y="4003901"/>
              <a:ext cx="268515" cy="268515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5132750B-025F-97C1-C842-FCFF6F7D9138}"/>
                </a:ext>
              </a:extLst>
            </p:cNvPr>
            <p:cNvSpPr/>
            <p:nvPr/>
          </p:nvSpPr>
          <p:spPr>
            <a:xfrm>
              <a:off x="6117155" y="4405640"/>
              <a:ext cx="1574120" cy="1572520"/>
            </a:xfrm>
            <a:custGeom>
              <a:avLst/>
              <a:gdLst>
                <a:gd name="connsiteX0" fmla="*/ 0 w 1574120"/>
                <a:gd name="connsiteY0" fmla="*/ 0 h 1572520"/>
                <a:gd name="connsiteX1" fmla="*/ 1574120 w 1574120"/>
                <a:gd name="connsiteY1" fmla="*/ 0 h 1572520"/>
                <a:gd name="connsiteX2" fmla="*/ 1574120 w 1574120"/>
                <a:gd name="connsiteY2" fmla="*/ 1572520 h 1572520"/>
                <a:gd name="connsiteX3" fmla="*/ 0 w 1574120"/>
                <a:gd name="connsiteY3" fmla="*/ 1572520 h 1572520"/>
                <a:gd name="connsiteX4" fmla="*/ 0 w 1574120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74120" h="1572520">
                  <a:moveTo>
                    <a:pt x="0" y="0"/>
                  </a:moveTo>
                  <a:lnTo>
                    <a:pt x="1574120" y="0"/>
                  </a:lnTo>
                  <a:lnTo>
                    <a:pt x="1574120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t" anchorCtr="0">
              <a:noAutofit/>
            </a:bodyPr>
            <a:lstStyle/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i="0" kern="1200" spc="50" baseline="0" dirty="0">
                  <a:solidFill>
                    <a:srgbClr val="030553"/>
                  </a:solidFill>
                </a:rPr>
                <a:t>4</a:t>
              </a:r>
            </a:p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spc="50" baseline="0" dirty="0">
                  <a:solidFill>
                    <a:srgbClr val="030553"/>
                  </a:solidFill>
                </a:rPr>
                <a:t>GPS </a:t>
              </a:r>
              <a:r>
                <a:rPr lang="en-US" sz="1600" spc="50" dirty="0">
                  <a:solidFill>
                    <a:srgbClr val="030553"/>
                  </a:solidFill>
                </a:rPr>
                <a:t>Navigation</a:t>
              </a:r>
              <a:endParaRPr lang="en-US" sz="1600" kern="1200" spc="50" baseline="0" dirty="0">
                <a:solidFill>
                  <a:srgbClr val="030553"/>
                </a:solidFill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FEA52D8-6EF3-E96B-AC17-D7D812BB2F09}"/>
                </a:ext>
              </a:extLst>
            </p:cNvPr>
            <p:cNvSpPr/>
            <p:nvPr/>
          </p:nvSpPr>
          <p:spPr>
            <a:xfrm>
              <a:off x="6753900" y="4011476"/>
              <a:ext cx="268515" cy="268515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565AD21D-AA9C-9F26-96E1-8CF61AFE5F1B}"/>
                </a:ext>
              </a:extLst>
            </p:cNvPr>
            <p:cNvSpPr/>
            <p:nvPr/>
          </p:nvSpPr>
          <p:spPr>
            <a:xfrm>
              <a:off x="7691275" y="2244821"/>
              <a:ext cx="1715648" cy="1572520"/>
            </a:xfrm>
            <a:custGeom>
              <a:avLst/>
              <a:gdLst>
                <a:gd name="connsiteX0" fmla="*/ 0 w 1637527"/>
                <a:gd name="connsiteY0" fmla="*/ 0 h 1572520"/>
                <a:gd name="connsiteX1" fmla="*/ 1637527 w 1637527"/>
                <a:gd name="connsiteY1" fmla="*/ 0 h 1572520"/>
                <a:gd name="connsiteX2" fmla="*/ 1637527 w 1637527"/>
                <a:gd name="connsiteY2" fmla="*/ 1572520 h 1572520"/>
                <a:gd name="connsiteX3" fmla="*/ 0 w 1637527"/>
                <a:gd name="connsiteY3" fmla="*/ 1572520 h 1572520"/>
                <a:gd name="connsiteX4" fmla="*/ 0 w 1637527"/>
                <a:gd name="connsiteY4" fmla="*/ 0 h 157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527" h="1572520">
                  <a:moveTo>
                    <a:pt x="0" y="0"/>
                  </a:moveTo>
                  <a:lnTo>
                    <a:pt x="1637527" y="0"/>
                  </a:lnTo>
                  <a:lnTo>
                    <a:pt x="1637527" y="1572520"/>
                  </a:lnTo>
                  <a:lnTo>
                    <a:pt x="0" y="15725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2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2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8016" tIns="128016" rIns="128016" bIns="128016" numCol="1" spcCol="1270" anchor="b" anchorCtr="0">
              <a:noAutofit/>
            </a:bodyPr>
            <a:lstStyle/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000" b="1" i="0" kern="1200" spc="50" baseline="0" dirty="0">
                  <a:solidFill>
                    <a:srgbClr val="030553"/>
                  </a:solidFill>
                </a:rPr>
                <a:t>5</a:t>
              </a:r>
            </a:p>
            <a:p>
              <a:pPr marL="0" lvl="0" indent="0" algn="ctr" defTabSz="800100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spc="50" baseline="0" dirty="0">
                  <a:solidFill>
                    <a:srgbClr val="030553"/>
                  </a:solidFill>
                </a:rPr>
                <a:t>Customizable Notification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A9EFEED-3A11-AFAC-A7F7-5F1FD77728F5}"/>
                </a:ext>
              </a:extLst>
            </p:cNvPr>
            <p:cNvSpPr/>
            <p:nvPr/>
          </p:nvSpPr>
          <p:spPr>
            <a:xfrm>
              <a:off x="8486833" y="4003901"/>
              <a:ext cx="268515" cy="268515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70B2B44-057F-D78B-D8F4-C9A2F1E4B374}"/>
                </a:ext>
              </a:extLst>
            </p:cNvPr>
            <p:cNvSpPr/>
            <p:nvPr/>
          </p:nvSpPr>
          <p:spPr>
            <a:xfrm>
              <a:off x="10224548" y="4003901"/>
              <a:ext cx="268515" cy="268515"/>
            </a:xfrm>
            <a:prstGeom prst="ellipse">
              <a:avLst/>
            </a:prstGeom>
            <a:solidFill>
              <a:srgbClr val="030553"/>
            </a:solidFill>
          </p:spPr>
          <p:style>
            <a:lnRef idx="2">
              <a:schemeClr val="lt2">
                <a:hueOff val="0"/>
                <a:satOff val="0"/>
                <a:lumOff val="0"/>
                <a:alphaOff val="0"/>
              </a:schemeClr>
            </a:lnRef>
            <a:fillRef idx="1">
              <a:schemeClr val="dk2">
                <a:hueOff val="0"/>
                <a:satOff val="0"/>
                <a:lumOff val="0"/>
                <a:alphaOff val="0"/>
              </a:schemeClr>
            </a:fillRef>
            <a:effectRef idx="0">
              <a:schemeClr val="dk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</p:grpSp>
      <p:sp>
        <p:nvSpPr>
          <p:cNvPr id="5" name="Freeform 16">
            <a:extLst>
              <a:ext uri="{FF2B5EF4-FFF2-40B4-BE49-F238E27FC236}">
                <a16:creationId xmlns:a16="http://schemas.microsoft.com/office/drawing/2014/main" id="{2B14679C-2D59-D85E-D5BB-FA315B7312AE}"/>
              </a:ext>
            </a:extLst>
          </p:cNvPr>
          <p:cNvSpPr/>
          <p:nvPr/>
        </p:nvSpPr>
        <p:spPr>
          <a:xfrm>
            <a:off x="9367799" y="3785868"/>
            <a:ext cx="1649354" cy="1572520"/>
          </a:xfrm>
          <a:custGeom>
            <a:avLst/>
            <a:gdLst>
              <a:gd name="connsiteX0" fmla="*/ 0 w 1637527"/>
              <a:gd name="connsiteY0" fmla="*/ 0 h 1572520"/>
              <a:gd name="connsiteX1" fmla="*/ 1637527 w 1637527"/>
              <a:gd name="connsiteY1" fmla="*/ 0 h 1572520"/>
              <a:gd name="connsiteX2" fmla="*/ 1637527 w 1637527"/>
              <a:gd name="connsiteY2" fmla="*/ 1572520 h 1572520"/>
              <a:gd name="connsiteX3" fmla="*/ 0 w 1637527"/>
              <a:gd name="connsiteY3" fmla="*/ 1572520 h 1572520"/>
              <a:gd name="connsiteX4" fmla="*/ 0 w 1637527"/>
              <a:gd name="connsiteY4" fmla="*/ 0 h 1572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37527" h="1572520">
                <a:moveTo>
                  <a:pt x="0" y="0"/>
                </a:moveTo>
                <a:lnTo>
                  <a:pt x="1637527" y="0"/>
                </a:lnTo>
                <a:lnTo>
                  <a:pt x="1637527" y="1572520"/>
                </a:lnTo>
                <a:lnTo>
                  <a:pt x="0" y="157252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2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2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8016" tIns="128016" rIns="128016" bIns="128016" numCol="1" spcCol="1270" anchor="b" anchorCtr="0">
            <a:noAutofit/>
          </a:bodyPr>
          <a:lstStyle/>
          <a:p>
            <a:pPr marL="0" lvl="0" indent="0" algn="ctr" defTabSz="80010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000" b="1" i="0" kern="1200" spc="50" baseline="0" dirty="0">
                <a:solidFill>
                  <a:srgbClr val="030553"/>
                </a:solidFill>
              </a:rPr>
              <a:t>6</a:t>
            </a:r>
          </a:p>
          <a:p>
            <a:pPr marL="0" lvl="0" indent="0" algn="ctr" defTabSz="80010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spc="50" baseline="0" dirty="0">
                <a:solidFill>
                  <a:srgbClr val="030553"/>
                </a:solidFill>
              </a:rPr>
              <a:t>Location Sharing</a:t>
            </a:r>
          </a:p>
        </p:txBody>
      </p:sp>
      <p:sp>
        <p:nvSpPr>
          <p:cNvPr id="19" name="Freeform 16">
            <a:extLst>
              <a:ext uri="{FF2B5EF4-FFF2-40B4-BE49-F238E27FC236}">
                <a16:creationId xmlns:a16="http://schemas.microsoft.com/office/drawing/2014/main" id="{3C449DC5-F74F-A7AB-E6A5-D6637CFB5D91}"/>
              </a:ext>
            </a:extLst>
          </p:cNvPr>
          <p:cNvSpPr/>
          <p:nvPr/>
        </p:nvSpPr>
        <p:spPr>
          <a:xfrm>
            <a:off x="10316487" y="1782006"/>
            <a:ext cx="1649354" cy="1572520"/>
          </a:xfrm>
          <a:custGeom>
            <a:avLst/>
            <a:gdLst>
              <a:gd name="connsiteX0" fmla="*/ 0 w 1637527"/>
              <a:gd name="connsiteY0" fmla="*/ 0 h 1572520"/>
              <a:gd name="connsiteX1" fmla="*/ 1637527 w 1637527"/>
              <a:gd name="connsiteY1" fmla="*/ 0 h 1572520"/>
              <a:gd name="connsiteX2" fmla="*/ 1637527 w 1637527"/>
              <a:gd name="connsiteY2" fmla="*/ 1572520 h 1572520"/>
              <a:gd name="connsiteX3" fmla="*/ 0 w 1637527"/>
              <a:gd name="connsiteY3" fmla="*/ 1572520 h 1572520"/>
              <a:gd name="connsiteX4" fmla="*/ 0 w 1637527"/>
              <a:gd name="connsiteY4" fmla="*/ 0 h 1572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37527" h="1572520">
                <a:moveTo>
                  <a:pt x="0" y="0"/>
                </a:moveTo>
                <a:lnTo>
                  <a:pt x="1637527" y="0"/>
                </a:lnTo>
                <a:lnTo>
                  <a:pt x="1637527" y="1572520"/>
                </a:lnTo>
                <a:lnTo>
                  <a:pt x="0" y="157252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2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2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128016" tIns="128016" rIns="128016" bIns="128016" numCol="1" spcCol="1270" anchor="b" anchorCtr="0">
            <a:noAutofit/>
          </a:bodyPr>
          <a:lstStyle/>
          <a:p>
            <a:pPr marL="0" lvl="0" indent="0" algn="ctr" defTabSz="80010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000" b="1" i="0" kern="1200" spc="50" baseline="0" dirty="0">
                <a:solidFill>
                  <a:srgbClr val="030553"/>
                </a:solidFill>
              </a:rPr>
              <a:t>7</a:t>
            </a:r>
          </a:p>
          <a:p>
            <a:pPr marL="0" lvl="0" indent="0" algn="ctr" defTabSz="800100">
              <a:lnSpc>
                <a:spcPct val="10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1600" kern="1200" spc="50" baseline="0" dirty="0">
                <a:solidFill>
                  <a:srgbClr val="030553"/>
                </a:solidFill>
              </a:rPr>
              <a:t>Offline Mode</a:t>
            </a:r>
          </a:p>
        </p:txBody>
      </p:sp>
    </p:spTree>
    <p:extLst>
      <p:ext uri="{BB962C8B-B14F-4D97-AF65-F5344CB8AC3E}">
        <p14:creationId xmlns:p14="http://schemas.microsoft.com/office/powerpoint/2010/main" val="381480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D67BE-B026-1F48-8512-45DC759CD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62" y="695270"/>
            <a:ext cx="10915076" cy="1553680"/>
          </a:xfrm>
        </p:spPr>
        <p:txBody>
          <a:bodyPr/>
          <a:lstStyle/>
          <a:p>
            <a:r>
              <a:rPr lang="en-US" sz="4400" dirty="0">
                <a:solidFill>
                  <a:srgbClr val="030553"/>
                </a:solidFill>
                <a:latin typeface="Arial Black" panose="020B0A04020102020204" pitchFamily="34" charset="0"/>
              </a:rPr>
              <a:t>Non-Functional Requirements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D32DDF84-DF3E-9DBB-67F6-123251884EE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97434" y="1360493"/>
            <a:ext cx="1743075" cy="3884612"/>
          </a:xfrm>
        </p:spPr>
        <p:txBody>
          <a:bodyPr/>
          <a:lstStyle/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5C3CFB-D853-978B-6688-1A361A5D69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785664" y="1875523"/>
            <a:ext cx="1743062" cy="2503346"/>
          </a:xfrm>
        </p:spPr>
        <p:txBody>
          <a:bodyPr/>
          <a:lstStyle/>
          <a:p>
            <a:r>
              <a:rPr lang="en-US" sz="1800" b="1" dirty="0">
                <a:solidFill>
                  <a:srgbClr val="030553"/>
                </a:solidFill>
                <a:effectLst/>
                <a:latin typeface="Calibri" panose="020F0502020204030204" pitchFamily="34" charset="0"/>
                <a:ea typeface="Georgia" panose="02040502050405020303" pitchFamily="18" charset="0"/>
              </a:rPr>
              <a:t>Performance</a:t>
            </a:r>
            <a:endParaRPr lang="pt-BR" dirty="0">
              <a:solidFill>
                <a:srgbClr val="030553"/>
              </a:solidFill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610B3F0F-637F-BBEC-B050-71F3B5F8072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144047" y="1394909"/>
            <a:ext cx="1743075" cy="3884612"/>
          </a:xfrm>
        </p:spPr>
        <p:txBody>
          <a:bodyPr/>
          <a:lstStyle/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559DD27-4FCB-2F22-0412-F235D0699C31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647598" y="1763780"/>
            <a:ext cx="1743062" cy="2503346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 sz="1800" b="1" dirty="0">
                <a:solidFill>
                  <a:srgbClr val="030553"/>
                </a:solidFill>
                <a:effectLst/>
                <a:latin typeface="Calibri" panose="020F0502020204030204" pitchFamily="34" charset="0"/>
                <a:ea typeface="Georgia" panose="02040502050405020303" pitchFamily="18" charset="0"/>
              </a:rPr>
              <a:t>Security</a:t>
            </a:r>
            <a:endParaRPr lang="en-US" dirty="0">
              <a:solidFill>
                <a:srgbClr val="030553"/>
              </a:solidFill>
            </a:endParaRP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F769E73-A82C-1A16-49AC-EDA4F69F34F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005994" y="1348940"/>
            <a:ext cx="3090675" cy="4160119"/>
          </a:xfrm>
        </p:spPr>
        <p:txBody>
          <a:bodyPr/>
          <a:lstStyle/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621E2C0-775D-81A7-EA2E-E3DAC45405B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418610" y="1737154"/>
            <a:ext cx="1743062" cy="2503346"/>
          </a:xfrm>
        </p:spPr>
        <p:txBody>
          <a:bodyPr/>
          <a:lstStyle/>
          <a:p>
            <a:r>
              <a:rPr lang="en-US" sz="1800" b="1" dirty="0">
                <a:solidFill>
                  <a:srgbClr val="030553"/>
                </a:solidFill>
                <a:effectLst/>
                <a:latin typeface="Calibri" panose="020F0502020204030204" pitchFamily="34" charset="0"/>
                <a:ea typeface="Georgia" panose="02040502050405020303" pitchFamily="18" charset="0"/>
              </a:rPr>
              <a:t>Reliability</a:t>
            </a:r>
            <a:endParaRPr lang="en-US" dirty="0">
              <a:solidFill>
                <a:srgbClr val="030553"/>
              </a:solidFill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7FA47D-FD90-943F-AB0C-D1A2CC3586D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Requirement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3AF59-9CE7-4CE6-C397-FFB5DBD78F4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Text Placeholder 19">
            <a:extLst>
              <a:ext uri="{FF2B5EF4-FFF2-40B4-BE49-F238E27FC236}">
                <a16:creationId xmlns:a16="http://schemas.microsoft.com/office/drawing/2014/main" id="{7A2252C1-6A08-4D4B-4B97-2306217AC4B3}"/>
              </a:ext>
            </a:extLst>
          </p:cNvPr>
          <p:cNvSpPr txBox="1">
            <a:spLocks/>
          </p:cNvSpPr>
          <p:nvPr/>
        </p:nvSpPr>
        <p:spPr>
          <a:xfrm>
            <a:off x="588308" y="3743896"/>
            <a:ext cx="1743075" cy="3884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4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C6774BF3-F99A-A85F-3401-0323D8E18682}"/>
              </a:ext>
            </a:extLst>
          </p:cNvPr>
          <p:cNvSpPr txBox="1">
            <a:spLocks/>
          </p:cNvSpPr>
          <p:nvPr/>
        </p:nvSpPr>
        <p:spPr>
          <a:xfrm>
            <a:off x="1956883" y="4146178"/>
            <a:ext cx="1743062" cy="25033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30553"/>
                </a:solidFill>
                <a:latin typeface="Calibri" panose="020F0502020204030204" pitchFamily="34" charset="0"/>
                <a:ea typeface="Georgia" panose="02040502050405020303" pitchFamily="18" charset="0"/>
              </a:rPr>
              <a:t>Compatibility</a:t>
            </a:r>
            <a:endParaRPr lang="pt-BR" dirty="0">
              <a:solidFill>
                <a:srgbClr val="030553"/>
              </a:solidFill>
            </a:endParaRP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9F956615-E6CF-DDDF-800F-D11FB2E41A99}"/>
              </a:ext>
            </a:extLst>
          </p:cNvPr>
          <p:cNvSpPr txBox="1">
            <a:spLocks/>
          </p:cNvSpPr>
          <p:nvPr/>
        </p:nvSpPr>
        <p:spPr>
          <a:xfrm>
            <a:off x="4160726" y="3759854"/>
            <a:ext cx="1743075" cy="3884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5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C0E42E64-2777-54DE-5933-D503ACD74DF7}"/>
              </a:ext>
            </a:extLst>
          </p:cNvPr>
          <p:cNvSpPr txBox="1">
            <a:spLocks/>
          </p:cNvSpPr>
          <p:nvPr/>
        </p:nvSpPr>
        <p:spPr>
          <a:xfrm>
            <a:off x="5761124" y="4035566"/>
            <a:ext cx="1743062" cy="25033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30553"/>
                </a:solidFill>
                <a:latin typeface="Calibri" panose="020F0502020204030204" pitchFamily="34" charset="0"/>
                <a:ea typeface="Georgia" panose="02040502050405020303" pitchFamily="18" charset="0"/>
              </a:rPr>
              <a:t>Scalability</a:t>
            </a:r>
            <a:endParaRPr lang="en-US" dirty="0">
              <a:solidFill>
                <a:srgbClr val="030553"/>
              </a:solidFill>
            </a:endParaRPr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561C5400-C71F-C6DA-A343-26E6ECF3D196}"/>
              </a:ext>
            </a:extLst>
          </p:cNvPr>
          <p:cNvSpPr txBox="1">
            <a:spLocks/>
          </p:cNvSpPr>
          <p:nvPr/>
        </p:nvSpPr>
        <p:spPr>
          <a:xfrm>
            <a:off x="8005993" y="3743896"/>
            <a:ext cx="3090675" cy="416011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30000" b="0" i="0" kern="1200" spc="500" baseline="0" dirty="0">
                <a:ln>
                  <a:noFill/>
                </a:ln>
                <a:solidFill>
                  <a:srgbClr val="C16548">
                    <a:alpha val="10000"/>
                  </a:srgbClr>
                </a:solidFill>
                <a:latin typeface="+mj-lt"/>
                <a:ea typeface="+mj-ea"/>
                <a:cs typeface="+mj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300" dirty="0">
                <a:solidFill>
                  <a:srgbClr val="030553">
                    <a:alpha val="10000"/>
                  </a:srgbClr>
                </a:solidFill>
              </a:rPr>
              <a:t>6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7E1467E5-CBEC-2409-3D2B-26A0F6A1A46F}"/>
              </a:ext>
            </a:extLst>
          </p:cNvPr>
          <p:cNvSpPr txBox="1">
            <a:spLocks/>
          </p:cNvSpPr>
          <p:nvPr/>
        </p:nvSpPr>
        <p:spPr>
          <a:xfrm>
            <a:off x="9492852" y="3993432"/>
            <a:ext cx="1743062" cy="25033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b="0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rgbClr val="030553"/>
                </a:solidFill>
                <a:latin typeface="Calibri" panose="020F0502020204030204" pitchFamily="34" charset="0"/>
                <a:ea typeface="Georgia" panose="02040502050405020303" pitchFamily="18" charset="0"/>
              </a:rPr>
              <a:t>Usability</a:t>
            </a:r>
            <a:endParaRPr lang="en-US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7067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3B51A-48B2-1AA7-553B-75EB96668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7042" y="444357"/>
            <a:ext cx="7016816" cy="791970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System Requirements</a:t>
            </a:r>
            <a:endParaRPr lang="zh-CN" altLang="en-US" dirty="0">
              <a:solidFill>
                <a:srgbClr val="030553"/>
              </a:solidFill>
            </a:endParaRP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27CC6FDA-D46B-9C00-4D2A-D67CAA137223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2"/>
          <a:srcRect l="27527" r="27527"/>
          <a:stretch/>
        </p:blipFill>
        <p:spPr>
          <a:xfrm>
            <a:off x="0" y="0"/>
            <a:ext cx="4210774" cy="6858000"/>
          </a:xfr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6F2EDDA-BA68-C643-A74B-A2F911582C3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776360" y="2890268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02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11BD13-F43F-E3F4-E8B5-BA27ADF5DEA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371554" y="2972723"/>
            <a:ext cx="6342304" cy="566362"/>
          </a:xfrm>
        </p:spPr>
        <p:txBody>
          <a:bodyPr/>
          <a:lstStyle/>
          <a:p>
            <a:r>
              <a:rPr lang="en-US" sz="16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Back-End Cloud Storage</a:t>
            </a:r>
            <a:endParaRPr lang="zh-CN" altLang="en-US" sz="1200" dirty="0">
              <a:solidFill>
                <a:srgbClr val="030553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E4E74B2-2C30-52D6-3CCF-D7926A8BD5F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776360" y="4173480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03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7E2E19-0569-13F7-77B3-8F2AA14FCFCB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71554" y="4298095"/>
            <a:ext cx="6342304" cy="566362"/>
          </a:xfrm>
        </p:spPr>
        <p:txBody>
          <a:bodyPr/>
          <a:lstStyle/>
          <a:p>
            <a:r>
              <a:rPr lang="en-US" sz="16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Offline Mode</a:t>
            </a:r>
            <a:endParaRPr lang="zh-CN" altLang="en-US" sz="1200" dirty="0">
              <a:solidFill>
                <a:srgbClr val="030553"/>
              </a:solidFill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C9CA5AA-8342-475D-7005-D2DFF0F7E0B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4776360" y="5465091"/>
            <a:ext cx="462842" cy="468312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04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23F4BF-3D8F-CA3C-DADA-0E01DC465568}"/>
              </a:ext>
            </a:extLst>
          </p:cNvPr>
          <p:cNvSpPr/>
          <p:nvPr/>
        </p:nvSpPr>
        <p:spPr>
          <a:xfrm>
            <a:off x="4776360" y="1607056"/>
            <a:ext cx="462842" cy="468312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211E2255-AE71-EA11-8936-F4ABAA0B537B}"/>
              </a:ext>
            </a:extLst>
          </p:cNvPr>
          <p:cNvSpPr txBox="1">
            <a:spLocks/>
          </p:cNvSpPr>
          <p:nvPr/>
        </p:nvSpPr>
        <p:spPr>
          <a:xfrm>
            <a:off x="4776360" y="1607056"/>
            <a:ext cx="462842" cy="46831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rgbClr val="030553"/>
                </a:solidFill>
              </a:rPr>
              <a:t>01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0062444C-4DBF-E32C-584F-FA6475932C18}"/>
              </a:ext>
            </a:extLst>
          </p:cNvPr>
          <p:cNvSpPr txBox="1">
            <a:spLocks/>
          </p:cNvSpPr>
          <p:nvPr/>
        </p:nvSpPr>
        <p:spPr>
          <a:xfrm>
            <a:off x="5371554" y="1658015"/>
            <a:ext cx="6342304" cy="5663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600" dirty="0">
                <a:solidFill>
                  <a:srgbClr val="030553"/>
                </a:solidFill>
              </a:rPr>
              <a:t>Minimum Smartphone Spec</a:t>
            </a:r>
            <a:endParaRPr lang="zh-CN" altLang="en-US" sz="1600" dirty="0">
              <a:solidFill>
                <a:srgbClr val="030553"/>
              </a:solidFill>
            </a:endParaRP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AE4CA838-DA63-81A4-C156-2E32B639D97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5371554" y="5465091"/>
            <a:ext cx="6342304" cy="566362"/>
          </a:xfrm>
        </p:spPr>
        <p:txBody>
          <a:bodyPr/>
          <a:lstStyle/>
          <a:p>
            <a:r>
              <a:rPr lang="en-US" sz="1600" dirty="0">
                <a:solidFill>
                  <a:srgbClr val="030553"/>
                </a:solidFill>
                <a:effectLst/>
                <a:ea typeface="Georgia" panose="02040502050405020303" pitchFamily="18" charset="0"/>
              </a:rPr>
              <a:t>API Integration</a:t>
            </a:r>
            <a:endParaRPr lang="en-US" sz="12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6187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0553">
            <a:alpha val="1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 descr="SmartArt chevron graphic">
            <a:extLst>
              <a:ext uri="{FF2B5EF4-FFF2-40B4-BE49-F238E27FC236}">
                <a16:creationId xmlns:a16="http://schemas.microsoft.com/office/drawing/2014/main" id="{BEE1D2BE-3C63-BBD7-4481-305BB05F02AC}"/>
              </a:ext>
            </a:extLst>
          </p:cNvPr>
          <p:cNvGrpSpPr/>
          <p:nvPr/>
        </p:nvGrpSpPr>
        <p:grpSpPr>
          <a:xfrm>
            <a:off x="1422747" y="2195062"/>
            <a:ext cx="9371187" cy="2467875"/>
            <a:chOff x="2161874" y="3833157"/>
            <a:chExt cx="9935857" cy="881843"/>
          </a:xfrm>
        </p:grpSpPr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C2AADA1B-D4FD-69B4-0920-ED318A6CBF9C}"/>
                </a:ext>
              </a:extLst>
            </p:cNvPr>
            <p:cNvSpPr/>
            <p:nvPr/>
          </p:nvSpPr>
          <p:spPr>
            <a:xfrm>
              <a:off x="2161874" y="3833991"/>
              <a:ext cx="2923513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lumMod val="85000"/>
                <a:alpha val="65000"/>
              </a:scheme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50" normalizeH="0" baseline="0" noProof="0" dirty="0">
                  <a:ln>
                    <a:noFill/>
                  </a:ln>
                  <a:solidFill>
                    <a:srgbClr val="030553"/>
                  </a:solidFill>
                  <a:effectLst/>
                  <a:uLnTx/>
                  <a:uFillTx/>
                  <a:latin typeface="Avenir Heavy" panose="02000503020000020003" pitchFamily="2" charset="0"/>
                  <a:ea typeface="+mn-ea"/>
                  <a:cs typeface="+mn-cs"/>
                </a:rPr>
                <a:t>Localization</a:t>
              </a: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0" name="Freeform 18">
              <a:extLst>
                <a:ext uri="{FF2B5EF4-FFF2-40B4-BE49-F238E27FC236}">
                  <a16:creationId xmlns:a16="http://schemas.microsoft.com/office/drawing/2014/main" id="{004088DA-F734-CB62-BB61-8BAA880AEA9D}"/>
                </a:ext>
              </a:extLst>
            </p:cNvPr>
            <p:cNvSpPr/>
            <p:nvPr/>
          </p:nvSpPr>
          <p:spPr>
            <a:xfrm>
              <a:off x="4495677" y="3833991"/>
              <a:ext cx="2979406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>
                <a:alpha val="70000"/>
              </a:srgb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b="1" spc="50" dirty="0">
                  <a:solidFill>
                    <a:srgbClr val="FFFFFF"/>
                  </a:solidFill>
                  <a:latin typeface="Avenir Heavy" panose="02000503020000020003" pitchFamily="2" charset="0"/>
                </a:rPr>
                <a:t>Partnerships</a:t>
              </a:r>
              <a:endParaRPr kumimoji="0" lang="en-US" sz="2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endParaRP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1" name="Freeform 19">
              <a:extLst>
                <a:ext uri="{FF2B5EF4-FFF2-40B4-BE49-F238E27FC236}">
                  <a16:creationId xmlns:a16="http://schemas.microsoft.com/office/drawing/2014/main" id="{47CF5BA0-79E3-C49D-0AF2-517AEECB09D0}"/>
                </a:ext>
              </a:extLst>
            </p:cNvPr>
            <p:cNvSpPr/>
            <p:nvPr/>
          </p:nvSpPr>
          <p:spPr>
            <a:xfrm>
              <a:off x="6885372" y="3833991"/>
              <a:ext cx="2923513" cy="881009"/>
            </a:xfrm>
            <a:custGeom>
              <a:avLst/>
              <a:gdLst>
                <a:gd name="connsiteX0" fmla="*/ 0 w 2702625"/>
                <a:gd name="connsiteY0" fmla="*/ 0 h 1081050"/>
                <a:gd name="connsiteX1" fmla="*/ 2162100 w 2702625"/>
                <a:gd name="connsiteY1" fmla="*/ 0 h 1081050"/>
                <a:gd name="connsiteX2" fmla="*/ 2702625 w 2702625"/>
                <a:gd name="connsiteY2" fmla="*/ 540525 h 1081050"/>
                <a:gd name="connsiteX3" fmla="*/ 2162100 w 2702625"/>
                <a:gd name="connsiteY3" fmla="*/ 1081050 h 1081050"/>
                <a:gd name="connsiteX4" fmla="*/ 0 w 2702625"/>
                <a:gd name="connsiteY4" fmla="*/ 1081050 h 1081050"/>
                <a:gd name="connsiteX5" fmla="*/ 540525 w 2702625"/>
                <a:gd name="connsiteY5" fmla="*/ 540525 h 1081050"/>
                <a:gd name="connsiteX6" fmla="*/ 0 w 2702625"/>
                <a:gd name="connsiteY6" fmla="*/ 0 h 1081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81050">
                  <a:moveTo>
                    <a:pt x="0" y="0"/>
                  </a:moveTo>
                  <a:lnTo>
                    <a:pt x="2162100" y="0"/>
                  </a:lnTo>
                  <a:lnTo>
                    <a:pt x="2702625" y="540525"/>
                  </a:lnTo>
                  <a:lnTo>
                    <a:pt x="2162100" y="1081050"/>
                  </a:lnTo>
                  <a:lnTo>
                    <a:pt x="0" y="1081050"/>
                  </a:lnTo>
                  <a:lnTo>
                    <a:pt x="540525" y="5405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>
                <a:alpha val="90000"/>
              </a:srgbClr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1" i="0" u="none" strike="noStrike" kern="1200" cap="none" spc="5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venir Heavy" panose="02000503020000020003" pitchFamily="2" charset="0"/>
                  <a:ea typeface="+mn-ea"/>
                  <a:cs typeface="+mn-cs"/>
                </a:rPr>
                <a:t>Safety</a:t>
              </a: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  <p:sp>
          <p:nvSpPr>
            <p:cNvPr id="32" name="Freeform 20">
              <a:extLst>
                <a:ext uri="{FF2B5EF4-FFF2-40B4-BE49-F238E27FC236}">
                  <a16:creationId xmlns:a16="http://schemas.microsoft.com/office/drawing/2014/main" id="{AC0F72C7-D890-FC6B-9838-C9BA125DC139}"/>
                </a:ext>
              </a:extLst>
            </p:cNvPr>
            <p:cNvSpPr/>
            <p:nvPr/>
          </p:nvSpPr>
          <p:spPr>
            <a:xfrm>
              <a:off x="9219175" y="3833157"/>
              <a:ext cx="2878556" cy="881009"/>
            </a:xfrm>
            <a:custGeom>
              <a:avLst/>
              <a:gdLst>
                <a:gd name="connsiteX0" fmla="*/ 0 w 2702625"/>
                <a:gd name="connsiteY0" fmla="*/ 0 h 1078996"/>
                <a:gd name="connsiteX1" fmla="*/ 2163127 w 2702625"/>
                <a:gd name="connsiteY1" fmla="*/ 0 h 1078996"/>
                <a:gd name="connsiteX2" fmla="*/ 2702625 w 2702625"/>
                <a:gd name="connsiteY2" fmla="*/ 539498 h 1078996"/>
                <a:gd name="connsiteX3" fmla="*/ 2163127 w 2702625"/>
                <a:gd name="connsiteY3" fmla="*/ 1078996 h 1078996"/>
                <a:gd name="connsiteX4" fmla="*/ 0 w 2702625"/>
                <a:gd name="connsiteY4" fmla="*/ 1078996 h 1078996"/>
                <a:gd name="connsiteX5" fmla="*/ 539498 w 2702625"/>
                <a:gd name="connsiteY5" fmla="*/ 539498 h 1078996"/>
                <a:gd name="connsiteX6" fmla="*/ 0 w 2702625"/>
                <a:gd name="connsiteY6" fmla="*/ 0 h 1078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2625" h="1078996">
                  <a:moveTo>
                    <a:pt x="0" y="0"/>
                  </a:moveTo>
                  <a:lnTo>
                    <a:pt x="2163127" y="0"/>
                  </a:lnTo>
                  <a:lnTo>
                    <a:pt x="2702625" y="539498"/>
                  </a:lnTo>
                  <a:lnTo>
                    <a:pt x="2163127" y="1078996"/>
                  </a:lnTo>
                  <a:lnTo>
                    <a:pt x="0" y="1078996"/>
                  </a:lnTo>
                  <a:lnTo>
                    <a:pt x="539498" y="5394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553"/>
            </a:solid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822960" tIns="182880" rIns="365760" bIns="182880" numCol="1" spcCol="1270" anchor="ctr" anchorCtr="0">
              <a:noAutofit/>
            </a:bodyPr>
            <a:lstStyle/>
            <a:p>
              <a:pPr marL="0" marR="0" lvl="0" indent="0" algn="l" defTabSz="8001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2000" b="1" spc="50" dirty="0">
                  <a:solidFill>
                    <a:srgbClr val="FFFFFF"/>
                  </a:solidFill>
                  <a:latin typeface="Avenir Heavy" panose="02000503020000020003" pitchFamily="2" charset="0"/>
                </a:rPr>
                <a:t>Accessibility</a:t>
              </a:r>
              <a:endParaRPr kumimoji="0" lang="en-US" sz="2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endParaRPr>
            </a:p>
            <a:p>
              <a:pPr marL="0" marR="0" lvl="0" indent="0" algn="l" defTabSz="8001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350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venir Book" panose="02000503020000020003" pitchFamily="2" charset="0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C99B58-F005-E2E5-3428-9FF2234D1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30553"/>
                </a:solidFill>
                <a:latin typeface="Arial Black" panose="020B0A04020102020204" pitchFamily="34" charset="0"/>
              </a:rPr>
              <a:t>User Requirements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62922F-A15F-768D-01E9-E582DDCC398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Requirement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5FBFE-22FC-0622-D5CB-2219B82ED728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45A64-4C87-5154-7482-63D91052D1A2}"/>
              </a:ext>
            </a:extLst>
          </p:cNvPr>
          <p:cNvSpPr txBox="1"/>
          <p:nvPr/>
        </p:nvSpPr>
        <p:spPr>
          <a:xfrm>
            <a:off x="2259660" y="1826899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1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E070CA-8B6F-E686-6A40-8BBEC354C801}"/>
              </a:ext>
            </a:extLst>
          </p:cNvPr>
          <p:cNvSpPr txBox="1"/>
          <p:nvPr/>
        </p:nvSpPr>
        <p:spPr>
          <a:xfrm>
            <a:off x="6688357" y="1824565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 3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4DD3C5-0E3F-5863-256B-65D03C69D617}"/>
              </a:ext>
            </a:extLst>
          </p:cNvPr>
          <p:cNvSpPr txBox="1"/>
          <p:nvPr/>
        </p:nvSpPr>
        <p:spPr>
          <a:xfrm>
            <a:off x="4585792" y="1826899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2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9C2E6E-310B-BFC0-2640-E02247FD37D2}"/>
              </a:ext>
            </a:extLst>
          </p:cNvPr>
          <p:cNvSpPr txBox="1"/>
          <p:nvPr/>
        </p:nvSpPr>
        <p:spPr>
          <a:xfrm>
            <a:off x="8854671" y="1824565"/>
            <a:ext cx="15225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1800" b="1" i="0" u="none" strike="noStrike" kern="1200" cap="none" spc="50" normalizeH="0" baseline="0" noProof="0" dirty="0">
                <a:ln>
                  <a:noFill/>
                </a:ln>
                <a:solidFill>
                  <a:srgbClr val="030553"/>
                </a:solidFill>
                <a:effectLst/>
                <a:uLnTx/>
                <a:uFillTx/>
                <a:latin typeface="Avenir Heavy" panose="02000503020000020003" pitchFamily="2" charset="0"/>
                <a:ea typeface="+mn-ea"/>
                <a:cs typeface="+mn-cs"/>
              </a:rPr>
              <a:t> 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022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0DE7D47-0AA4-4FAF-E6F6-290D0E895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30553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Prioritized</a:t>
            </a:r>
            <a:br>
              <a:rPr lang="en-US" dirty="0">
                <a:solidFill>
                  <a:srgbClr val="030553"/>
                </a:solidFill>
                <a:latin typeface="Arial Black" panose="020B0A04020102020204" pitchFamily="34" charset="0"/>
                <a:cs typeface="Arial" panose="020B0604020202020204" pitchFamily="34" charset="0"/>
              </a:rPr>
            </a:br>
            <a:r>
              <a:rPr lang="en-US" dirty="0">
                <a:solidFill>
                  <a:srgbClr val="030553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Requirements</a:t>
            </a:r>
          </a:p>
        </p:txBody>
      </p:sp>
      <p:pic>
        <p:nvPicPr>
          <p:cNvPr id="18" name="Picture Placeholder 17" descr="Tag outline">
            <a:extLst>
              <a:ext uri="{FF2B5EF4-FFF2-40B4-BE49-F238E27FC236}">
                <a16:creationId xmlns:a16="http://schemas.microsoft.com/office/drawing/2014/main" id="{CD187774-6ADB-4DE4-13DC-40D123E4636F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/>
      </p:pic>
      <p:pic>
        <p:nvPicPr>
          <p:cNvPr id="20" name="Picture Placeholder 19" descr="Packing Box Open outline">
            <a:extLst>
              <a:ext uri="{FF2B5EF4-FFF2-40B4-BE49-F238E27FC236}">
                <a16:creationId xmlns:a16="http://schemas.microsoft.com/office/drawing/2014/main" id="{7E440645-225C-A495-3796-F50752D488B2}"/>
              </a:ext>
            </a:extLst>
          </p:cNvPr>
          <p:cNvPicPr>
            <a:picLocks noGrp="1" noChangeAspect="1"/>
          </p:cNvPicPr>
          <p:nvPr>
            <p:ph type="pic" sz="quarter" idx="3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5191047" y="2539313"/>
            <a:ext cx="685800" cy="685800"/>
          </a:xfrm>
        </p:spPr>
      </p:pic>
      <p:pic>
        <p:nvPicPr>
          <p:cNvPr id="24" name="Picture Placeholder 23" descr="Loan outline">
            <a:extLst>
              <a:ext uri="{FF2B5EF4-FFF2-40B4-BE49-F238E27FC236}">
                <a16:creationId xmlns:a16="http://schemas.microsoft.com/office/drawing/2014/main" id="{014DE197-C3BA-F6B3-76D8-091FDBC2F2E5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>
            <a:fillRect/>
          </a:stretch>
        </p:blipFill>
        <p:spPr/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ADD750-113F-552A-76BE-A45D3B116A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Voice Alerts for Traffic/ Accidents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B957189-E242-4F90-CEC8-0EF45532016A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4982328" y="3347906"/>
            <a:ext cx="2227344" cy="430688"/>
          </a:xfrm>
        </p:spPr>
        <p:txBody>
          <a:bodyPr/>
          <a:lstStyle/>
          <a:p>
            <a:r>
              <a:rPr lang="en-US" sz="1800" b="1" dirty="0">
                <a:solidFill>
                  <a:srgbClr val="030553"/>
                </a:solidFill>
                <a:effectLst/>
                <a:ea typeface="Calibri" panose="020F0502020204030204" pitchFamily="34" charset="0"/>
              </a:rPr>
              <a:t>Road Sign Directories</a:t>
            </a:r>
            <a:endParaRPr lang="en-US" dirty="0">
              <a:solidFill>
                <a:srgbClr val="030553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9B3B460-7E37-57DB-683F-AA8F3764AA87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968383" y="3397602"/>
            <a:ext cx="2227344" cy="430688"/>
          </a:xfrm>
        </p:spPr>
        <p:txBody>
          <a:bodyPr/>
          <a:lstStyle/>
          <a:p>
            <a:r>
              <a:rPr lang="en-US" dirty="0">
                <a:solidFill>
                  <a:srgbClr val="030553"/>
                </a:solidFill>
              </a:rPr>
              <a:t>Real Time Road Condition Alerts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7686A9-083D-0D40-5B10-04C6E0BF1960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solidFill>
            <a:schemeClr val="bg1">
              <a:lumMod val="85000"/>
            </a:schemeClr>
          </a:solid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030553"/>
                </a:solidFill>
                <a:latin typeface="Avenir Next LT Pro"/>
              </a:rPr>
              <a:t>Requirement Analysis</a:t>
            </a:r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03055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493EA4-ADA3-5220-BB00-52821F87DC0F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5C7AAE-A677-454A-8BDB-62A0650ACE98}" type="slidenum">
              <a:rPr kumimoji="0" lang="en-US" sz="1200" b="0" i="0" u="none" strike="noStrike" kern="1200" cap="none" spc="50" normalizeH="0" baseline="0" noProof="0" smtClean="0">
                <a:ln>
                  <a:noFill/>
                </a:ln>
                <a:solidFill>
                  <a:srgbClr val="E1C9C1">
                    <a:lumMod val="90000"/>
                  </a:srgbClr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50" normalizeH="0" baseline="0" noProof="0" dirty="0">
              <a:ln>
                <a:noFill/>
              </a:ln>
              <a:solidFill>
                <a:srgbClr val="E1C9C1">
                  <a:lumMod val="90000"/>
                </a:srgbClr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19" name="Picture Placeholder 17" descr="Tag outline">
            <a:extLst>
              <a:ext uri="{FF2B5EF4-FFF2-40B4-BE49-F238E27FC236}">
                <a16:creationId xmlns:a16="http://schemas.microsoft.com/office/drawing/2014/main" id="{81B2F699-3CAE-89D3-4DFB-698EE7A08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23900" y="4343863"/>
            <a:ext cx="685800" cy="685800"/>
          </a:xfrm>
          <a:prstGeom prst="rect">
            <a:avLst/>
          </a:prstGeom>
        </p:spPr>
      </p:pic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67DA306B-212C-6F1E-D1EF-095AD0C34DEC}"/>
              </a:ext>
            </a:extLst>
          </p:cNvPr>
          <p:cNvSpPr txBox="1">
            <a:spLocks/>
          </p:cNvSpPr>
          <p:nvPr/>
        </p:nvSpPr>
        <p:spPr>
          <a:xfrm>
            <a:off x="638460" y="5262318"/>
            <a:ext cx="2227344" cy="4306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1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30553"/>
                </a:solidFill>
              </a:rPr>
              <a:t>Crowd Reporting Interface</a:t>
            </a:r>
          </a:p>
        </p:txBody>
      </p:sp>
      <p:pic>
        <p:nvPicPr>
          <p:cNvPr id="22" name="Picture Placeholder 19" descr="Packing Box Open outline">
            <a:extLst>
              <a:ext uri="{FF2B5EF4-FFF2-40B4-BE49-F238E27FC236}">
                <a16:creationId xmlns:a16="http://schemas.microsoft.com/office/drawing/2014/main" id="{01FC05BA-67CD-C07E-2D08-FFA5319EE4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5178959" y="4376788"/>
            <a:ext cx="685800" cy="685800"/>
          </a:xfrm>
          <a:prstGeom prst="rect">
            <a:avLst/>
          </a:prstGeom>
        </p:spPr>
      </p:pic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19571A9C-F404-225C-FE8C-B521D8A97F9F}"/>
              </a:ext>
            </a:extLst>
          </p:cNvPr>
          <p:cNvSpPr txBox="1">
            <a:spLocks/>
          </p:cNvSpPr>
          <p:nvPr/>
        </p:nvSpPr>
        <p:spPr>
          <a:xfrm>
            <a:off x="5027725" y="5230094"/>
            <a:ext cx="1750761" cy="4306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1" i="0" kern="1200" spc="50" baseline="0">
                <a:solidFill>
                  <a:srgbClr val="C16548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venir Book" panose="02000503020000020003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30553"/>
                </a:solidFill>
                <a:ea typeface="Calibri" panose="020F0502020204030204" pitchFamily="34" charset="0"/>
              </a:rPr>
              <a:t>Offline Mode</a:t>
            </a:r>
            <a:endParaRPr lang="en-US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0721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 hidden="1">
            <a:extLst>
              <a:ext uri="{FF2B5EF4-FFF2-40B4-BE49-F238E27FC236}">
                <a16:creationId xmlns:a16="http://schemas.microsoft.com/office/drawing/2014/main" id="{6FF5F564-0C08-4A3C-8BAC-1FADF4594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Human resources slide 4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3DF722C9-361F-401E-AD34-54132A8436B3}"/>
              </a:ext>
            </a:extLst>
          </p:cNvPr>
          <p:cNvSpPr txBox="1"/>
          <p:nvPr/>
        </p:nvSpPr>
        <p:spPr>
          <a:xfrm>
            <a:off x="9295964" y="4467030"/>
            <a:ext cx="2853128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Emergency Service Compliance</a:t>
            </a:r>
          </a:p>
        </p:txBody>
      </p:sp>
      <p:grpSp>
        <p:nvGrpSpPr>
          <p:cNvPr id="40" name="Group 39" descr="This image is an icon of 1 person interacting with three people. ">
            <a:extLst>
              <a:ext uri="{FF2B5EF4-FFF2-40B4-BE49-F238E27FC236}">
                <a16:creationId xmlns:a16="http://schemas.microsoft.com/office/drawing/2014/main" id="{6163EC3B-1C70-4943-88AE-C995F6AF3D2D}"/>
              </a:ext>
            </a:extLst>
          </p:cNvPr>
          <p:cNvGrpSpPr/>
          <p:nvPr/>
        </p:nvGrpSpPr>
        <p:grpSpPr>
          <a:xfrm>
            <a:off x="5459412" y="1395413"/>
            <a:ext cx="1273175" cy="1271588"/>
            <a:chOff x="5459412" y="1395413"/>
            <a:chExt cx="1273175" cy="1271588"/>
          </a:xfrm>
          <a:solidFill>
            <a:srgbClr val="030553"/>
          </a:solidFill>
        </p:grpSpPr>
        <p:sp>
          <p:nvSpPr>
            <p:cNvPr id="34" name="Oval 26">
              <a:extLst>
                <a:ext uri="{FF2B5EF4-FFF2-40B4-BE49-F238E27FC236}">
                  <a16:creationId xmlns:a16="http://schemas.microsoft.com/office/drawing/2014/main" id="{BAB1D2D2-1913-4FAF-8141-A2217D47D3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59412" y="1395413"/>
              <a:ext cx="1273175" cy="1271588"/>
            </a:xfrm>
            <a:prstGeom prst="ellipse">
              <a:avLst/>
            </a:prstGeom>
            <a:grpFill/>
            <a:ln w="12700" cap="flat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14E63ABA-A2BE-460E-AEC1-558B63A0D598}"/>
                </a:ext>
              </a:extLst>
            </p:cNvPr>
            <p:cNvGrpSpPr/>
            <p:nvPr/>
          </p:nvGrpSpPr>
          <p:grpSpPr>
            <a:xfrm>
              <a:off x="5781290" y="1569642"/>
              <a:ext cx="584970" cy="674403"/>
              <a:chOff x="2686050" y="2895601"/>
              <a:chExt cx="330200" cy="346075"/>
            </a:xfrm>
            <a:grpFill/>
          </p:grpSpPr>
          <p:sp>
            <p:nvSpPr>
              <p:cNvPr id="154" name="Oval 309">
                <a:extLst>
                  <a:ext uri="{FF2B5EF4-FFF2-40B4-BE49-F238E27FC236}">
                    <a16:creationId xmlns:a16="http://schemas.microsoft.com/office/drawing/2014/main" id="{AC91C28A-AC97-43D2-BB20-485D353E83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09875" y="2895601"/>
                <a:ext cx="82550" cy="82550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5" name="Freeform 310">
                <a:extLst>
                  <a:ext uri="{FF2B5EF4-FFF2-40B4-BE49-F238E27FC236}">
                    <a16:creationId xmlns:a16="http://schemas.microsoft.com/office/drawing/2014/main" id="{307DC6B5-75A0-4610-B431-35147A890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82888" y="2978151"/>
                <a:ext cx="134938" cy="66675"/>
              </a:xfrm>
              <a:custGeom>
                <a:avLst/>
                <a:gdLst>
                  <a:gd name="T0" fmla="*/ 36 w 36"/>
                  <a:gd name="T1" fmla="*/ 18 h 18"/>
                  <a:gd name="T2" fmla="*/ 0 w 36"/>
                  <a:gd name="T3" fmla="*/ 18 h 18"/>
                  <a:gd name="T4" fmla="*/ 18 w 36"/>
                  <a:gd name="T5" fmla="*/ 0 h 18"/>
                  <a:gd name="T6" fmla="*/ 36 w 36"/>
                  <a:gd name="T7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6" h="18">
                    <a:moveTo>
                      <a:pt x="36" y="18"/>
                    </a:moveTo>
                    <a:cubicBezTo>
                      <a:pt x="0" y="18"/>
                      <a:pt x="0" y="18"/>
                      <a:pt x="0" y="18"/>
                    </a:cubicBezTo>
                    <a:cubicBezTo>
                      <a:pt x="0" y="8"/>
                      <a:pt x="8" y="0"/>
                      <a:pt x="18" y="0"/>
                    </a:cubicBezTo>
                    <a:cubicBezTo>
                      <a:pt x="28" y="0"/>
                      <a:pt x="36" y="8"/>
                      <a:pt x="36" y="18"/>
                    </a:cubicBezTo>
                    <a:close/>
                  </a:path>
                </a:pathLst>
              </a:cu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6" name="Oval 311">
                <a:extLst>
                  <a:ext uri="{FF2B5EF4-FFF2-40B4-BE49-F238E27FC236}">
                    <a16:creationId xmlns:a16="http://schemas.microsoft.com/office/drawing/2014/main" id="{16EA5084-E99D-4DD5-B478-224937E08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08275" y="3128963"/>
                <a:ext cx="60325" cy="58738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7" name="Freeform 312">
                <a:extLst>
                  <a:ext uri="{FF2B5EF4-FFF2-40B4-BE49-F238E27FC236}">
                    <a16:creationId xmlns:a16="http://schemas.microsoft.com/office/drawing/2014/main" id="{210EC1C6-3182-40F6-869F-33B0ABF22B6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686050" y="3187701"/>
                <a:ext cx="104775" cy="53975"/>
              </a:xfrm>
              <a:custGeom>
                <a:avLst/>
                <a:gdLst>
                  <a:gd name="T0" fmla="*/ 28 w 28"/>
                  <a:gd name="T1" fmla="*/ 14 h 14"/>
                  <a:gd name="T2" fmla="*/ 0 w 28"/>
                  <a:gd name="T3" fmla="*/ 14 h 14"/>
                  <a:gd name="T4" fmla="*/ 14 w 28"/>
                  <a:gd name="T5" fmla="*/ 0 h 14"/>
                  <a:gd name="T6" fmla="*/ 28 w 28"/>
                  <a:gd name="T7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8" h="14">
                    <a:moveTo>
                      <a:pt x="28" y="14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6" y="0"/>
                      <a:pt x="14" y="0"/>
                    </a:cubicBezTo>
                    <a:cubicBezTo>
                      <a:pt x="22" y="0"/>
                      <a:pt x="28" y="6"/>
                      <a:pt x="28" y="14"/>
                    </a:cubicBezTo>
                    <a:close/>
                  </a:path>
                </a:pathLst>
              </a:cu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8" name="Oval 313">
                <a:extLst>
                  <a:ext uri="{FF2B5EF4-FFF2-40B4-BE49-F238E27FC236}">
                    <a16:creationId xmlns:a16="http://schemas.microsoft.com/office/drawing/2014/main" id="{168ACDC4-22F5-4D4B-A783-44D3655B84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33700" y="3128963"/>
                <a:ext cx="60325" cy="58738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59" name="Freeform 314">
                <a:extLst>
                  <a:ext uri="{FF2B5EF4-FFF2-40B4-BE49-F238E27FC236}">
                    <a16:creationId xmlns:a16="http://schemas.microsoft.com/office/drawing/2014/main" id="{9350080E-FAD1-420D-A674-785E5FD1F3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1475" y="3187701"/>
                <a:ext cx="104775" cy="53975"/>
              </a:xfrm>
              <a:custGeom>
                <a:avLst/>
                <a:gdLst>
                  <a:gd name="T0" fmla="*/ 28 w 28"/>
                  <a:gd name="T1" fmla="*/ 14 h 14"/>
                  <a:gd name="T2" fmla="*/ 0 w 28"/>
                  <a:gd name="T3" fmla="*/ 14 h 14"/>
                  <a:gd name="T4" fmla="*/ 14 w 28"/>
                  <a:gd name="T5" fmla="*/ 0 h 14"/>
                  <a:gd name="T6" fmla="*/ 28 w 28"/>
                  <a:gd name="T7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8" h="14">
                    <a:moveTo>
                      <a:pt x="28" y="14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6" y="0"/>
                      <a:pt x="14" y="0"/>
                    </a:cubicBezTo>
                    <a:cubicBezTo>
                      <a:pt x="22" y="0"/>
                      <a:pt x="28" y="6"/>
                      <a:pt x="28" y="14"/>
                    </a:cubicBezTo>
                    <a:close/>
                  </a:path>
                </a:pathLst>
              </a:cu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0" name="Oval 315">
                <a:extLst>
                  <a:ext uri="{FF2B5EF4-FFF2-40B4-BE49-F238E27FC236}">
                    <a16:creationId xmlns:a16="http://schemas.microsoft.com/office/drawing/2014/main" id="{A3A96249-064E-4E4F-800D-F3E32321B7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33700" y="3128963"/>
                <a:ext cx="60325" cy="58738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1" name="Freeform 316">
                <a:extLst>
                  <a:ext uri="{FF2B5EF4-FFF2-40B4-BE49-F238E27FC236}">
                    <a16:creationId xmlns:a16="http://schemas.microsoft.com/office/drawing/2014/main" id="{5B0FA9F4-74E7-4069-9E66-4CD168516DB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11475" y="3187701"/>
                <a:ext cx="104775" cy="53975"/>
              </a:xfrm>
              <a:custGeom>
                <a:avLst/>
                <a:gdLst>
                  <a:gd name="T0" fmla="*/ 28 w 28"/>
                  <a:gd name="T1" fmla="*/ 14 h 14"/>
                  <a:gd name="T2" fmla="*/ 0 w 28"/>
                  <a:gd name="T3" fmla="*/ 14 h 14"/>
                  <a:gd name="T4" fmla="*/ 14 w 28"/>
                  <a:gd name="T5" fmla="*/ 0 h 14"/>
                  <a:gd name="T6" fmla="*/ 28 w 28"/>
                  <a:gd name="T7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8" h="14">
                    <a:moveTo>
                      <a:pt x="28" y="14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6" y="0"/>
                      <a:pt x="14" y="0"/>
                    </a:cubicBezTo>
                    <a:cubicBezTo>
                      <a:pt x="22" y="0"/>
                      <a:pt x="28" y="6"/>
                      <a:pt x="28" y="14"/>
                    </a:cubicBezTo>
                    <a:close/>
                  </a:path>
                </a:pathLst>
              </a:cu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2" name="Oval 317">
                <a:extLst>
                  <a:ext uri="{FF2B5EF4-FFF2-40B4-BE49-F238E27FC236}">
                    <a16:creationId xmlns:a16="http://schemas.microsoft.com/office/drawing/2014/main" id="{8B1079C4-08A2-4532-BF93-C9FBD28FC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20988" y="3128963"/>
                <a:ext cx="60325" cy="58738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3" name="Freeform 318">
                <a:extLst>
                  <a:ext uri="{FF2B5EF4-FFF2-40B4-BE49-F238E27FC236}">
                    <a16:creationId xmlns:a16="http://schemas.microsoft.com/office/drawing/2014/main" id="{D2176F15-45A0-4989-901D-43FEBC8C6CA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98763" y="3187701"/>
                <a:ext cx="104775" cy="53975"/>
              </a:xfrm>
              <a:custGeom>
                <a:avLst/>
                <a:gdLst>
                  <a:gd name="T0" fmla="*/ 28 w 28"/>
                  <a:gd name="T1" fmla="*/ 14 h 14"/>
                  <a:gd name="T2" fmla="*/ 0 w 28"/>
                  <a:gd name="T3" fmla="*/ 14 h 14"/>
                  <a:gd name="T4" fmla="*/ 14 w 28"/>
                  <a:gd name="T5" fmla="*/ 0 h 14"/>
                  <a:gd name="T6" fmla="*/ 28 w 28"/>
                  <a:gd name="T7" fmla="*/ 14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8" h="14">
                    <a:moveTo>
                      <a:pt x="28" y="14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6"/>
                      <a:pt x="6" y="0"/>
                      <a:pt x="14" y="0"/>
                    </a:cubicBezTo>
                    <a:cubicBezTo>
                      <a:pt x="22" y="0"/>
                      <a:pt x="28" y="6"/>
                      <a:pt x="28" y="14"/>
                    </a:cubicBezTo>
                    <a:close/>
                  </a:path>
                </a:pathLst>
              </a:cu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4" name="Freeform 319">
                <a:extLst>
                  <a:ext uri="{FF2B5EF4-FFF2-40B4-BE49-F238E27FC236}">
                    <a16:creationId xmlns:a16="http://schemas.microsoft.com/office/drawing/2014/main" id="{E441EEB4-0ED1-401E-BCE2-44490D0815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738438" y="3074988"/>
                <a:ext cx="225425" cy="15875"/>
              </a:xfrm>
              <a:custGeom>
                <a:avLst/>
                <a:gdLst>
                  <a:gd name="T0" fmla="*/ 0 w 142"/>
                  <a:gd name="T1" fmla="*/ 10 h 10"/>
                  <a:gd name="T2" fmla="*/ 0 w 142"/>
                  <a:gd name="T3" fmla="*/ 0 h 10"/>
                  <a:gd name="T4" fmla="*/ 142 w 142"/>
                  <a:gd name="T5" fmla="*/ 0 h 10"/>
                  <a:gd name="T6" fmla="*/ 142 w 142"/>
                  <a:gd name="T7" fmla="*/ 1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10">
                    <a:moveTo>
                      <a:pt x="0" y="10"/>
                    </a:moveTo>
                    <a:lnTo>
                      <a:pt x="0" y="0"/>
                    </a:lnTo>
                    <a:lnTo>
                      <a:pt x="142" y="0"/>
                    </a:lnTo>
                    <a:lnTo>
                      <a:pt x="142" y="10"/>
                    </a:lnTo>
                  </a:path>
                </a:pathLst>
              </a:cu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5" name="Line 320">
                <a:extLst>
                  <a:ext uri="{FF2B5EF4-FFF2-40B4-BE49-F238E27FC236}">
                    <a16:creationId xmlns:a16="http://schemas.microsoft.com/office/drawing/2014/main" id="{DE0936E5-0224-4C3C-9815-CA2E7C9781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851150" y="3044826"/>
                <a:ext cx="0" cy="46038"/>
              </a:xfrm>
              <a:prstGeom prst="lin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40" name="TextBox 339">
            <a:extLst>
              <a:ext uri="{FF2B5EF4-FFF2-40B4-BE49-F238E27FC236}">
                <a16:creationId xmlns:a16="http://schemas.microsoft.com/office/drawing/2014/main" id="{246A1BD9-59BD-467C-9A84-D6A5E4382773}"/>
              </a:ext>
            </a:extLst>
          </p:cNvPr>
          <p:cNvSpPr txBox="1"/>
          <p:nvPr/>
        </p:nvSpPr>
        <p:spPr>
          <a:xfrm>
            <a:off x="1181389" y="2522929"/>
            <a:ext cx="230238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User Consent For Local Sharing</a:t>
            </a:r>
          </a:p>
        </p:txBody>
      </p:sp>
      <p:grpSp>
        <p:nvGrpSpPr>
          <p:cNvPr id="41" name="Group 40" descr="This image is an icon of three people interacting. ">
            <a:extLst>
              <a:ext uri="{FF2B5EF4-FFF2-40B4-BE49-F238E27FC236}">
                <a16:creationId xmlns:a16="http://schemas.microsoft.com/office/drawing/2014/main" id="{7095B44D-041E-4DC3-A3B8-C4DBA721F0CF}"/>
              </a:ext>
            </a:extLst>
          </p:cNvPr>
          <p:cNvGrpSpPr/>
          <p:nvPr/>
        </p:nvGrpSpPr>
        <p:grpSpPr>
          <a:xfrm>
            <a:off x="3489325" y="2143125"/>
            <a:ext cx="1397000" cy="1397000"/>
            <a:chOff x="3438525" y="2143125"/>
            <a:chExt cx="1397000" cy="1397000"/>
          </a:xfrm>
          <a:solidFill>
            <a:srgbClr val="030553"/>
          </a:solidFill>
        </p:grpSpPr>
        <p:sp>
          <p:nvSpPr>
            <p:cNvPr id="33" name="Freeform 25">
              <a:extLst>
                <a:ext uri="{FF2B5EF4-FFF2-40B4-BE49-F238E27FC236}">
                  <a16:creationId xmlns:a16="http://schemas.microsoft.com/office/drawing/2014/main" id="{82A9CD09-E5BD-4051-A55B-752BE1EA490F}"/>
                </a:ext>
              </a:extLst>
            </p:cNvPr>
            <p:cNvSpPr>
              <a:spLocks/>
            </p:cNvSpPr>
            <p:nvPr/>
          </p:nvSpPr>
          <p:spPr bwMode="auto">
            <a:xfrm>
              <a:off x="3438525" y="2143125"/>
              <a:ext cx="1397000" cy="1397000"/>
            </a:xfrm>
            <a:custGeom>
              <a:avLst/>
              <a:gdLst>
                <a:gd name="T0" fmla="*/ 276 w 336"/>
                <a:gd name="T1" fmla="*/ 276 h 336"/>
                <a:gd name="T2" fmla="*/ 60 w 336"/>
                <a:gd name="T3" fmla="*/ 276 h 336"/>
                <a:gd name="T4" fmla="*/ 60 w 336"/>
                <a:gd name="T5" fmla="*/ 60 h 336"/>
                <a:gd name="T6" fmla="*/ 276 w 336"/>
                <a:gd name="T7" fmla="*/ 60 h 336"/>
                <a:gd name="T8" fmla="*/ 276 w 336"/>
                <a:gd name="T9" fmla="*/ 276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6" h="336">
                  <a:moveTo>
                    <a:pt x="276" y="276"/>
                  </a:moveTo>
                  <a:cubicBezTo>
                    <a:pt x="217" y="336"/>
                    <a:pt x="120" y="336"/>
                    <a:pt x="60" y="276"/>
                  </a:cubicBezTo>
                  <a:cubicBezTo>
                    <a:pt x="0" y="217"/>
                    <a:pt x="0" y="120"/>
                    <a:pt x="60" y="60"/>
                  </a:cubicBezTo>
                  <a:cubicBezTo>
                    <a:pt x="120" y="0"/>
                    <a:pt x="217" y="0"/>
                    <a:pt x="276" y="60"/>
                  </a:cubicBezTo>
                  <a:cubicBezTo>
                    <a:pt x="336" y="120"/>
                    <a:pt x="336" y="217"/>
                    <a:pt x="276" y="27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F3A32F3A-3EA3-4F6F-905C-AE7E326402EF}"/>
                </a:ext>
              </a:extLst>
            </p:cNvPr>
            <p:cNvGrpSpPr/>
            <p:nvPr/>
          </p:nvGrpSpPr>
          <p:grpSpPr>
            <a:xfrm>
              <a:off x="3810316" y="2465099"/>
              <a:ext cx="613094" cy="674403"/>
              <a:chOff x="3398838" y="2895601"/>
              <a:chExt cx="346075" cy="346075"/>
            </a:xfrm>
            <a:grpFill/>
          </p:grpSpPr>
          <p:sp>
            <p:nvSpPr>
              <p:cNvPr id="167" name="Freeform 49">
                <a:extLst>
                  <a:ext uri="{FF2B5EF4-FFF2-40B4-BE49-F238E27FC236}">
                    <a16:creationId xmlns:a16="http://schemas.microsoft.com/office/drawing/2014/main" id="{740B54FD-C512-4C4B-90F2-B8FE960277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98838" y="2986089"/>
                <a:ext cx="82550" cy="58738"/>
              </a:xfrm>
              <a:custGeom>
                <a:avLst/>
                <a:gdLst>
                  <a:gd name="T0" fmla="*/ 14 w 22"/>
                  <a:gd name="T1" fmla="*/ 0 h 16"/>
                  <a:gd name="T2" fmla="*/ 14 w 22"/>
                  <a:gd name="T3" fmla="*/ 6 h 16"/>
                  <a:gd name="T4" fmla="*/ 4 w 22"/>
                  <a:gd name="T5" fmla="*/ 9 h 16"/>
                  <a:gd name="T6" fmla="*/ 0 w 22"/>
                  <a:gd name="T7" fmla="*/ 14 h 16"/>
                  <a:gd name="T8" fmla="*/ 0 w 22"/>
                  <a:gd name="T9" fmla="*/ 16 h 16"/>
                  <a:gd name="T10" fmla="*/ 22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14" y="0"/>
                    </a:moveTo>
                    <a:cubicBezTo>
                      <a:pt x="14" y="6"/>
                      <a:pt x="14" y="6"/>
                      <a:pt x="14" y="6"/>
                    </a:cubicBezTo>
                    <a:cubicBezTo>
                      <a:pt x="4" y="9"/>
                      <a:pt x="4" y="9"/>
                      <a:pt x="4" y="9"/>
                    </a:cubicBezTo>
                    <a:cubicBezTo>
                      <a:pt x="2" y="10"/>
                      <a:pt x="0" y="12"/>
                      <a:pt x="0" y="14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22" y="16"/>
                      <a:pt x="22" y="16"/>
                      <a:pt x="22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8" name="Freeform 50">
                <a:extLst>
                  <a:ext uri="{FF2B5EF4-FFF2-40B4-BE49-F238E27FC236}">
                    <a16:creationId xmlns:a16="http://schemas.microsoft.com/office/drawing/2014/main" id="{4FDC5A8D-821C-42CD-8C45-FB309BF76A4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7101" y="2986089"/>
                <a:ext cx="82550" cy="58738"/>
              </a:xfrm>
              <a:custGeom>
                <a:avLst/>
                <a:gdLst>
                  <a:gd name="T0" fmla="*/ 8 w 22"/>
                  <a:gd name="T1" fmla="*/ 0 h 16"/>
                  <a:gd name="T2" fmla="*/ 8 w 22"/>
                  <a:gd name="T3" fmla="*/ 6 h 16"/>
                  <a:gd name="T4" fmla="*/ 18 w 22"/>
                  <a:gd name="T5" fmla="*/ 9 h 16"/>
                  <a:gd name="T6" fmla="*/ 22 w 22"/>
                  <a:gd name="T7" fmla="*/ 14 h 16"/>
                  <a:gd name="T8" fmla="*/ 22 w 22"/>
                  <a:gd name="T9" fmla="*/ 16 h 16"/>
                  <a:gd name="T10" fmla="*/ 0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8" y="0"/>
                    </a:moveTo>
                    <a:cubicBezTo>
                      <a:pt x="8" y="6"/>
                      <a:pt x="8" y="6"/>
                      <a:pt x="8" y="6"/>
                    </a:cubicBezTo>
                    <a:cubicBezTo>
                      <a:pt x="18" y="9"/>
                      <a:pt x="18" y="9"/>
                      <a:pt x="18" y="9"/>
                    </a:cubicBezTo>
                    <a:cubicBezTo>
                      <a:pt x="20" y="10"/>
                      <a:pt x="22" y="12"/>
                      <a:pt x="22" y="14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0" y="16"/>
                      <a:pt x="0" y="16"/>
                      <a:pt x="0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69" name="Oval 51">
                <a:extLst>
                  <a:ext uri="{FF2B5EF4-FFF2-40B4-BE49-F238E27FC236}">
                    <a16:creationId xmlns:a16="http://schemas.microsoft.com/office/drawing/2014/main" id="{627888DD-F7D4-4895-B336-F188BAF1D7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29001" y="2895601"/>
                <a:ext cx="90488" cy="96838"/>
              </a:xfrm>
              <a:prstGeom prst="ellips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0" name="Freeform 52">
                <a:extLst>
                  <a:ext uri="{FF2B5EF4-FFF2-40B4-BE49-F238E27FC236}">
                    <a16:creationId xmlns:a16="http://schemas.microsoft.com/office/drawing/2014/main" id="{21C53BAF-A1BD-4D9D-8C56-C5A5E296456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29001" y="2928939"/>
                <a:ext cx="90488" cy="14288"/>
              </a:xfrm>
              <a:custGeom>
                <a:avLst/>
                <a:gdLst>
                  <a:gd name="T0" fmla="*/ 24 w 24"/>
                  <a:gd name="T1" fmla="*/ 2 h 4"/>
                  <a:gd name="T2" fmla="*/ 14 w 24"/>
                  <a:gd name="T3" fmla="*/ 0 h 4"/>
                  <a:gd name="T4" fmla="*/ 0 w 24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4" h="4">
                    <a:moveTo>
                      <a:pt x="24" y="2"/>
                    </a:moveTo>
                    <a:cubicBezTo>
                      <a:pt x="22" y="4"/>
                      <a:pt x="16" y="4"/>
                      <a:pt x="14" y="0"/>
                    </a:cubicBezTo>
                    <a:cubicBezTo>
                      <a:pt x="10" y="4"/>
                      <a:pt x="3" y="4"/>
                      <a:pt x="0" y="1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1" name="Freeform 53">
                <a:extLst>
                  <a:ext uri="{FF2B5EF4-FFF2-40B4-BE49-F238E27FC236}">
                    <a16:creationId xmlns:a16="http://schemas.microsoft.com/office/drawing/2014/main" id="{B30A39F9-E915-4B71-94A4-3436CE4B98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94101" y="2986089"/>
                <a:ext cx="82550" cy="58738"/>
              </a:xfrm>
              <a:custGeom>
                <a:avLst/>
                <a:gdLst>
                  <a:gd name="T0" fmla="*/ 14 w 22"/>
                  <a:gd name="T1" fmla="*/ 0 h 16"/>
                  <a:gd name="T2" fmla="*/ 14 w 22"/>
                  <a:gd name="T3" fmla="*/ 6 h 16"/>
                  <a:gd name="T4" fmla="*/ 4 w 22"/>
                  <a:gd name="T5" fmla="*/ 9 h 16"/>
                  <a:gd name="T6" fmla="*/ 0 w 22"/>
                  <a:gd name="T7" fmla="*/ 14 h 16"/>
                  <a:gd name="T8" fmla="*/ 0 w 22"/>
                  <a:gd name="T9" fmla="*/ 16 h 16"/>
                  <a:gd name="T10" fmla="*/ 22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14" y="0"/>
                    </a:moveTo>
                    <a:cubicBezTo>
                      <a:pt x="14" y="6"/>
                      <a:pt x="14" y="6"/>
                      <a:pt x="14" y="6"/>
                    </a:cubicBezTo>
                    <a:cubicBezTo>
                      <a:pt x="4" y="9"/>
                      <a:pt x="4" y="9"/>
                      <a:pt x="4" y="9"/>
                    </a:cubicBezTo>
                    <a:cubicBezTo>
                      <a:pt x="2" y="10"/>
                      <a:pt x="0" y="12"/>
                      <a:pt x="0" y="14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22" y="16"/>
                      <a:pt x="22" y="16"/>
                      <a:pt x="22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2" name="Freeform 54">
                <a:extLst>
                  <a:ext uri="{FF2B5EF4-FFF2-40B4-BE49-F238E27FC236}">
                    <a16:creationId xmlns:a16="http://schemas.microsoft.com/office/drawing/2014/main" id="{92A91763-2FE9-4F49-81B3-F46A318882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62363" y="2986089"/>
                <a:ext cx="82550" cy="58738"/>
              </a:xfrm>
              <a:custGeom>
                <a:avLst/>
                <a:gdLst>
                  <a:gd name="T0" fmla="*/ 8 w 22"/>
                  <a:gd name="T1" fmla="*/ 0 h 16"/>
                  <a:gd name="T2" fmla="*/ 8 w 22"/>
                  <a:gd name="T3" fmla="*/ 6 h 16"/>
                  <a:gd name="T4" fmla="*/ 18 w 22"/>
                  <a:gd name="T5" fmla="*/ 9 h 16"/>
                  <a:gd name="T6" fmla="*/ 22 w 22"/>
                  <a:gd name="T7" fmla="*/ 14 h 16"/>
                  <a:gd name="T8" fmla="*/ 22 w 22"/>
                  <a:gd name="T9" fmla="*/ 16 h 16"/>
                  <a:gd name="T10" fmla="*/ 0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8" y="0"/>
                    </a:moveTo>
                    <a:cubicBezTo>
                      <a:pt x="8" y="6"/>
                      <a:pt x="8" y="6"/>
                      <a:pt x="8" y="6"/>
                    </a:cubicBezTo>
                    <a:cubicBezTo>
                      <a:pt x="18" y="9"/>
                      <a:pt x="18" y="9"/>
                      <a:pt x="18" y="9"/>
                    </a:cubicBezTo>
                    <a:cubicBezTo>
                      <a:pt x="20" y="10"/>
                      <a:pt x="22" y="12"/>
                      <a:pt x="22" y="14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0" y="16"/>
                      <a:pt x="0" y="16"/>
                      <a:pt x="0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3" name="Oval 55">
                <a:extLst>
                  <a:ext uri="{FF2B5EF4-FFF2-40B4-BE49-F238E27FC236}">
                    <a16:creationId xmlns:a16="http://schemas.microsoft.com/office/drawing/2014/main" id="{5D56157D-44A4-414B-A115-780567411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24263" y="2895601"/>
                <a:ext cx="90488" cy="96838"/>
              </a:xfrm>
              <a:prstGeom prst="ellips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4" name="Freeform 56">
                <a:extLst>
                  <a:ext uri="{FF2B5EF4-FFF2-40B4-BE49-F238E27FC236}">
                    <a16:creationId xmlns:a16="http://schemas.microsoft.com/office/drawing/2014/main" id="{62DA9A80-F152-45F5-94C2-BB31EDA3C0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4263" y="2928939"/>
                <a:ext cx="90488" cy="14288"/>
              </a:xfrm>
              <a:custGeom>
                <a:avLst/>
                <a:gdLst>
                  <a:gd name="T0" fmla="*/ 24 w 24"/>
                  <a:gd name="T1" fmla="*/ 2 h 4"/>
                  <a:gd name="T2" fmla="*/ 14 w 24"/>
                  <a:gd name="T3" fmla="*/ 0 h 4"/>
                  <a:gd name="T4" fmla="*/ 0 w 24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4" h="4">
                    <a:moveTo>
                      <a:pt x="24" y="2"/>
                    </a:moveTo>
                    <a:cubicBezTo>
                      <a:pt x="22" y="4"/>
                      <a:pt x="16" y="4"/>
                      <a:pt x="14" y="0"/>
                    </a:cubicBezTo>
                    <a:cubicBezTo>
                      <a:pt x="10" y="4"/>
                      <a:pt x="3" y="4"/>
                      <a:pt x="0" y="1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5" name="Freeform 57">
                <a:extLst>
                  <a:ext uri="{FF2B5EF4-FFF2-40B4-BE49-F238E27FC236}">
                    <a16:creationId xmlns:a16="http://schemas.microsoft.com/office/drawing/2014/main" id="{003EFD2E-CF90-4AC0-BEC7-7BC68564812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7263" y="3181351"/>
                <a:ext cx="82550" cy="60325"/>
              </a:xfrm>
              <a:custGeom>
                <a:avLst/>
                <a:gdLst>
                  <a:gd name="T0" fmla="*/ 14 w 22"/>
                  <a:gd name="T1" fmla="*/ 0 h 16"/>
                  <a:gd name="T2" fmla="*/ 14 w 22"/>
                  <a:gd name="T3" fmla="*/ 6 h 16"/>
                  <a:gd name="T4" fmla="*/ 4 w 22"/>
                  <a:gd name="T5" fmla="*/ 9 h 16"/>
                  <a:gd name="T6" fmla="*/ 0 w 22"/>
                  <a:gd name="T7" fmla="*/ 14 h 16"/>
                  <a:gd name="T8" fmla="*/ 0 w 22"/>
                  <a:gd name="T9" fmla="*/ 16 h 16"/>
                  <a:gd name="T10" fmla="*/ 22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14" y="0"/>
                    </a:moveTo>
                    <a:cubicBezTo>
                      <a:pt x="14" y="6"/>
                      <a:pt x="14" y="6"/>
                      <a:pt x="14" y="6"/>
                    </a:cubicBezTo>
                    <a:cubicBezTo>
                      <a:pt x="4" y="9"/>
                      <a:pt x="4" y="9"/>
                      <a:pt x="4" y="9"/>
                    </a:cubicBezTo>
                    <a:cubicBezTo>
                      <a:pt x="2" y="10"/>
                      <a:pt x="0" y="12"/>
                      <a:pt x="0" y="14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22" y="16"/>
                      <a:pt x="22" y="16"/>
                      <a:pt x="22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6" name="Freeform 58">
                <a:extLst>
                  <a:ext uri="{FF2B5EF4-FFF2-40B4-BE49-F238E27FC236}">
                    <a16:creationId xmlns:a16="http://schemas.microsoft.com/office/drawing/2014/main" id="{17D242C7-DED5-4760-974B-1C0C2CEDE00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3938" y="3181351"/>
                <a:ext cx="82550" cy="60325"/>
              </a:xfrm>
              <a:custGeom>
                <a:avLst/>
                <a:gdLst>
                  <a:gd name="T0" fmla="*/ 8 w 22"/>
                  <a:gd name="T1" fmla="*/ 0 h 16"/>
                  <a:gd name="T2" fmla="*/ 8 w 22"/>
                  <a:gd name="T3" fmla="*/ 6 h 16"/>
                  <a:gd name="T4" fmla="*/ 18 w 22"/>
                  <a:gd name="T5" fmla="*/ 9 h 16"/>
                  <a:gd name="T6" fmla="*/ 22 w 22"/>
                  <a:gd name="T7" fmla="*/ 14 h 16"/>
                  <a:gd name="T8" fmla="*/ 22 w 22"/>
                  <a:gd name="T9" fmla="*/ 16 h 16"/>
                  <a:gd name="T10" fmla="*/ 0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8" y="0"/>
                    </a:moveTo>
                    <a:cubicBezTo>
                      <a:pt x="8" y="6"/>
                      <a:pt x="8" y="6"/>
                      <a:pt x="8" y="6"/>
                    </a:cubicBezTo>
                    <a:cubicBezTo>
                      <a:pt x="18" y="9"/>
                      <a:pt x="18" y="9"/>
                      <a:pt x="18" y="9"/>
                    </a:cubicBezTo>
                    <a:cubicBezTo>
                      <a:pt x="20" y="10"/>
                      <a:pt x="22" y="12"/>
                      <a:pt x="22" y="14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0" y="16"/>
                      <a:pt x="0" y="16"/>
                      <a:pt x="0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7" name="Oval 59">
                <a:extLst>
                  <a:ext uri="{FF2B5EF4-FFF2-40B4-BE49-F238E27FC236}">
                    <a16:creationId xmlns:a16="http://schemas.microsoft.com/office/drawing/2014/main" id="{4029ED17-8FD3-4AF2-A688-F0EE0CED0B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27426" y="3090864"/>
                <a:ext cx="88900" cy="96838"/>
              </a:xfrm>
              <a:prstGeom prst="ellips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8" name="Freeform 60">
                <a:extLst>
                  <a:ext uri="{FF2B5EF4-FFF2-40B4-BE49-F238E27FC236}">
                    <a16:creationId xmlns:a16="http://schemas.microsoft.com/office/drawing/2014/main" id="{635ABD1D-573A-4AEB-BA17-43168A9B88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27426" y="3124201"/>
                <a:ext cx="88900" cy="15875"/>
              </a:xfrm>
              <a:custGeom>
                <a:avLst/>
                <a:gdLst>
                  <a:gd name="T0" fmla="*/ 24 w 24"/>
                  <a:gd name="T1" fmla="*/ 2 h 4"/>
                  <a:gd name="T2" fmla="*/ 14 w 24"/>
                  <a:gd name="T3" fmla="*/ 0 h 4"/>
                  <a:gd name="T4" fmla="*/ 0 w 24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4" h="4">
                    <a:moveTo>
                      <a:pt x="24" y="2"/>
                    </a:moveTo>
                    <a:cubicBezTo>
                      <a:pt x="22" y="4"/>
                      <a:pt x="16" y="4"/>
                      <a:pt x="14" y="0"/>
                    </a:cubicBezTo>
                    <a:cubicBezTo>
                      <a:pt x="10" y="4"/>
                      <a:pt x="3" y="4"/>
                      <a:pt x="0" y="1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79" name="Line 61">
                <a:extLst>
                  <a:ext uri="{FF2B5EF4-FFF2-40B4-BE49-F238E27FC236}">
                    <a16:creationId xmlns:a16="http://schemas.microsoft.com/office/drawing/2014/main" id="{5DC54740-A0D8-4879-95BC-57FB1ACC3E3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1226" y="3074989"/>
                <a:ext cx="38100" cy="38100"/>
              </a:xfrm>
              <a:prstGeom prst="lin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80" name="Line 62">
                <a:extLst>
                  <a:ext uri="{FF2B5EF4-FFF2-40B4-BE49-F238E27FC236}">
                    <a16:creationId xmlns:a16="http://schemas.microsoft.com/office/drawing/2014/main" id="{E3DB3D49-FAF6-4080-AE40-81CF5899A3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54426" y="3074989"/>
                <a:ext cx="38100" cy="38100"/>
              </a:xfrm>
              <a:prstGeom prst="lin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39" name="Group 38" descr="This image is an icon of three people interacting. ">
            <a:extLst>
              <a:ext uri="{FF2B5EF4-FFF2-40B4-BE49-F238E27FC236}">
                <a16:creationId xmlns:a16="http://schemas.microsoft.com/office/drawing/2014/main" id="{D7F5E6C2-3449-4D64-AEF0-8F9AE58743E4}"/>
              </a:ext>
            </a:extLst>
          </p:cNvPr>
          <p:cNvGrpSpPr/>
          <p:nvPr/>
        </p:nvGrpSpPr>
        <p:grpSpPr>
          <a:xfrm>
            <a:off x="7305675" y="2143125"/>
            <a:ext cx="1397000" cy="1397000"/>
            <a:chOff x="7356475" y="2143125"/>
            <a:chExt cx="1397000" cy="1397000"/>
          </a:xfrm>
          <a:solidFill>
            <a:srgbClr val="030553"/>
          </a:solidFill>
        </p:grpSpPr>
        <p:sp>
          <p:nvSpPr>
            <p:cNvPr id="35" name="Freeform 27">
              <a:extLst>
                <a:ext uri="{FF2B5EF4-FFF2-40B4-BE49-F238E27FC236}">
                  <a16:creationId xmlns:a16="http://schemas.microsoft.com/office/drawing/2014/main" id="{AAE4382C-A236-4EFC-A5CF-301D418C624F}"/>
                </a:ext>
              </a:extLst>
            </p:cNvPr>
            <p:cNvSpPr>
              <a:spLocks/>
            </p:cNvSpPr>
            <p:nvPr/>
          </p:nvSpPr>
          <p:spPr bwMode="auto">
            <a:xfrm>
              <a:off x="7356475" y="2143125"/>
              <a:ext cx="1397000" cy="1397000"/>
            </a:xfrm>
            <a:custGeom>
              <a:avLst/>
              <a:gdLst>
                <a:gd name="T0" fmla="*/ 60 w 336"/>
                <a:gd name="T1" fmla="*/ 276 h 336"/>
                <a:gd name="T2" fmla="*/ 60 w 336"/>
                <a:gd name="T3" fmla="*/ 60 h 336"/>
                <a:gd name="T4" fmla="*/ 276 w 336"/>
                <a:gd name="T5" fmla="*/ 60 h 336"/>
                <a:gd name="T6" fmla="*/ 276 w 336"/>
                <a:gd name="T7" fmla="*/ 276 h 336"/>
                <a:gd name="T8" fmla="*/ 60 w 336"/>
                <a:gd name="T9" fmla="*/ 276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36" h="336">
                  <a:moveTo>
                    <a:pt x="60" y="276"/>
                  </a:moveTo>
                  <a:cubicBezTo>
                    <a:pt x="0" y="217"/>
                    <a:pt x="0" y="120"/>
                    <a:pt x="60" y="60"/>
                  </a:cubicBezTo>
                  <a:cubicBezTo>
                    <a:pt x="120" y="0"/>
                    <a:pt x="217" y="0"/>
                    <a:pt x="276" y="60"/>
                  </a:cubicBezTo>
                  <a:cubicBezTo>
                    <a:pt x="336" y="120"/>
                    <a:pt x="336" y="217"/>
                    <a:pt x="276" y="276"/>
                  </a:cubicBezTo>
                  <a:cubicBezTo>
                    <a:pt x="217" y="336"/>
                    <a:pt x="120" y="336"/>
                    <a:pt x="60" y="27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84CDD73D-3AA4-4625-B9F5-1852145FC880}"/>
                </a:ext>
              </a:extLst>
            </p:cNvPr>
            <p:cNvGrpSpPr/>
            <p:nvPr/>
          </p:nvGrpSpPr>
          <p:grpSpPr>
            <a:xfrm>
              <a:off x="7748428" y="2465099"/>
              <a:ext cx="613094" cy="674403"/>
              <a:chOff x="3398838" y="2895601"/>
              <a:chExt cx="346075" cy="346075"/>
            </a:xfrm>
            <a:grpFill/>
          </p:grpSpPr>
          <p:sp>
            <p:nvSpPr>
              <p:cNvPr id="214" name="Freeform 49">
                <a:extLst>
                  <a:ext uri="{FF2B5EF4-FFF2-40B4-BE49-F238E27FC236}">
                    <a16:creationId xmlns:a16="http://schemas.microsoft.com/office/drawing/2014/main" id="{ABF2711F-75A7-4B4A-BF02-2652927EB6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98838" y="2986089"/>
                <a:ext cx="82550" cy="58738"/>
              </a:xfrm>
              <a:custGeom>
                <a:avLst/>
                <a:gdLst>
                  <a:gd name="T0" fmla="*/ 14 w 22"/>
                  <a:gd name="T1" fmla="*/ 0 h 16"/>
                  <a:gd name="T2" fmla="*/ 14 w 22"/>
                  <a:gd name="T3" fmla="*/ 6 h 16"/>
                  <a:gd name="T4" fmla="*/ 4 w 22"/>
                  <a:gd name="T5" fmla="*/ 9 h 16"/>
                  <a:gd name="T6" fmla="*/ 0 w 22"/>
                  <a:gd name="T7" fmla="*/ 14 h 16"/>
                  <a:gd name="T8" fmla="*/ 0 w 22"/>
                  <a:gd name="T9" fmla="*/ 16 h 16"/>
                  <a:gd name="T10" fmla="*/ 22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14" y="0"/>
                    </a:moveTo>
                    <a:cubicBezTo>
                      <a:pt x="14" y="6"/>
                      <a:pt x="14" y="6"/>
                      <a:pt x="14" y="6"/>
                    </a:cubicBezTo>
                    <a:cubicBezTo>
                      <a:pt x="4" y="9"/>
                      <a:pt x="4" y="9"/>
                      <a:pt x="4" y="9"/>
                    </a:cubicBezTo>
                    <a:cubicBezTo>
                      <a:pt x="2" y="10"/>
                      <a:pt x="0" y="12"/>
                      <a:pt x="0" y="14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22" y="16"/>
                      <a:pt x="22" y="16"/>
                      <a:pt x="22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5" name="Freeform 50">
                <a:extLst>
                  <a:ext uri="{FF2B5EF4-FFF2-40B4-BE49-F238E27FC236}">
                    <a16:creationId xmlns:a16="http://schemas.microsoft.com/office/drawing/2014/main" id="{82DE05A5-FAEC-4B16-BF1A-19901B942D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67101" y="2986089"/>
                <a:ext cx="82550" cy="58738"/>
              </a:xfrm>
              <a:custGeom>
                <a:avLst/>
                <a:gdLst>
                  <a:gd name="T0" fmla="*/ 8 w 22"/>
                  <a:gd name="T1" fmla="*/ 0 h 16"/>
                  <a:gd name="T2" fmla="*/ 8 w 22"/>
                  <a:gd name="T3" fmla="*/ 6 h 16"/>
                  <a:gd name="T4" fmla="*/ 18 w 22"/>
                  <a:gd name="T5" fmla="*/ 9 h 16"/>
                  <a:gd name="T6" fmla="*/ 22 w 22"/>
                  <a:gd name="T7" fmla="*/ 14 h 16"/>
                  <a:gd name="T8" fmla="*/ 22 w 22"/>
                  <a:gd name="T9" fmla="*/ 16 h 16"/>
                  <a:gd name="T10" fmla="*/ 0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8" y="0"/>
                    </a:moveTo>
                    <a:cubicBezTo>
                      <a:pt x="8" y="6"/>
                      <a:pt x="8" y="6"/>
                      <a:pt x="8" y="6"/>
                    </a:cubicBezTo>
                    <a:cubicBezTo>
                      <a:pt x="18" y="9"/>
                      <a:pt x="18" y="9"/>
                      <a:pt x="18" y="9"/>
                    </a:cubicBezTo>
                    <a:cubicBezTo>
                      <a:pt x="20" y="10"/>
                      <a:pt x="22" y="12"/>
                      <a:pt x="22" y="14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0" y="16"/>
                      <a:pt x="0" y="16"/>
                      <a:pt x="0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6" name="Oval 51">
                <a:extLst>
                  <a:ext uri="{FF2B5EF4-FFF2-40B4-BE49-F238E27FC236}">
                    <a16:creationId xmlns:a16="http://schemas.microsoft.com/office/drawing/2014/main" id="{0E0CD678-477B-451D-9104-A48469B394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429001" y="2895601"/>
                <a:ext cx="90488" cy="96838"/>
              </a:xfrm>
              <a:prstGeom prst="ellips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7" name="Freeform 52">
                <a:extLst>
                  <a:ext uri="{FF2B5EF4-FFF2-40B4-BE49-F238E27FC236}">
                    <a16:creationId xmlns:a16="http://schemas.microsoft.com/office/drawing/2014/main" id="{26FA0A70-D241-45F0-830E-0A67FE310B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29001" y="2928939"/>
                <a:ext cx="90488" cy="14288"/>
              </a:xfrm>
              <a:custGeom>
                <a:avLst/>
                <a:gdLst>
                  <a:gd name="T0" fmla="*/ 24 w 24"/>
                  <a:gd name="T1" fmla="*/ 2 h 4"/>
                  <a:gd name="T2" fmla="*/ 14 w 24"/>
                  <a:gd name="T3" fmla="*/ 0 h 4"/>
                  <a:gd name="T4" fmla="*/ 0 w 24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4" h="4">
                    <a:moveTo>
                      <a:pt x="24" y="2"/>
                    </a:moveTo>
                    <a:cubicBezTo>
                      <a:pt x="22" y="4"/>
                      <a:pt x="16" y="4"/>
                      <a:pt x="14" y="0"/>
                    </a:cubicBezTo>
                    <a:cubicBezTo>
                      <a:pt x="10" y="4"/>
                      <a:pt x="3" y="4"/>
                      <a:pt x="0" y="1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8" name="Freeform 53">
                <a:extLst>
                  <a:ext uri="{FF2B5EF4-FFF2-40B4-BE49-F238E27FC236}">
                    <a16:creationId xmlns:a16="http://schemas.microsoft.com/office/drawing/2014/main" id="{A59E8B52-245F-4ACF-8281-9CF552059B5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94101" y="2986089"/>
                <a:ext cx="82550" cy="58738"/>
              </a:xfrm>
              <a:custGeom>
                <a:avLst/>
                <a:gdLst>
                  <a:gd name="T0" fmla="*/ 14 w 22"/>
                  <a:gd name="T1" fmla="*/ 0 h 16"/>
                  <a:gd name="T2" fmla="*/ 14 w 22"/>
                  <a:gd name="T3" fmla="*/ 6 h 16"/>
                  <a:gd name="T4" fmla="*/ 4 w 22"/>
                  <a:gd name="T5" fmla="*/ 9 h 16"/>
                  <a:gd name="T6" fmla="*/ 0 w 22"/>
                  <a:gd name="T7" fmla="*/ 14 h 16"/>
                  <a:gd name="T8" fmla="*/ 0 w 22"/>
                  <a:gd name="T9" fmla="*/ 16 h 16"/>
                  <a:gd name="T10" fmla="*/ 22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14" y="0"/>
                    </a:moveTo>
                    <a:cubicBezTo>
                      <a:pt x="14" y="6"/>
                      <a:pt x="14" y="6"/>
                      <a:pt x="14" y="6"/>
                    </a:cubicBezTo>
                    <a:cubicBezTo>
                      <a:pt x="4" y="9"/>
                      <a:pt x="4" y="9"/>
                      <a:pt x="4" y="9"/>
                    </a:cubicBezTo>
                    <a:cubicBezTo>
                      <a:pt x="2" y="10"/>
                      <a:pt x="0" y="12"/>
                      <a:pt x="0" y="14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22" y="16"/>
                      <a:pt x="22" y="16"/>
                      <a:pt x="22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9" name="Freeform 54">
                <a:extLst>
                  <a:ext uri="{FF2B5EF4-FFF2-40B4-BE49-F238E27FC236}">
                    <a16:creationId xmlns:a16="http://schemas.microsoft.com/office/drawing/2014/main" id="{899BF9CE-E77F-4F48-9450-66E3BECCB68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62363" y="2986089"/>
                <a:ext cx="82550" cy="58738"/>
              </a:xfrm>
              <a:custGeom>
                <a:avLst/>
                <a:gdLst>
                  <a:gd name="T0" fmla="*/ 8 w 22"/>
                  <a:gd name="T1" fmla="*/ 0 h 16"/>
                  <a:gd name="T2" fmla="*/ 8 w 22"/>
                  <a:gd name="T3" fmla="*/ 6 h 16"/>
                  <a:gd name="T4" fmla="*/ 18 w 22"/>
                  <a:gd name="T5" fmla="*/ 9 h 16"/>
                  <a:gd name="T6" fmla="*/ 22 w 22"/>
                  <a:gd name="T7" fmla="*/ 14 h 16"/>
                  <a:gd name="T8" fmla="*/ 22 w 22"/>
                  <a:gd name="T9" fmla="*/ 16 h 16"/>
                  <a:gd name="T10" fmla="*/ 0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8" y="0"/>
                    </a:moveTo>
                    <a:cubicBezTo>
                      <a:pt x="8" y="6"/>
                      <a:pt x="8" y="6"/>
                      <a:pt x="8" y="6"/>
                    </a:cubicBezTo>
                    <a:cubicBezTo>
                      <a:pt x="18" y="9"/>
                      <a:pt x="18" y="9"/>
                      <a:pt x="18" y="9"/>
                    </a:cubicBezTo>
                    <a:cubicBezTo>
                      <a:pt x="20" y="10"/>
                      <a:pt x="22" y="12"/>
                      <a:pt x="22" y="14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0" y="16"/>
                      <a:pt x="0" y="16"/>
                      <a:pt x="0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0" name="Oval 55">
                <a:extLst>
                  <a:ext uri="{FF2B5EF4-FFF2-40B4-BE49-F238E27FC236}">
                    <a16:creationId xmlns:a16="http://schemas.microsoft.com/office/drawing/2014/main" id="{4BEF1ED3-5C78-40B2-8A93-4068B9D518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624263" y="2895601"/>
                <a:ext cx="90488" cy="96838"/>
              </a:xfrm>
              <a:prstGeom prst="ellips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1" name="Freeform 56">
                <a:extLst>
                  <a:ext uri="{FF2B5EF4-FFF2-40B4-BE49-F238E27FC236}">
                    <a16:creationId xmlns:a16="http://schemas.microsoft.com/office/drawing/2014/main" id="{A2AAED8D-F9E0-4ECB-9AB3-CBBAFB83B1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624263" y="2928939"/>
                <a:ext cx="90488" cy="14288"/>
              </a:xfrm>
              <a:custGeom>
                <a:avLst/>
                <a:gdLst>
                  <a:gd name="T0" fmla="*/ 24 w 24"/>
                  <a:gd name="T1" fmla="*/ 2 h 4"/>
                  <a:gd name="T2" fmla="*/ 14 w 24"/>
                  <a:gd name="T3" fmla="*/ 0 h 4"/>
                  <a:gd name="T4" fmla="*/ 0 w 24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4" h="4">
                    <a:moveTo>
                      <a:pt x="24" y="2"/>
                    </a:moveTo>
                    <a:cubicBezTo>
                      <a:pt x="22" y="4"/>
                      <a:pt x="16" y="4"/>
                      <a:pt x="14" y="0"/>
                    </a:cubicBezTo>
                    <a:cubicBezTo>
                      <a:pt x="10" y="4"/>
                      <a:pt x="3" y="4"/>
                      <a:pt x="0" y="1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2" name="Freeform 57">
                <a:extLst>
                  <a:ext uri="{FF2B5EF4-FFF2-40B4-BE49-F238E27FC236}">
                    <a16:creationId xmlns:a16="http://schemas.microsoft.com/office/drawing/2014/main" id="{6002DB15-DE43-4C77-9619-8D419321F2E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7263" y="3181351"/>
                <a:ext cx="82550" cy="60325"/>
              </a:xfrm>
              <a:custGeom>
                <a:avLst/>
                <a:gdLst>
                  <a:gd name="T0" fmla="*/ 14 w 22"/>
                  <a:gd name="T1" fmla="*/ 0 h 16"/>
                  <a:gd name="T2" fmla="*/ 14 w 22"/>
                  <a:gd name="T3" fmla="*/ 6 h 16"/>
                  <a:gd name="T4" fmla="*/ 4 w 22"/>
                  <a:gd name="T5" fmla="*/ 9 h 16"/>
                  <a:gd name="T6" fmla="*/ 0 w 22"/>
                  <a:gd name="T7" fmla="*/ 14 h 16"/>
                  <a:gd name="T8" fmla="*/ 0 w 22"/>
                  <a:gd name="T9" fmla="*/ 16 h 16"/>
                  <a:gd name="T10" fmla="*/ 22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14" y="0"/>
                    </a:moveTo>
                    <a:cubicBezTo>
                      <a:pt x="14" y="6"/>
                      <a:pt x="14" y="6"/>
                      <a:pt x="14" y="6"/>
                    </a:cubicBezTo>
                    <a:cubicBezTo>
                      <a:pt x="4" y="9"/>
                      <a:pt x="4" y="9"/>
                      <a:pt x="4" y="9"/>
                    </a:cubicBezTo>
                    <a:cubicBezTo>
                      <a:pt x="2" y="10"/>
                      <a:pt x="0" y="12"/>
                      <a:pt x="0" y="14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22" y="16"/>
                      <a:pt x="22" y="16"/>
                      <a:pt x="22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3" name="Freeform 58">
                <a:extLst>
                  <a:ext uri="{FF2B5EF4-FFF2-40B4-BE49-F238E27FC236}">
                    <a16:creationId xmlns:a16="http://schemas.microsoft.com/office/drawing/2014/main" id="{96593802-B775-42A3-AF14-F045D7024BC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63938" y="3181351"/>
                <a:ext cx="82550" cy="60325"/>
              </a:xfrm>
              <a:custGeom>
                <a:avLst/>
                <a:gdLst>
                  <a:gd name="T0" fmla="*/ 8 w 22"/>
                  <a:gd name="T1" fmla="*/ 0 h 16"/>
                  <a:gd name="T2" fmla="*/ 8 w 22"/>
                  <a:gd name="T3" fmla="*/ 6 h 16"/>
                  <a:gd name="T4" fmla="*/ 18 w 22"/>
                  <a:gd name="T5" fmla="*/ 9 h 16"/>
                  <a:gd name="T6" fmla="*/ 22 w 22"/>
                  <a:gd name="T7" fmla="*/ 14 h 16"/>
                  <a:gd name="T8" fmla="*/ 22 w 22"/>
                  <a:gd name="T9" fmla="*/ 16 h 16"/>
                  <a:gd name="T10" fmla="*/ 0 w 22"/>
                  <a:gd name="T11" fmla="*/ 16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6">
                    <a:moveTo>
                      <a:pt x="8" y="0"/>
                    </a:moveTo>
                    <a:cubicBezTo>
                      <a:pt x="8" y="6"/>
                      <a:pt x="8" y="6"/>
                      <a:pt x="8" y="6"/>
                    </a:cubicBezTo>
                    <a:cubicBezTo>
                      <a:pt x="18" y="9"/>
                      <a:pt x="18" y="9"/>
                      <a:pt x="18" y="9"/>
                    </a:cubicBezTo>
                    <a:cubicBezTo>
                      <a:pt x="20" y="10"/>
                      <a:pt x="22" y="12"/>
                      <a:pt x="22" y="14"/>
                    </a:cubicBezTo>
                    <a:cubicBezTo>
                      <a:pt x="22" y="16"/>
                      <a:pt x="22" y="16"/>
                      <a:pt x="22" y="16"/>
                    </a:cubicBezTo>
                    <a:cubicBezTo>
                      <a:pt x="0" y="16"/>
                      <a:pt x="0" y="16"/>
                      <a:pt x="0" y="16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4" name="Oval 59">
                <a:extLst>
                  <a:ext uri="{FF2B5EF4-FFF2-40B4-BE49-F238E27FC236}">
                    <a16:creationId xmlns:a16="http://schemas.microsoft.com/office/drawing/2014/main" id="{E9093A9B-C057-4965-9778-D32C3435BA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27426" y="3090864"/>
                <a:ext cx="88900" cy="96838"/>
              </a:xfrm>
              <a:prstGeom prst="ellips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5" name="Freeform 60">
                <a:extLst>
                  <a:ext uri="{FF2B5EF4-FFF2-40B4-BE49-F238E27FC236}">
                    <a16:creationId xmlns:a16="http://schemas.microsoft.com/office/drawing/2014/main" id="{25E38B6F-D336-4A2F-AB1E-5483A67114A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527426" y="3124201"/>
                <a:ext cx="88900" cy="15875"/>
              </a:xfrm>
              <a:custGeom>
                <a:avLst/>
                <a:gdLst>
                  <a:gd name="T0" fmla="*/ 24 w 24"/>
                  <a:gd name="T1" fmla="*/ 2 h 4"/>
                  <a:gd name="T2" fmla="*/ 14 w 24"/>
                  <a:gd name="T3" fmla="*/ 0 h 4"/>
                  <a:gd name="T4" fmla="*/ 0 w 24"/>
                  <a:gd name="T5" fmla="*/ 1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4" h="4">
                    <a:moveTo>
                      <a:pt x="24" y="2"/>
                    </a:moveTo>
                    <a:cubicBezTo>
                      <a:pt x="22" y="4"/>
                      <a:pt x="16" y="4"/>
                      <a:pt x="14" y="0"/>
                    </a:cubicBezTo>
                    <a:cubicBezTo>
                      <a:pt x="10" y="4"/>
                      <a:pt x="3" y="4"/>
                      <a:pt x="0" y="1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6" name="Line 61">
                <a:extLst>
                  <a:ext uri="{FF2B5EF4-FFF2-40B4-BE49-F238E27FC236}">
                    <a16:creationId xmlns:a16="http://schemas.microsoft.com/office/drawing/2014/main" id="{C97F06C5-8609-4F4A-94C8-8D52F4857B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451226" y="3074989"/>
                <a:ext cx="38100" cy="38100"/>
              </a:xfrm>
              <a:prstGeom prst="lin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27" name="Line 62">
                <a:extLst>
                  <a:ext uri="{FF2B5EF4-FFF2-40B4-BE49-F238E27FC236}">
                    <a16:creationId xmlns:a16="http://schemas.microsoft.com/office/drawing/2014/main" id="{7A7E2673-DEC0-43F1-9033-64A7A4DA55B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654426" y="3074989"/>
                <a:ext cx="38100" cy="38100"/>
              </a:xfrm>
              <a:prstGeom prst="lin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37" name="TextBox 336">
            <a:extLst>
              <a:ext uri="{FF2B5EF4-FFF2-40B4-BE49-F238E27FC236}">
                <a16:creationId xmlns:a16="http://schemas.microsoft.com/office/drawing/2014/main" id="{3380BC47-47FB-44F3-9E0B-80B83E426031}"/>
              </a:ext>
            </a:extLst>
          </p:cNvPr>
          <p:cNvSpPr txBox="1"/>
          <p:nvPr/>
        </p:nvSpPr>
        <p:spPr>
          <a:xfrm>
            <a:off x="8822339" y="2595404"/>
            <a:ext cx="2188272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Accessibility Standards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36571B2F-0463-48D1-8CC7-EA6BC8F3FB67}"/>
              </a:ext>
            </a:extLst>
          </p:cNvPr>
          <p:cNvSpPr txBox="1"/>
          <p:nvPr/>
        </p:nvSpPr>
        <p:spPr>
          <a:xfrm>
            <a:off x="173993" y="4572618"/>
            <a:ext cx="2444588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Compliance With Local Data Privacy Laws</a:t>
            </a:r>
          </a:p>
        </p:txBody>
      </p:sp>
      <p:grpSp>
        <p:nvGrpSpPr>
          <p:cNvPr id="42" name="Group 41" descr="This image is an icon of three people and a globe. ">
            <a:extLst>
              <a:ext uri="{FF2B5EF4-FFF2-40B4-BE49-F238E27FC236}">
                <a16:creationId xmlns:a16="http://schemas.microsoft.com/office/drawing/2014/main" id="{0F9B9E83-7B40-4A58-B9B6-072ADD8AF2AD}"/>
              </a:ext>
            </a:extLst>
          </p:cNvPr>
          <p:cNvGrpSpPr/>
          <p:nvPr/>
        </p:nvGrpSpPr>
        <p:grpSpPr>
          <a:xfrm>
            <a:off x="2741612" y="4162425"/>
            <a:ext cx="1271588" cy="1273175"/>
            <a:chOff x="2690812" y="4162425"/>
            <a:chExt cx="1271588" cy="1273175"/>
          </a:xfrm>
        </p:grpSpPr>
        <p:sp>
          <p:nvSpPr>
            <p:cNvPr id="32" name="Oval 24">
              <a:extLst>
                <a:ext uri="{FF2B5EF4-FFF2-40B4-BE49-F238E27FC236}">
                  <a16:creationId xmlns:a16="http://schemas.microsoft.com/office/drawing/2014/main" id="{16A34343-0998-42BB-80E4-28FB10F8BF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0812" y="4162425"/>
              <a:ext cx="1271588" cy="1273175"/>
            </a:xfrm>
            <a:prstGeom prst="ellipse">
              <a:avLst/>
            </a:prstGeom>
            <a:solidFill>
              <a:srgbClr val="030553"/>
            </a:solidFill>
            <a:ln w="12700" cap="flat">
              <a:solidFill>
                <a:srgbClr val="03055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6EF0E095-962C-4FF0-89AE-50E91D8B01BD}"/>
                </a:ext>
              </a:extLst>
            </p:cNvPr>
            <p:cNvGrpSpPr/>
            <p:nvPr/>
          </p:nvGrpSpPr>
          <p:grpSpPr>
            <a:xfrm>
              <a:off x="3011359" y="4426329"/>
              <a:ext cx="610282" cy="674403"/>
              <a:chOff x="4841875" y="2895601"/>
              <a:chExt cx="344488" cy="346075"/>
            </a:xfrm>
          </p:grpSpPr>
          <p:sp>
            <p:nvSpPr>
              <p:cNvPr id="192" name="Freeform 258">
                <a:extLst>
                  <a:ext uri="{FF2B5EF4-FFF2-40B4-BE49-F238E27FC236}">
                    <a16:creationId xmlns:a16="http://schemas.microsoft.com/office/drawing/2014/main" id="{6406E6B6-1167-46C8-948E-C5EF17DA0E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16488" y="2895601"/>
                <a:ext cx="195263" cy="195263"/>
              </a:xfrm>
              <a:custGeom>
                <a:avLst/>
                <a:gdLst>
                  <a:gd name="T0" fmla="*/ 52 w 52"/>
                  <a:gd name="T1" fmla="*/ 26 h 52"/>
                  <a:gd name="T2" fmla="*/ 26 w 52"/>
                  <a:gd name="T3" fmla="*/ 52 h 52"/>
                  <a:gd name="T4" fmla="*/ 0 w 52"/>
                  <a:gd name="T5" fmla="*/ 25 h 52"/>
                  <a:gd name="T6" fmla="*/ 25 w 52"/>
                  <a:gd name="T7" fmla="*/ 0 h 52"/>
                  <a:gd name="T8" fmla="*/ 26 w 52"/>
                  <a:gd name="T9" fmla="*/ 0 h 52"/>
                  <a:gd name="T10" fmla="*/ 52 w 52"/>
                  <a:gd name="T11" fmla="*/ 26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2" h="52">
                    <a:moveTo>
                      <a:pt x="52" y="26"/>
                    </a:moveTo>
                    <a:cubicBezTo>
                      <a:pt x="52" y="40"/>
                      <a:pt x="40" y="52"/>
                      <a:pt x="26" y="52"/>
                    </a:cubicBezTo>
                    <a:cubicBezTo>
                      <a:pt x="12" y="52"/>
                      <a:pt x="0" y="40"/>
                      <a:pt x="0" y="25"/>
                    </a:cubicBezTo>
                    <a:cubicBezTo>
                      <a:pt x="0" y="11"/>
                      <a:pt x="11" y="1"/>
                      <a:pt x="25" y="0"/>
                    </a:cubicBezTo>
                    <a:cubicBezTo>
                      <a:pt x="25" y="0"/>
                      <a:pt x="26" y="0"/>
                      <a:pt x="26" y="0"/>
                    </a:cubicBezTo>
                    <a:cubicBezTo>
                      <a:pt x="40" y="0"/>
                      <a:pt x="52" y="11"/>
                      <a:pt x="52" y="26"/>
                    </a:cubicBezTo>
                    <a:close/>
                  </a:path>
                </a:pathLst>
              </a:custGeom>
              <a:no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3" name="Freeform 259">
                <a:extLst>
                  <a:ext uri="{FF2B5EF4-FFF2-40B4-BE49-F238E27FC236}">
                    <a16:creationId xmlns:a16="http://schemas.microsoft.com/office/drawing/2014/main" id="{72ECCE91-FE4E-4D18-8094-A898EA08632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57763" y="2895601"/>
                <a:ext cx="52388" cy="195263"/>
              </a:xfrm>
              <a:custGeom>
                <a:avLst/>
                <a:gdLst>
                  <a:gd name="T0" fmla="*/ 14 w 14"/>
                  <a:gd name="T1" fmla="*/ 0 h 52"/>
                  <a:gd name="T2" fmla="*/ 14 w 14"/>
                  <a:gd name="T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14" h="52">
                    <a:moveTo>
                      <a:pt x="14" y="0"/>
                    </a:moveTo>
                    <a:cubicBezTo>
                      <a:pt x="0" y="15"/>
                      <a:pt x="0" y="34"/>
                      <a:pt x="14" y="52"/>
                    </a:cubicBezTo>
                  </a:path>
                </a:pathLst>
              </a:custGeom>
              <a:no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4" name="Freeform 260">
                <a:extLst>
                  <a:ext uri="{FF2B5EF4-FFF2-40B4-BE49-F238E27FC236}">
                    <a16:creationId xmlns:a16="http://schemas.microsoft.com/office/drawing/2014/main" id="{3548F75A-EA11-4316-A1F6-0CAEB67876F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18088" y="2895601"/>
                <a:ext cx="52388" cy="195263"/>
              </a:xfrm>
              <a:custGeom>
                <a:avLst/>
                <a:gdLst>
                  <a:gd name="T0" fmla="*/ 0 w 14"/>
                  <a:gd name="T1" fmla="*/ 0 h 52"/>
                  <a:gd name="T2" fmla="*/ 0 w 14"/>
                  <a:gd name="T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14" h="52">
                    <a:moveTo>
                      <a:pt x="0" y="0"/>
                    </a:moveTo>
                    <a:cubicBezTo>
                      <a:pt x="14" y="15"/>
                      <a:pt x="14" y="34"/>
                      <a:pt x="0" y="52"/>
                    </a:cubicBezTo>
                  </a:path>
                </a:pathLst>
              </a:custGeom>
              <a:no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5" name="Line 261">
                <a:extLst>
                  <a:ext uri="{FF2B5EF4-FFF2-40B4-BE49-F238E27FC236}">
                    <a16:creationId xmlns:a16="http://schemas.microsoft.com/office/drawing/2014/main" id="{5124F4E9-141F-499A-8EEC-1241D51B25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32363" y="3044826"/>
                <a:ext cx="165100" cy="0"/>
              </a:xfrm>
              <a:prstGeom prst="line">
                <a:avLst/>
              </a:prstGeom>
              <a:no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6" name="Line 262">
                <a:extLst>
                  <a:ext uri="{FF2B5EF4-FFF2-40B4-BE49-F238E27FC236}">
                    <a16:creationId xmlns:a16="http://schemas.microsoft.com/office/drawing/2014/main" id="{F8299F61-1975-4EE9-BAB2-3CE9A446F73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32363" y="2940051"/>
                <a:ext cx="165100" cy="0"/>
              </a:xfrm>
              <a:prstGeom prst="line">
                <a:avLst/>
              </a:prstGeom>
              <a:no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7" name="Line 263">
                <a:extLst>
                  <a:ext uri="{FF2B5EF4-FFF2-40B4-BE49-F238E27FC236}">
                    <a16:creationId xmlns:a16="http://schemas.microsoft.com/office/drawing/2014/main" id="{21DCC590-EB7E-4BE9-BE74-8FD7163D4D7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16488" y="2992438"/>
                <a:ext cx="195263" cy="0"/>
              </a:xfrm>
              <a:prstGeom prst="line">
                <a:avLst/>
              </a:prstGeom>
              <a:no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8" name="Oval 264">
                <a:extLst>
                  <a:ext uri="{FF2B5EF4-FFF2-40B4-BE49-F238E27FC236}">
                    <a16:creationId xmlns:a16="http://schemas.microsoft.com/office/drawing/2014/main" id="{9DD4333D-6A4C-43A4-873D-73945A8A3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64100" y="3105151"/>
                <a:ext cx="74613" cy="76200"/>
              </a:xfrm>
              <a:prstGeom prst="ellipse">
                <a:avLst/>
              </a:prstGeom>
              <a:no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199" name="Oval 265">
                <a:extLst>
                  <a:ext uri="{FF2B5EF4-FFF2-40B4-BE49-F238E27FC236}">
                    <a16:creationId xmlns:a16="http://schemas.microsoft.com/office/drawing/2014/main" id="{4BE9E84A-E911-4211-BBA2-3D0BE58757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6813" y="3105151"/>
                <a:ext cx="74613" cy="76200"/>
              </a:xfrm>
              <a:prstGeom prst="ellipse">
                <a:avLst/>
              </a:prstGeom>
              <a:no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0" name="Oval 266">
                <a:extLst>
                  <a:ext uri="{FF2B5EF4-FFF2-40B4-BE49-F238E27FC236}">
                    <a16:creationId xmlns:a16="http://schemas.microsoft.com/office/drawing/2014/main" id="{0ECA1A96-AB7F-46A0-88B5-FCD8885922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89525" y="3105151"/>
                <a:ext cx="74613" cy="76200"/>
              </a:xfrm>
              <a:prstGeom prst="ellipse">
                <a:avLst/>
              </a:prstGeom>
              <a:no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1" name="Freeform 267">
                <a:extLst>
                  <a:ext uri="{FF2B5EF4-FFF2-40B4-BE49-F238E27FC236}">
                    <a16:creationId xmlns:a16="http://schemas.microsoft.com/office/drawing/2014/main" id="{75E1735F-98B1-4E7B-BDDC-FE64527C3B9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41875" y="3181351"/>
                <a:ext cx="344488" cy="60325"/>
              </a:xfrm>
              <a:custGeom>
                <a:avLst/>
                <a:gdLst>
                  <a:gd name="T0" fmla="*/ 76 w 92"/>
                  <a:gd name="T1" fmla="*/ 0 h 16"/>
                  <a:gd name="T2" fmla="*/ 61 w 92"/>
                  <a:gd name="T3" fmla="*/ 11 h 16"/>
                  <a:gd name="T4" fmla="*/ 46 w 92"/>
                  <a:gd name="T5" fmla="*/ 0 h 16"/>
                  <a:gd name="T6" fmla="*/ 31 w 92"/>
                  <a:gd name="T7" fmla="*/ 11 h 16"/>
                  <a:gd name="T8" fmla="*/ 16 w 92"/>
                  <a:gd name="T9" fmla="*/ 0 h 16"/>
                  <a:gd name="T10" fmla="*/ 0 w 92"/>
                  <a:gd name="T11" fmla="*/ 16 h 16"/>
                  <a:gd name="T12" fmla="*/ 92 w 92"/>
                  <a:gd name="T13" fmla="*/ 16 h 16"/>
                  <a:gd name="T14" fmla="*/ 76 w 92"/>
                  <a:gd name="T15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2" h="16">
                    <a:moveTo>
                      <a:pt x="76" y="0"/>
                    </a:moveTo>
                    <a:cubicBezTo>
                      <a:pt x="69" y="0"/>
                      <a:pt x="63" y="4"/>
                      <a:pt x="61" y="11"/>
                    </a:cubicBezTo>
                    <a:cubicBezTo>
                      <a:pt x="59" y="4"/>
                      <a:pt x="53" y="0"/>
                      <a:pt x="46" y="0"/>
                    </a:cubicBezTo>
                    <a:cubicBezTo>
                      <a:pt x="39" y="0"/>
                      <a:pt x="33" y="4"/>
                      <a:pt x="31" y="11"/>
                    </a:cubicBezTo>
                    <a:cubicBezTo>
                      <a:pt x="29" y="4"/>
                      <a:pt x="23" y="0"/>
                      <a:pt x="16" y="0"/>
                    </a:cubicBezTo>
                    <a:cubicBezTo>
                      <a:pt x="7" y="0"/>
                      <a:pt x="0" y="8"/>
                      <a:pt x="0" y="16"/>
                    </a:cubicBezTo>
                    <a:cubicBezTo>
                      <a:pt x="92" y="16"/>
                      <a:pt x="92" y="16"/>
                      <a:pt x="92" y="16"/>
                    </a:cubicBezTo>
                    <a:cubicBezTo>
                      <a:pt x="92" y="8"/>
                      <a:pt x="85" y="0"/>
                      <a:pt x="76" y="0"/>
                    </a:cubicBezTo>
                    <a:close/>
                  </a:path>
                </a:pathLst>
              </a:custGeom>
              <a:no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27" name="Group 26" descr="This image is of a man seen from the back. ">
            <a:extLst>
              <a:ext uri="{FF2B5EF4-FFF2-40B4-BE49-F238E27FC236}">
                <a16:creationId xmlns:a16="http://schemas.microsoft.com/office/drawing/2014/main" id="{ABC2A172-1C05-4D6F-B5FB-5CEBE6B7E962}"/>
              </a:ext>
            </a:extLst>
          </p:cNvPr>
          <p:cNvGrpSpPr/>
          <p:nvPr/>
        </p:nvGrpSpPr>
        <p:grpSpPr>
          <a:xfrm>
            <a:off x="4761706" y="3127375"/>
            <a:ext cx="2668588" cy="2679700"/>
            <a:chOff x="4832350" y="3127375"/>
            <a:chExt cx="2668588" cy="26797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A113113D-0844-4CD7-B171-8F00F9D68757}"/>
                </a:ext>
              </a:extLst>
            </p:cNvPr>
            <p:cNvSpPr>
              <a:spLocks/>
            </p:cNvSpPr>
            <p:nvPr/>
          </p:nvSpPr>
          <p:spPr bwMode="auto">
            <a:xfrm>
              <a:off x="6364288" y="3810000"/>
              <a:ext cx="1004888" cy="1736725"/>
            </a:xfrm>
            <a:custGeom>
              <a:avLst/>
              <a:gdLst>
                <a:gd name="T0" fmla="*/ 82 w 175"/>
                <a:gd name="T1" fmla="*/ 75 h 303"/>
                <a:gd name="T2" fmla="*/ 172 w 175"/>
                <a:gd name="T3" fmla="*/ 242 h 303"/>
                <a:gd name="T4" fmla="*/ 103 w 175"/>
                <a:gd name="T5" fmla="*/ 242 h 303"/>
                <a:gd name="T6" fmla="*/ 49 w 175"/>
                <a:gd name="T7" fmla="*/ 89 h 303"/>
                <a:gd name="T8" fmla="*/ 22 w 175"/>
                <a:gd name="T9" fmla="*/ 67 h 303"/>
                <a:gd name="T10" fmla="*/ 7 w 175"/>
                <a:gd name="T11" fmla="*/ 36 h 303"/>
                <a:gd name="T12" fmla="*/ 23 w 175"/>
                <a:gd name="T13" fmla="*/ 36 h 303"/>
                <a:gd name="T14" fmla="*/ 35 w 175"/>
                <a:gd name="T15" fmla="*/ 54 h 303"/>
                <a:gd name="T16" fmla="*/ 8 w 175"/>
                <a:gd name="T17" fmla="*/ 5 h 303"/>
                <a:gd name="T18" fmla="*/ 30 w 175"/>
                <a:gd name="T19" fmla="*/ 21 h 303"/>
                <a:gd name="T20" fmla="*/ 51 w 175"/>
                <a:gd name="T21" fmla="*/ 25 h 303"/>
                <a:gd name="T22" fmla="*/ 70 w 175"/>
                <a:gd name="T23" fmla="*/ 49 h 303"/>
                <a:gd name="T24" fmla="*/ 82 w 175"/>
                <a:gd name="T25" fmla="*/ 75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5" h="303">
                  <a:moveTo>
                    <a:pt x="82" y="75"/>
                  </a:moveTo>
                  <a:cubicBezTo>
                    <a:pt x="82" y="75"/>
                    <a:pt x="175" y="184"/>
                    <a:pt x="172" y="242"/>
                  </a:cubicBezTo>
                  <a:cubicBezTo>
                    <a:pt x="169" y="299"/>
                    <a:pt x="126" y="303"/>
                    <a:pt x="103" y="242"/>
                  </a:cubicBezTo>
                  <a:cubicBezTo>
                    <a:pt x="81" y="180"/>
                    <a:pt x="49" y="89"/>
                    <a:pt x="49" y="89"/>
                  </a:cubicBezTo>
                  <a:cubicBezTo>
                    <a:pt x="49" y="89"/>
                    <a:pt x="27" y="74"/>
                    <a:pt x="22" y="67"/>
                  </a:cubicBezTo>
                  <a:cubicBezTo>
                    <a:pt x="17" y="61"/>
                    <a:pt x="13" y="39"/>
                    <a:pt x="7" y="36"/>
                  </a:cubicBezTo>
                  <a:cubicBezTo>
                    <a:pt x="0" y="33"/>
                    <a:pt x="12" y="26"/>
                    <a:pt x="23" y="36"/>
                  </a:cubicBezTo>
                  <a:cubicBezTo>
                    <a:pt x="33" y="46"/>
                    <a:pt x="30" y="57"/>
                    <a:pt x="35" y="54"/>
                  </a:cubicBezTo>
                  <a:cubicBezTo>
                    <a:pt x="40" y="50"/>
                    <a:pt x="8" y="10"/>
                    <a:pt x="8" y="5"/>
                  </a:cubicBezTo>
                  <a:cubicBezTo>
                    <a:pt x="9" y="0"/>
                    <a:pt x="30" y="21"/>
                    <a:pt x="30" y="21"/>
                  </a:cubicBezTo>
                  <a:cubicBezTo>
                    <a:pt x="30" y="21"/>
                    <a:pt x="44" y="19"/>
                    <a:pt x="51" y="25"/>
                  </a:cubicBezTo>
                  <a:cubicBezTo>
                    <a:pt x="58" y="30"/>
                    <a:pt x="67" y="43"/>
                    <a:pt x="70" y="49"/>
                  </a:cubicBezTo>
                  <a:cubicBezTo>
                    <a:pt x="72" y="55"/>
                    <a:pt x="75" y="66"/>
                    <a:pt x="82" y="75"/>
                  </a:cubicBezTo>
                  <a:close/>
                </a:path>
              </a:pathLst>
            </a:custGeom>
            <a:solidFill>
              <a:srgbClr val="F8F3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" name="AutoShape 3">
              <a:extLst>
                <a:ext uri="{FF2B5EF4-FFF2-40B4-BE49-F238E27FC236}">
                  <a16:creationId xmlns:a16="http://schemas.microsoft.com/office/drawing/2014/main" id="{CBAFF68D-D572-4371-A91E-AC6024B691FF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4905375" y="3141662"/>
              <a:ext cx="2479675" cy="26654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48C4C649-8470-4879-B490-47F99A11E63F}"/>
                </a:ext>
              </a:extLst>
            </p:cNvPr>
            <p:cNvSpPr>
              <a:spLocks/>
            </p:cNvSpPr>
            <p:nvPr/>
          </p:nvSpPr>
          <p:spPr bwMode="auto">
            <a:xfrm>
              <a:off x="6610350" y="4210050"/>
              <a:ext cx="752475" cy="1301750"/>
            </a:xfrm>
            <a:custGeom>
              <a:avLst/>
              <a:gdLst>
                <a:gd name="T0" fmla="*/ 36 w 131"/>
                <a:gd name="T1" fmla="*/ 0 h 227"/>
                <a:gd name="T2" fmla="*/ 0 w 131"/>
                <a:gd name="T3" fmla="*/ 22 h 227"/>
                <a:gd name="T4" fmla="*/ 94 w 131"/>
                <a:gd name="T5" fmla="*/ 215 h 227"/>
                <a:gd name="T6" fmla="*/ 130 w 131"/>
                <a:gd name="T7" fmla="*/ 168 h 227"/>
                <a:gd name="T8" fmla="*/ 36 w 131"/>
                <a:gd name="T9" fmla="*/ 0 h 2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1" h="227">
                  <a:moveTo>
                    <a:pt x="36" y="0"/>
                  </a:moveTo>
                  <a:cubicBezTo>
                    <a:pt x="36" y="0"/>
                    <a:pt x="5" y="19"/>
                    <a:pt x="0" y="22"/>
                  </a:cubicBezTo>
                  <a:cubicBezTo>
                    <a:pt x="0" y="22"/>
                    <a:pt x="64" y="203"/>
                    <a:pt x="94" y="215"/>
                  </a:cubicBezTo>
                  <a:cubicBezTo>
                    <a:pt x="124" y="227"/>
                    <a:pt x="131" y="194"/>
                    <a:pt x="130" y="168"/>
                  </a:cubicBezTo>
                  <a:cubicBezTo>
                    <a:pt x="129" y="138"/>
                    <a:pt x="99" y="55"/>
                    <a:pt x="36" y="0"/>
                  </a:cubicBezTo>
                  <a:close/>
                </a:path>
              </a:pathLst>
            </a:custGeom>
            <a:solidFill>
              <a:srgbClr val="E5E1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A6D0BE20-D8F3-4E9A-9E7A-BC6FFF63D4D3}"/>
                </a:ext>
              </a:extLst>
            </p:cNvPr>
            <p:cNvSpPr>
              <a:spLocks/>
            </p:cNvSpPr>
            <p:nvPr/>
          </p:nvSpPr>
          <p:spPr bwMode="auto">
            <a:xfrm>
              <a:off x="4883150" y="5529263"/>
              <a:ext cx="2451100" cy="257175"/>
            </a:xfrm>
            <a:custGeom>
              <a:avLst/>
              <a:gdLst>
                <a:gd name="T0" fmla="*/ 1544 w 1544"/>
                <a:gd name="T1" fmla="*/ 162 h 162"/>
                <a:gd name="T2" fmla="*/ 0 w 1544"/>
                <a:gd name="T3" fmla="*/ 162 h 162"/>
                <a:gd name="T4" fmla="*/ 156 w 1544"/>
                <a:gd name="T5" fmla="*/ 0 h 162"/>
                <a:gd name="T6" fmla="*/ 1436 w 1544"/>
                <a:gd name="T7" fmla="*/ 0 h 162"/>
                <a:gd name="T8" fmla="*/ 1544 w 1544"/>
                <a:gd name="T9" fmla="*/ 162 h 1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4" h="162">
                  <a:moveTo>
                    <a:pt x="1544" y="162"/>
                  </a:moveTo>
                  <a:lnTo>
                    <a:pt x="0" y="162"/>
                  </a:lnTo>
                  <a:lnTo>
                    <a:pt x="156" y="0"/>
                  </a:lnTo>
                  <a:lnTo>
                    <a:pt x="1436" y="0"/>
                  </a:lnTo>
                  <a:lnTo>
                    <a:pt x="1544" y="162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6FC9E0"/>
                </a:gs>
                <a:gs pos="39000">
                  <a:srgbClr val="4BC3E2"/>
                </a:gs>
                <a:gs pos="85000">
                  <a:srgbClr val="030341"/>
                </a:gs>
              </a:gsLst>
              <a:path path="circle">
                <a:fillToRect l="50000" t="130000" r="50000" b="-30000"/>
              </a:path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91E2CD51-2ACF-4F68-863C-840F1804E8B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13363" y="4187825"/>
              <a:ext cx="1520825" cy="1598613"/>
            </a:xfrm>
            <a:custGeom>
              <a:avLst/>
              <a:gdLst>
                <a:gd name="T0" fmla="*/ 265 w 265"/>
                <a:gd name="T1" fmla="*/ 279 h 279"/>
                <a:gd name="T2" fmla="*/ 25 w 265"/>
                <a:gd name="T3" fmla="*/ 279 h 279"/>
                <a:gd name="T4" fmla="*/ 20 w 265"/>
                <a:gd name="T5" fmla="*/ 234 h 279"/>
                <a:gd name="T6" fmla="*/ 20 w 265"/>
                <a:gd name="T7" fmla="*/ 230 h 279"/>
                <a:gd name="T8" fmla="*/ 13 w 265"/>
                <a:gd name="T9" fmla="*/ 171 h 279"/>
                <a:gd name="T10" fmla="*/ 11 w 265"/>
                <a:gd name="T11" fmla="*/ 150 h 279"/>
                <a:gd name="T12" fmla="*/ 10 w 265"/>
                <a:gd name="T13" fmla="*/ 129 h 279"/>
                <a:gd name="T14" fmla="*/ 10 w 265"/>
                <a:gd name="T15" fmla="*/ 34 h 279"/>
                <a:gd name="T16" fmla="*/ 10 w 265"/>
                <a:gd name="T17" fmla="*/ 34 h 279"/>
                <a:gd name="T18" fmla="*/ 65 w 265"/>
                <a:gd name="T19" fmla="*/ 17 h 279"/>
                <a:gd name="T20" fmla="*/ 86 w 265"/>
                <a:gd name="T21" fmla="*/ 1 h 279"/>
                <a:gd name="T22" fmla="*/ 131 w 265"/>
                <a:gd name="T23" fmla="*/ 3 h 279"/>
                <a:gd name="T24" fmla="*/ 132 w 265"/>
                <a:gd name="T25" fmla="*/ 3 h 279"/>
                <a:gd name="T26" fmla="*/ 132 w 265"/>
                <a:gd name="T27" fmla="*/ 3 h 279"/>
                <a:gd name="T28" fmla="*/ 133 w 265"/>
                <a:gd name="T29" fmla="*/ 3 h 279"/>
                <a:gd name="T30" fmla="*/ 169 w 265"/>
                <a:gd name="T31" fmla="*/ 12 h 279"/>
                <a:gd name="T32" fmla="*/ 170 w 265"/>
                <a:gd name="T33" fmla="*/ 13 h 279"/>
                <a:gd name="T34" fmla="*/ 170 w 265"/>
                <a:gd name="T35" fmla="*/ 13 h 279"/>
                <a:gd name="T36" fmla="*/ 171 w 265"/>
                <a:gd name="T37" fmla="*/ 26 h 279"/>
                <a:gd name="T38" fmla="*/ 197 w 265"/>
                <a:gd name="T39" fmla="*/ 31 h 279"/>
                <a:gd name="T40" fmla="*/ 201 w 265"/>
                <a:gd name="T41" fmla="*/ 32 h 279"/>
                <a:gd name="T42" fmla="*/ 251 w 265"/>
                <a:gd name="T43" fmla="*/ 105 h 279"/>
                <a:gd name="T44" fmla="*/ 255 w 265"/>
                <a:gd name="T45" fmla="*/ 151 h 279"/>
                <a:gd name="T46" fmla="*/ 259 w 265"/>
                <a:gd name="T47" fmla="*/ 192 h 279"/>
                <a:gd name="T48" fmla="*/ 262 w 265"/>
                <a:gd name="T49" fmla="*/ 234 h 279"/>
                <a:gd name="T50" fmla="*/ 264 w 265"/>
                <a:gd name="T51" fmla="*/ 266 h 279"/>
                <a:gd name="T52" fmla="*/ 264 w 265"/>
                <a:gd name="T53" fmla="*/ 266 h 279"/>
                <a:gd name="T54" fmla="*/ 265 w 265"/>
                <a:gd name="T55" fmla="*/ 279 h 27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265" h="279">
                  <a:moveTo>
                    <a:pt x="265" y="279"/>
                  </a:moveTo>
                  <a:cubicBezTo>
                    <a:pt x="25" y="279"/>
                    <a:pt x="25" y="279"/>
                    <a:pt x="25" y="279"/>
                  </a:cubicBezTo>
                  <a:cubicBezTo>
                    <a:pt x="25" y="273"/>
                    <a:pt x="23" y="256"/>
                    <a:pt x="20" y="234"/>
                  </a:cubicBezTo>
                  <a:cubicBezTo>
                    <a:pt x="20" y="232"/>
                    <a:pt x="20" y="231"/>
                    <a:pt x="20" y="230"/>
                  </a:cubicBezTo>
                  <a:cubicBezTo>
                    <a:pt x="17" y="211"/>
                    <a:pt x="15" y="191"/>
                    <a:pt x="13" y="171"/>
                  </a:cubicBezTo>
                  <a:cubicBezTo>
                    <a:pt x="13" y="164"/>
                    <a:pt x="12" y="157"/>
                    <a:pt x="11" y="150"/>
                  </a:cubicBezTo>
                  <a:cubicBezTo>
                    <a:pt x="11" y="143"/>
                    <a:pt x="11" y="136"/>
                    <a:pt x="10" y="129"/>
                  </a:cubicBezTo>
                  <a:cubicBezTo>
                    <a:pt x="8" y="78"/>
                    <a:pt x="0" y="42"/>
                    <a:pt x="10" y="34"/>
                  </a:cubicBezTo>
                  <a:cubicBezTo>
                    <a:pt x="10" y="34"/>
                    <a:pt x="10" y="34"/>
                    <a:pt x="10" y="34"/>
                  </a:cubicBezTo>
                  <a:cubicBezTo>
                    <a:pt x="19" y="26"/>
                    <a:pt x="65" y="17"/>
                    <a:pt x="65" y="17"/>
                  </a:cubicBezTo>
                  <a:cubicBezTo>
                    <a:pt x="65" y="17"/>
                    <a:pt x="70" y="2"/>
                    <a:pt x="86" y="1"/>
                  </a:cubicBezTo>
                  <a:cubicBezTo>
                    <a:pt x="102" y="0"/>
                    <a:pt x="118" y="1"/>
                    <a:pt x="131" y="3"/>
                  </a:cubicBezTo>
                  <a:cubicBezTo>
                    <a:pt x="131" y="3"/>
                    <a:pt x="132" y="3"/>
                    <a:pt x="132" y="3"/>
                  </a:cubicBezTo>
                  <a:cubicBezTo>
                    <a:pt x="132" y="3"/>
                    <a:pt x="132" y="3"/>
                    <a:pt x="132" y="3"/>
                  </a:cubicBezTo>
                  <a:cubicBezTo>
                    <a:pt x="132" y="3"/>
                    <a:pt x="133" y="3"/>
                    <a:pt x="133" y="3"/>
                  </a:cubicBezTo>
                  <a:cubicBezTo>
                    <a:pt x="152" y="6"/>
                    <a:pt x="167" y="10"/>
                    <a:pt x="169" y="12"/>
                  </a:cubicBezTo>
                  <a:cubicBezTo>
                    <a:pt x="170" y="12"/>
                    <a:pt x="170" y="13"/>
                    <a:pt x="170" y="13"/>
                  </a:cubicBezTo>
                  <a:cubicBezTo>
                    <a:pt x="170" y="13"/>
                    <a:pt x="170" y="13"/>
                    <a:pt x="170" y="13"/>
                  </a:cubicBezTo>
                  <a:cubicBezTo>
                    <a:pt x="171" y="22"/>
                    <a:pt x="171" y="26"/>
                    <a:pt x="171" y="26"/>
                  </a:cubicBezTo>
                  <a:cubicBezTo>
                    <a:pt x="171" y="26"/>
                    <a:pt x="184" y="32"/>
                    <a:pt x="197" y="31"/>
                  </a:cubicBezTo>
                  <a:cubicBezTo>
                    <a:pt x="198" y="31"/>
                    <a:pt x="199" y="31"/>
                    <a:pt x="201" y="32"/>
                  </a:cubicBezTo>
                  <a:cubicBezTo>
                    <a:pt x="216" y="35"/>
                    <a:pt x="247" y="62"/>
                    <a:pt x="251" y="105"/>
                  </a:cubicBezTo>
                  <a:cubicBezTo>
                    <a:pt x="252" y="117"/>
                    <a:pt x="254" y="133"/>
                    <a:pt x="255" y="151"/>
                  </a:cubicBezTo>
                  <a:cubicBezTo>
                    <a:pt x="256" y="164"/>
                    <a:pt x="257" y="178"/>
                    <a:pt x="259" y="192"/>
                  </a:cubicBezTo>
                  <a:cubicBezTo>
                    <a:pt x="260" y="207"/>
                    <a:pt x="261" y="221"/>
                    <a:pt x="262" y="234"/>
                  </a:cubicBezTo>
                  <a:cubicBezTo>
                    <a:pt x="263" y="246"/>
                    <a:pt x="263" y="258"/>
                    <a:pt x="264" y="266"/>
                  </a:cubicBezTo>
                  <a:cubicBezTo>
                    <a:pt x="264" y="266"/>
                    <a:pt x="264" y="266"/>
                    <a:pt x="264" y="266"/>
                  </a:cubicBezTo>
                  <a:cubicBezTo>
                    <a:pt x="264" y="272"/>
                    <a:pt x="265" y="277"/>
                    <a:pt x="265" y="279"/>
                  </a:cubicBezTo>
                  <a:close/>
                </a:path>
              </a:pathLst>
            </a:custGeom>
            <a:solidFill>
              <a:srgbClr val="E5E1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319F10DD-B9D3-4B3A-8314-9802E27DC1C4}"/>
                </a:ext>
              </a:extLst>
            </p:cNvPr>
            <p:cNvSpPr>
              <a:spLocks/>
            </p:cNvSpPr>
            <p:nvPr/>
          </p:nvSpPr>
          <p:spPr bwMode="auto">
            <a:xfrm>
              <a:off x="4832350" y="4359275"/>
              <a:ext cx="1382713" cy="1152525"/>
            </a:xfrm>
            <a:custGeom>
              <a:avLst/>
              <a:gdLst>
                <a:gd name="T0" fmla="*/ 227 w 241"/>
                <a:gd name="T1" fmla="*/ 194 h 201"/>
                <a:gd name="T2" fmla="*/ 104 w 241"/>
                <a:gd name="T3" fmla="*/ 200 h 201"/>
                <a:gd name="T4" fmla="*/ 23 w 241"/>
                <a:gd name="T5" fmla="*/ 199 h 201"/>
                <a:gd name="T6" fmla="*/ 38 w 241"/>
                <a:gd name="T7" fmla="*/ 83 h 201"/>
                <a:gd name="T8" fmla="*/ 94 w 241"/>
                <a:gd name="T9" fmla="*/ 4 h 201"/>
                <a:gd name="T10" fmla="*/ 94 w 241"/>
                <a:gd name="T11" fmla="*/ 4 h 201"/>
                <a:gd name="T12" fmla="*/ 106 w 241"/>
                <a:gd name="T13" fmla="*/ 1 h 201"/>
                <a:gd name="T14" fmla="*/ 143 w 241"/>
                <a:gd name="T15" fmla="*/ 57 h 201"/>
                <a:gd name="T16" fmla="*/ 95 w 241"/>
                <a:gd name="T17" fmla="*/ 120 h 201"/>
                <a:gd name="T18" fmla="*/ 76 w 241"/>
                <a:gd name="T19" fmla="*/ 141 h 201"/>
                <a:gd name="T20" fmla="*/ 97 w 241"/>
                <a:gd name="T21" fmla="*/ 141 h 201"/>
                <a:gd name="T22" fmla="*/ 239 w 241"/>
                <a:gd name="T23" fmla="*/ 164 h 201"/>
                <a:gd name="T24" fmla="*/ 227 w 241"/>
                <a:gd name="T25" fmla="*/ 194 h 2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41" h="201">
                  <a:moveTo>
                    <a:pt x="227" y="194"/>
                  </a:moveTo>
                  <a:cubicBezTo>
                    <a:pt x="224" y="194"/>
                    <a:pt x="160" y="198"/>
                    <a:pt x="104" y="200"/>
                  </a:cubicBezTo>
                  <a:cubicBezTo>
                    <a:pt x="66" y="201"/>
                    <a:pt x="32" y="201"/>
                    <a:pt x="23" y="199"/>
                  </a:cubicBezTo>
                  <a:cubicBezTo>
                    <a:pt x="0" y="193"/>
                    <a:pt x="5" y="167"/>
                    <a:pt x="38" y="83"/>
                  </a:cubicBezTo>
                  <a:cubicBezTo>
                    <a:pt x="59" y="29"/>
                    <a:pt x="80" y="10"/>
                    <a:pt x="94" y="4"/>
                  </a:cubicBezTo>
                  <a:cubicBezTo>
                    <a:pt x="94" y="4"/>
                    <a:pt x="94" y="4"/>
                    <a:pt x="94" y="4"/>
                  </a:cubicBezTo>
                  <a:cubicBezTo>
                    <a:pt x="101" y="0"/>
                    <a:pt x="106" y="1"/>
                    <a:pt x="106" y="1"/>
                  </a:cubicBezTo>
                  <a:cubicBezTo>
                    <a:pt x="123" y="0"/>
                    <a:pt x="145" y="42"/>
                    <a:pt x="143" y="57"/>
                  </a:cubicBezTo>
                  <a:cubicBezTo>
                    <a:pt x="142" y="66"/>
                    <a:pt x="115" y="98"/>
                    <a:pt x="95" y="120"/>
                  </a:cubicBezTo>
                  <a:cubicBezTo>
                    <a:pt x="85" y="132"/>
                    <a:pt x="76" y="141"/>
                    <a:pt x="76" y="141"/>
                  </a:cubicBezTo>
                  <a:cubicBezTo>
                    <a:pt x="76" y="141"/>
                    <a:pt x="85" y="141"/>
                    <a:pt x="97" y="141"/>
                  </a:cubicBezTo>
                  <a:cubicBezTo>
                    <a:pt x="139" y="142"/>
                    <a:pt x="228" y="145"/>
                    <a:pt x="239" y="164"/>
                  </a:cubicBezTo>
                  <a:cubicBezTo>
                    <a:pt x="241" y="169"/>
                    <a:pt x="233" y="194"/>
                    <a:pt x="227" y="194"/>
                  </a:cubicBezTo>
                  <a:close/>
                </a:path>
              </a:pathLst>
            </a:custGeom>
            <a:solidFill>
              <a:srgbClr val="E5E1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5849D18F-42AB-4436-A00E-CCB48479C93C}"/>
                </a:ext>
              </a:extLst>
            </p:cNvPr>
            <p:cNvSpPr>
              <a:spLocks/>
            </p:cNvSpPr>
            <p:nvPr/>
          </p:nvSpPr>
          <p:spPr bwMode="auto">
            <a:xfrm>
              <a:off x="6450013" y="4960938"/>
              <a:ext cx="333375" cy="750888"/>
            </a:xfrm>
            <a:custGeom>
              <a:avLst/>
              <a:gdLst>
                <a:gd name="T0" fmla="*/ 66 w 66"/>
                <a:gd name="T1" fmla="*/ 131 h 131"/>
                <a:gd name="T2" fmla="*/ 23 w 66"/>
                <a:gd name="T3" fmla="*/ 68 h 131"/>
                <a:gd name="T4" fmla="*/ 4 w 66"/>
                <a:gd name="T5" fmla="*/ 25 h 131"/>
                <a:gd name="T6" fmla="*/ 57 w 66"/>
                <a:gd name="T7" fmla="*/ 16 h 131"/>
                <a:gd name="T8" fmla="*/ 64 w 66"/>
                <a:gd name="T9" fmla="*/ 99 h 131"/>
                <a:gd name="T10" fmla="*/ 66 w 66"/>
                <a:gd name="T11" fmla="*/ 131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6" h="131">
                  <a:moveTo>
                    <a:pt x="66" y="131"/>
                  </a:moveTo>
                  <a:cubicBezTo>
                    <a:pt x="61" y="107"/>
                    <a:pt x="42" y="83"/>
                    <a:pt x="23" y="68"/>
                  </a:cubicBezTo>
                  <a:cubicBezTo>
                    <a:pt x="0" y="51"/>
                    <a:pt x="4" y="25"/>
                    <a:pt x="4" y="25"/>
                  </a:cubicBezTo>
                  <a:cubicBezTo>
                    <a:pt x="21" y="0"/>
                    <a:pt x="41" y="5"/>
                    <a:pt x="57" y="16"/>
                  </a:cubicBezTo>
                  <a:cubicBezTo>
                    <a:pt x="59" y="43"/>
                    <a:pt x="62" y="74"/>
                    <a:pt x="64" y="99"/>
                  </a:cubicBezTo>
                  <a:cubicBezTo>
                    <a:pt x="65" y="111"/>
                    <a:pt x="65" y="123"/>
                    <a:pt x="66" y="131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rgbClr val="7289F2">
                    <a:alpha val="0"/>
                  </a:srgbClr>
                </a:gs>
                <a:gs pos="26000">
                  <a:srgbClr val="7289F2">
                    <a:alpha val="54000"/>
                  </a:srgbClr>
                </a:gs>
              </a:gsLst>
              <a:lin ang="7800000" scaled="0"/>
              <a:tileRect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1D8B039-3C85-439E-9B4E-0AE3B0227E37}"/>
                </a:ext>
              </a:extLst>
            </p:cNvPr>
            <p:cNvSpPr/>
            <p:nvPr/>
          </p:nvSpPr>
          <p:spPr>
            <a:xfrm rot="20364014">
              <a:off x="6924390" y="4583236"/>
              <a:ext cx="305126" cy="641501"/>
            </a:xfrm>
            <a:custGeom>
              <a:avLst/>
              <a:gdLst>
                <a:gd name="connsiteX0" fmla="*/ 793 w 453638"/>
                <a:gd name="connsiteY0" fmla="*/ 10752 h 953733"/>
                <a:gd name="connsiteX1" fmla="*/ 331787 w 453638"/>
                <a:gd name="connsiteY1" fmla="*/ 467952 h 953733"/>
                <a:gd name="connsiteX2" fmla="*/ 436562 w 453638"/>
                <a:gd name="connsiteY2" fmla="*/ 944202 h 953733"/>
                <a:gd name="connsiteX3" fmla="*/ 793 w 453638"/>
                <a:gd name="connsiteY3" fmla="*/ 10752 h 953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3638" h="953733">
                  <a:moveTo>
                    <a:pt x="793" y="10752"/>
                  </a:moveTo>
                  <a:cubicBezTo>
                    <a:pt x="-16669" y="-68623"/>
                    <a:pt x="259159" y="312377"/>
                    <a:pt x="331787" y="467952"/>
                  </a:cubicBezTo>
                  <a:cubicBezTo>
                    <a:pt x="404415" y="623527"/>
                    <a:pt x="490934" y="1020005"/>
                    <a:pt x="436562" y="944202"/>
                  </a:cubicBezTo>
                  <a:cubicBezTo>
                    <a:pt x="382190" y="868399"/>
                    <a:pt x="18255" y="90127"/>
                    <a:pt x="793" y="10752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rgbClr val="7289F2">
                    <a:alpha val="0"/>
                  </a:srgbClr>
                </a:gs>
                <a:gs pos="26000">
                  <a:srgbClr val="7289F2">
                    <a:alpha val="54000"/>
                  </a:srgbClr>
                </a:gs>
              </a:gsLst>
              <a:lin ang="7800000" scaled="0"/>
              <a:tileRect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9C6C3AB2-1F41-4F9F-A40A-34C6948A2EEB}"/>
                </a:ext>
              </a:extLst>
            </p:cNvPr>
            <p:cNvSpPr>
              <a:spLocks/>
            </p:cNvSpPr>
            <p:nvPr/>
          </p:nvSpPr>
          <p:spPr bwMode="auto">
            <a:xfrm>
              <a:off x="6065838" y="4297363"/>
              <a:ext cx="1435100" cy="1168400"/>
            </a:xfrm>
            <a:custGeom>
              <a:avLst/>
              <a:gdLst>
                <a:gd name="T0" fmla="*/ 11 w 250"/>
                <a:gd name="T1" fmla="*/ 49 h 204"/>
                <a:gd name="T2" fmla="*/ 103 w 250"/>
                <a:gd name="T3" fmla="*/ 27 h 204"/>
                <a:gd name="T4" fmla="*/ 211 w 250"/>
                <a:gd name="T5" fmla="*/ 135 h 204"/>
                <a:gd name="T6" fmla="*/ 179 w 250"/>
                <a:gd name="T7" fmla="*/ 196 h 204"/>
                <a:gd name="T8" fmla="*/ 10 w 250"/>
                <a:gd name="T9" fmla="*/ 49 h 204"/>
                <a:gd name="T10" fmla="*/ 11 w 250"/>
                <a:gd name="T11" fmla="*/ 49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50" h="204">
                  <a:moveTo>
                    <a:pt x="11" y="49"/>
                  </a:moveTo>
                  <a:cubicBezTo>
                    <a:pt x="25" y="11"/>
                    <a:pt x="73" y="0"/>
                    <a:pt x="103" y="27"/>
                  </a:cubicBezTo>
                  <a:cubicBezTo>
                    <a:pt x="136" y="58"/>
                    <a:pt x="187" y="105"/>
                    <a:pt x="211" y="135"/>
                  </a:cubicBezTo>
                  <a:cubicBezTo>
                    <a:pt x="250" y="180"/>
                    <a:pt x="199" y="204"/>
                    <a:pt x="179" y="196"/>
                  </a:cubicBezTo>
                  <a:cubicBezTo>
                    <a:pt x="117" y="171"/>
                    <a:pt x="0" y="117"/>
                    <a:pt x="10" y="49"/>
                  </a:cubicBezTo>
                  <a:cubicBezTo>
                    <a:pt x="10" y="49"/>
                    <a:pt x="11" y="49"/>
                    <a:pt x="11" y="49"/>
                  </a:cubicBezTo>
                  <a:close/>
                </a:path>
              </a:pathLst>
            </a:custGeom>
            <a:solidFill>
              <a:srgbClr val="E5E1F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53D9C9B8-8241-4452-98F4-6F4696E0228C}"/>
                </a:ext>
              </a:extLst>
            </p:cNvPr>
            <p:cNvSpPr>
              <a:spLocks/>
            </p:cNvSpPr>
            <p:nvPr/>
          </p:nvSpPr>
          <p:spPr bwMode="auto">
            <a:xfrm>
              <a:off x="5664200" y="3127375"/>
              <a:ext cx="809625" cy="1135063"/>
            </a:xfrm>
            <a:custGeom>
              <a:avLst/>
              <a:gdLst>
                <a:gd name="T0" fmla="*/ 138 w 141"/>
                <a:gd name="T1" fmla="*/ 142 h 198"/>
                <a:gd name="T2" fmla="*/ 136 w 141"/>
                <a:gd name="T3" fmla="*/ 150 h 198"/>
                <a:gd name="T4" fmla="*/ 134 w 141"/>
                <a:gd name="T5" fmla="*/ 170 h 198"/>
                <a:gd name="T6" fmla="*/ 128 w 141"/>
                <a:gd name="T7" fmla="*/ 178 h 198"/>
                <a:gd name="T8" fmla="*/ 125 w 141"/>
                <a:gd name="T9" fmla="*/ 179 h 198"/>
                <a:gd name="T10" fmla="*/ 115 w 141"/>
                <a:gd name="T11" fmla="*/ 178 h 198"/>
                <a:gd name="T12" fmla="*/ 109 w 141"/>
                <a:gd name="T13" fmla="*/ 198 h 198"/>
                <a:gd name="T14" fmla="*/ 108 w 141"/>
                <a:gd name="T15" fmla="*/ 197 h 198"/>
                <a:gd name="T16" fmla="*/ 71 w 141"/>
                <a:gd name="T17" fmla="*/ 188 h 198"/>
                <a:gd name="T18" fmla="*/ 71 w 141"/>
                <a:gd name="T19" fmla="*/ 188 h 198"/>
                <a:gd name="T20" fmla="*/ 70 w 141"/>
                <a:gd name="T21" fmla="*/ 188 h 198"/>
                <a:gd name="T22" fmla="*/ 25 w 141"/>
                <a:gd name="T23" fmla="*/ 186 h 198"/>
                <a:gd name="T24" fmla="*/ 26 w 141"/>
                <a:gd name="T25" fmla="*/ 157 h 198"/>
                <a:gd name="T26" fmla="*/ 19 w 141"/>
                <a:gd name="T27" fmla="*/ 125 h 198"/>
                <a:gd name="T28" fmla="*/ 9 w 141"/>
                <a:gd name="T29" fmla="*/ 99 h 198"/>
                <a:gd name="T30" fmla="*/ 0 w 141"/>
                <a:gd name="T31" fmla="*/ 72 h 198"/>
                <a:gd name="T32" fmla="*/ 34 w 141"/>
                <a:gd name="T33" fmla="*/ 18 h 198"/>
                <a:gd name="T34" fmla="*/ 57 w 141"/>
                <a:gd name="T35" fmla="*/ 7 h 198"/>
                <a:gd name="T36" fmla="*/ 76 w 141"/>
                <a:gd name="T37" fmla="*/ 0 h 198"/>
                <a:gd name="T38" fmla="*/ 92 w 141"/>
                <a:gd name="T39" fmla="*/ 9 h 198"/>
                <a:gd name="T40" fmla="*/ 112 w 141"/>
                <a:gd name="T41" fmla="*/ 11 h 198"/>
                <a:gd name="T42" fmla="*/ 124 w 141"/>
                <a:gd name="T43" fmla="*/ 24 h 198"/>
                <a:gd name="T44" fmla="*/ 134 w 141"/>
                <a:gd name="T45" fmla="*/ 37 h 198"/>
                <a:gd name="T46" fmla="*/ 134 w 141"/>
                <a:gd name="T47" fmla="*/ 38 h 198"/>
                <a:gd name="T48" fmla="*/ 134 w 141"/>
                <a:gd name="T49" fmla="*/ 38 h 198"/>
                <a:gd name="T50" fmla="*/ 133 w 141"/>
                <a:gd name="T51" fmla="*/ 39 h 198"/>
                <a:gd name="T52" fmla="*/ 132 w 141"/>
                <a:gd name="T53" fmla="*/ 41 h 198"/>
                <a:gd name="T54" fmla="*/ 131 w 141"/>
                <a:gd name="T55" fmla="*/ 42 h 198"/>
                <a:gd name="T56" fmla="*/ 130 w 141"/>
                <a:gd name="T57" fmla="*/ 42 h 198"/>
                <a:gd name="T58" fmla="*/ 129 w 141"/>
                <a:gd name="T59" fmla="*/ 43 h 198"/>
                <a:gd name="T60" fmla="*/ 129 w 141"/>
                <a:gd name="T61" fmla="*/ 43 h 198"/>
                <a:gd name="T62" fmla="*/ 138 w 141"/>
                <a:gd name="T63" fmla="*/ 90 h 198"/>
                <a:gd name="T64" fmla="*/ 139 w 141"/>
                <a:gd name="T65" fmla="*/ 113 h 198"/>
                <a:gd name="T66" fmla="*/ 138 w 141"/>
                <a:gd name="T67" fmla="*/ 142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41" h="198">
                  <a:moveTo>
                    <a:pt x="138" y="142"/>
                  </a:moveTo>
                  <a:cubicBezTo>
                    <a:pt x="138" y="145"/>
                    <a:pt x="137" y="147"/>
                    <a:pt x="136" y="150"/>
                  </a:cubicBezTo>
                  <a:cubicBezTo>
                    <a:pt x="136" y="151"/>
                    <a:pt x="135" y="166"/>
                    <a:pt x="134" y="170"/>
                  </a:cubicBezTo>
                  <a:cubicBezTo>
                    <a:pt x="134" y="172"/>
                    <a:pt x="132" y="177"/>
                    <a:pt x="128" y="178"/>
                  </a:cubicBezTo>
                  <a:cubicBezTo>
                    <a:pt x="127" y="179"/>
                    <a:pt x="126" y="179"/>
                    <a:pt x="125" y="179"/>
                  </a:cubicBezTo>
                  <a:cubicBezTo>
                    <a:pt x="118" y="178"/>
                    <a:pt x="115" y="178"/>
                    <a:pt x="115" y="178"/>
                  </a:cubicBezTo>
                  <a:cubicBezTo>
                    <a:pt x="115" y="178"/>
                    <a:pt x="108" y="189"/>
                    <a:pt x="109" y="198"/>
                  </a:cubicBezTo>
                  <a:cubicBezTo>
                    <a:pt x="109" y="198"/>
                    <a:pt x="109" y="197"/>
                    <a:pt x="108" y="197"/>
                  </a:cubicBezTo>
                  <a:cubicBezTo>
                    <a:pt x="106" y="195"/>
                    <a:pt x="91" y="191"/>
                    <a:pt x="71" y="188"/>
                  </a:cubicBezTo>
                  <a:cubicBezTo>
                    <a:pt x="71" y="188"/>
                    <a:pt x="71" y="188"/>
                    <a:pt x="71" y="188"/>
                  </a:cubicBezTo>
                  <a:cubicBezTo>
                    <a:pt x="71" y="188"/>
                    <a:pt x="70" y="188"/>
                    <a:pt x="70" y="188"/>
                  </a:cubicBezTo>
                  <a:cubicBezTo>
                    <a:pt x="57" y="186"/>
                    <a:pt x="41" y="185"/>
                    <a:pt x="25" y="186"/>
                  </a:cubicBezTo>
                  <a:cubicBezTo>
                    <a:pt x="25" y="186"/>
                    <a:pt x="27" y="173"/>
                    <a:pt x="26" y="157"/>
                  </a:cubicBezTo>
                  <a:cubicBezTo>
                    <a:pt x="25" y="147"/>
                    <a:pt x="23" y="135"/>
                    <a:pt x="19" y="125"/>
                  </a:cubicBezTo>
                  <a:cubicBezTo>
                    <a:pt x="15" y="116"/>
                    <a:pt x="12" y="107"/>
                    <a:pt x="9" y="99"/>
                  </a:cubicBezTo>
                  <a:cubicBezTo>
                    <a:pt x="4" y="84"/>
                    <a:pt x="0" y="73"/>
                    <a:pt x="0" y="72"/>
                  </a:cubicBezTo>
                  <a:cubicBezTo>
                    <a:pt x="0" y="71"/>
                    <a:pt x="4" y="33"/>
                    <a:pt x="34" y="18"/>
                  </a:cubicBezTo>
                  <a:cubicBezTo>
                    <a:pt x="34" y="18"/>
                    <a:pt x="49" y="6"/>
                    <a:pt x="57" y="7"/>
                  </a:cubicBezTo>
                  <a:cubicBezTo>
                    <a:pt x="66" y="8"/>
                    <a:pt x="72" y="0"/>
                    <a:pt x="76" y="0"/>
                  </a:cubicBezTo>
                  <a:cubicBezTo>
                    <a:pt x="80" y="0"/>
                    <a:pt x="85" y="7"/>
                    <a:pt x="92" y="9"/>
                  </a:cubicBezTo>
                  <a:cubicBezTo>
                    <a:pt x="100" y="12"/>
                    <a:pt x="107" y="7"/>
                    <a:pt x="112" y="11"/>
                  </a:cubicBezTo>
                  <a:cubicBezTo>
                    <a:pt x="116" y="14"/>
                    <a:pt x="121" y="24"/>
                    <a:pt x="124" y="24"/>
                  </a:cubicBezTo>
                  <a:cubicBezTo>
                    <a:pt x="127" y="24"/>
                    <a:pt x="136" y="31"/>
                    <a:pt x="134" y="37"/>
                  </a:cubicBezTo>
                  <a:cubicBezTo>
                    <a:pt x="134" y="38"/>
                    <a:pt x="134" y="38"/>
                    <a:pt x="134" y="38"/>
                  </a:cubicBezTo>
                  <a:cubicBezTo>
                    <a:pt x="134" y="38"/>
                    <a:pt x="134" y="38"/>
                    <a:pt x="134" y="38"/>
                  </a:cubicBezTo>
                  <a:cubicBezTo>
                    <a:pt x="134" y="39"/>
                    <a:pt x="134" y="39"/>
                    <a:pt x="133" y="39"/>
                  </a:cubicBezTo>
                  <a:cubicBezTo>
                    <a:pt x="133" y="40"/>
                    <a:pt x="133" y="40"/>
                    <a:pt x="132" y="41"/>
                  </a:cubicBezTo>
                  <a:cubicBezTo>
                    <a:pt x="132" y="41"/>
                    <a:pt x="131" y="41"/>
                    <a:pt x="131" y="42"/>
                  </a:cubicBezTo>
                  <a:cubicBezTo>
                    <a:pt x="131" y="42"/>
                    <a:pt x="130" y="42"/>
                    <a:pt x="130" y="42"/>
                  </a:cubicBezTo>
                  <a:cubicBezTo>
                    <a:pt x="130" y="43"/>
                    <a:pt x="130" y="43"/>
                    <a:pt x="129" y="43"/>
                  </a:cubicBezTo>
                  <a:cubicBezTo>
                    <a:pt x="129" y="43"/>
                    <a:pt x="129" y="43"/>
                    <a:pt x="129" y="43"/>
                  </a:cubicBezTo>
                  <a:cubicBezTo>
                    <a:pt x="129" y="43"/>
                    <a:pt x="139" y="82"/>
                    <a:pt x="138" y="90"/>
                  </a:cubicBezTo>
                  <a:cubicBezTo>
                    <a:pt x="138" y="97"/>
                    <a:pt x="137" y="106"/>
                    <a:pt x="139" y="113"/>
                  </a:cubicBezTo>
                  <a:cubicBezTo>
                    <a:pt x="141" y="118"/>
                    <a:pt x="141" y="129"/>
                    <a:pt x="138" y="142"/>
                  </a:cubicBezTo>
                  <a:close/>
                </a:path>
              </a:pathLst>
            </a:custGeom>
            <a:solidFill>
              <a:srgbClr val="F8F3F7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104737AB-59A7-4247-842C-6F97799DA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5664200" y="3127375"/>
              <a:ext cx="781050" cy="900113"/>
            </a:xfrm>
            <a:custGeom>
              <a:avLst/>
              <a:gdLst>
                <a:gd name="T0" fmla="*/ 134 w 136"/>
                <a:gd name="T1" fmla="*/ 37 h 157"/>
                <a:gd name="T2" fmla="*/ 134 w 136"/>
                <a:gd name="T3" fmla="*/ 38 h 157"/>
                <a:gd name="T4" fmla="*/ 134 w 136"/>
                <a:gd name="T5" fmla="*/ 38 h 157"/>
                <a:gd name="T6" fmla="*/ 133 w 136"/>
                <a:gd name="T7" fmla="*/ 39 h 157"/>
                <a:gd name="T8" fmla="*/ 132 w 136"/>
                <a:gd name="T9" fmla="*/ 41 h 157"/>
                <a:gd name="T10" fmla="*/ 129 w 136"/>
                <a:gd name="T11" fmla="*/ 43 h 157"/>
                <a:gd name="T12" fmla="*/ 129 w 136"/>
                <a:gd name="T13" fmla="*/ 43 h 157"/>
                <a:gd name="T14" fmla="*/ 127 w 136"/>
                <a:gd name="T15" fmla="*/ 79 h 157"/>
                <a:gd name="T16" fmla="*/ 97 w 136"/>
                <a:gd name="T17" fmla="*/ 111 h 157"/>
                <a:gd name="T18" fmla="*/ 85 w 136"/>
                <a:gd name="T19" fmla="*/ 140 h 157"/>
                <a:gd name="T20" fmla="*/ 85 w 136"/>
                <a:gd name="T21" fmla="*/ 157 h 157"/>
                <a:gd name="T22" fmla="*/ 26 w 136"/>
                <a:gd name="T23" fmla="*/ 157 h 157"/>
                <a:gd name="T24" fmla="*/ 19 w 136"/>
                <a:gd name="T25" fmla="*/ 125 h 157"/>
                <a:gd name="T26" fmla="*/ 9 w 136"/>
                <a:gd name="T27" fmla="*/ 99 h 157"/>
                <a:gd name="T28" fmla="*/ 0 w 136"/>
                <a:gd name="T29" fmla="*/ 72 h 157"/>
                <a:gd name="T30" fmla="*/ 34 w 136"/>
                <a:gd name="T31" fmla="*/ 18 h 157"/>
                <a:gd name="T32" fmla="*/ 57 w 136"/>
                <a:gd name="T33" fmla="*/ 7 h 157"/>
                <a:gd name="T34" fmla="*/ 76 w 136"/>
                <a:gd name="T35" fmla="*/ 0 h 157"/>
                <a:gd name="T36" fmla="*/ 92 w 136"/>
                <a:gd name="T37" fmla="*/ 9 h 157"/>
                <a:gd name="T38" fmla="*/ 112 w 136"/>
                <a:gd name="T39" fmla="*/ 11 h 157"/>
                <a:gd name="T40" fmla="*/ 124 w 136"/>
                <a:gd name="T41" fmla="*/ 24 h 157"/>
                <a:gd name="T42" fmla="*/ 134 w 136"/>
                <a:gd name="T43" fmla="*/ 37 h 1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36" h="157">
                  <a:moveTo>
                    <a:pt x="134" y="37"/>
                  </a:moveTo>
                  <a:cubicBezTo>
                    <a:pt x="134" y="38"/>
                    <a:pt x="134" y="38"/>
                    <a:pt x="134" y="38"/>
                  </a:cubicBezTo>
                  <a:cubicBezTo>
                    <a:pt x="134" y="38"/>
                    <a:pt x="134" y="38"/>
                    <a:pt x="134" y="38"/>
                  </a:cubicBezTo>
                  <a:cubicBezTo>
                    <a:pt x="134" y="39"/>
                    <a:pt x="134" y="39"/>
                    <a:pt x="133" y="39"/>
                  </a:cubicBezTo>
                  <a:cubicBezTo>
                    <a:pt x="133" y="40"/>
                    <a:pt x="133" y="40"/>
                    <a:pt x="132" y="41"/>
                  </a:cubicBezTo>
                  <a:cubicBezTo>
                    <a:pt x="131" y="42"/>
                    <a:pt x="130" y="43"/>
                    <a:pt x="129" y="43"/>
                  </a:cubicBezTo>
                  <a:cubicBezTo>
                    <a:pt x="129" y="43"/>
                    <a:pt x="129" y="43"/>
                    <a:pt x="129" y="43"/>
                  </a:cubicBezTo>
                  <a:cubicBezTo>
                    <a:pt x="127" y="79"/>
                    <a:pt x="127" y="79"/>
                    <a:pt x="127" y="79"/>
                  </a:cubicBezTo>
                  <a:cubicBezTo>
                    <a:pt x="97" y="111"/>
                    <a:pt x="97" y="111"/>
                    <a:pt x="97" y="111"/>
                  </a:cubicBezTo>
                  <a:cubicBezTo>
                    <a:pt x="89" y="119"/>
                    <a:pt x="85" y="129"/>
                    <a:pt x="85" y="140"/>
                  </a:cubicBezTo>
                  <a:cubicBezTo>
                    <a:pt x="85" y="157"/>
                    <a:pt x="85" y="157"/>
                    <a:pt x="85" y="157"/>
                  </a:cubicBezTo>
                  <a:cubicBezTo>
                    <a:pt x="26" y="157"/>
                    <a:pt x="26" y="157"/>
                    <a:pt x="26" y="157"/>
                  </a:cubicBezTo>
                  <a:cubicBezTo>
                    <a:pt x="25" y="147"/>
                    <a:pt x="23" y="135"/>
                    <a:pt x="19" y="125"/>
                  </a:cubicBezTo>
                  <a:cubicBezTo>
                    <a:pt x="15" y="116"/>
                    <a:pt x="12" y="107"/>
                    <a:pt x="9" y="99"/>
                  </a:cubicBezTo>
                  <a:cubicBezTo>
                    <a:pt x="4" y="84"/>
                    <a:pt x="0" y="73"/>
                    <a:pt x="0" y="72"/>
                  </a:cubicBezTo>
                  <a:cubicBezTo>
                    <a:pt x="0" y="71"/>
                    <a:pt x="4" y="33"/>
                    <a:pt x="34" y="18"/>
                  </a:cubicBezTo>
                  <a:cubicBezTo>
                    <a:pt x="34" y="18"/>
                    <a:pt x="49" y="6"/>
                    <a:pt x="57" y="7"/>
                  </a:cubicBezTo>
                  <a:cubicBezTo>
                    <a:pt x="66" y="8"/>
                    <a:pt x="72" y="0"/>
                    <a:pt x="76" y="0"/>
                  </a:cubicBezTo>
                  <a:cubicBezTo>
                    <a:pt x="80" y="0"/>
                    <a:pt x="85" y="7"/>
                    <a:pt x="92" y="9"/>
                  </a:cubicBezTo>
                  <a:cubicBezTo>
                    <a:pt x="100" y="12"/>
                    <a:pt x="107" y="7"/>
                    <a:pt x="112" y="11"/>
                  </a:cubicBezTo>
                  <a:cubicBezTo>
                    <a:pt x="116" y="14"/>
                    <a:pt x="121" y="24"/>
                    <a:pt x="124" y="24"/>
                  </a:cubicBezTo>
                  <a:cubicBezTo>
                    <a:pt x="127" y="24"/>
                    <a:pt x="136" y="31"/>
                    <a:pt x="134" y="37"/>
                  </a:cubicBezTo>
                  <a:close/>
                </a:path>
              </a:pathLst>
            </a:custGeom>
            <a:gradFill>
              <a:gsLst>
                <a:gs pos="75000">
                  <a:srgbClr val="F7BDBB"/>
                </a:gs>
                <a:gs pos="100000">
                  <a:srgbClr val="F7BDBB">
                    <a:alpha val="0"/>
                  </a:srgbClr>
                </a:gs>
              </a:gsLst>
              <a:lin ang="540000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A4EE508E-C139-4549-AD46-4E5E82F754BB}"/>
                </a:ext>
              </a:extLst>
            </p:cNvPr>
            <p:cNvSpPr>
              <a:spLocks/>
            </p:cNvSpPr>
            <p:nvPr/>
          </p:nvSpPr>
          <p:spPr bwMode="auto">
            <a:xfrm>
              <a:off x="5664200" y="3127375"/>
              <a:ext cx="781050" cy="566738"/>
            </a:xfrm>
            <a:custGeom>
              <a:avLst/>
              <a:gdLst>
                <a:gd name="T0" fmla="*/ 134 w 136"/>
                <a:gd name="T1" fmla="*/ 37 h 99"/>
                <a:gd name="T2" fmla="*/ 134 w 136"/>
                <a:gd name="T3" fmla="*/ 38 h 99"/>
                <a:gd name="T4" fmla="*/ 134 w 136"/>
                <a:gd name="T5" fmla="*/ 38 h 99"/>
                <a:gd name="T6" fmla="*/ 133 w 136"/>
                <a:gd name="T7" fmla="*/ 39 h 99"/>
                <a:gd name="T8" fmla="*/ 132 w 136"/>
                <a:gd name="T9" fmla="*/ 41 h 99"/>
                <a:gd name="T10" fmla="*/ 131 w 136"/>
                <a:gd name="T11" fmla="*/ 42 h 99"/>
                <a:gd name="T12" fmla="*/ 130 w 136"/>
                <a:gd name="T13" fmla="*/ 42 h 99"/>
                <a:gd name="T14" fmla="*/ 129 w 136"/>
                <a:gd name="T15" fmla="*/ 43 h 99"/>
                <a:gd name="T16" fmla="*/ 129 w 136"/>
                <a:gd name="T17" fmla="*/ 43 h 99"/>
                <a:gd name="T18" fmla="*/ 72 w 136"/>
                <a:gd name="T19" fmla="*/ 96 h 99"/>
                <a:gd name="T20" fmla="*/ 70 w 136"/>
                <a:gd name="T21" fmla="*/ 99 h 99"/>
                <a:gd name="T22" fmla="*/ 9 w 136"/>
                <a:gd name="T23" fmla="*/ 99 h 99"/>
                <a:gd name="T24" fmla="*/ 0 w 136"/>
                <a:gd name="T25" fmla="*/ 72 h 99"/>
                <a:gd name="T26" fmla="*/ 34 w 136"/>
                <a:gd name="T27" fmla="*/ 18 h 99"/>
                <a:gd name="T28" fmla="*/ 57 w 136"/>
                <a:gd name="T29" fmla="*/ 7 h 99"/>
                <a:gd name="T30" fmla="*/ 76 w 136"/>
                <a:gd name="T31" fmla="*/ 0 h 99"/>
                <a:gd name="T32" fmla="*/ 92 w 136"/>
                <a:gd name="T33" fmla="*/ 9 h 99"/>
                <a:gd name="T34" fmla="*/ 112 w 136"/>
                <a:gd name="T35" fmla="*/ 11 h 99"/>
                <a:gd name="T36" fmla="*/ 124 w 136"/>
                <a:gd name="T37" fmla="*/ 24 h 99"/>
                <a:gd name="T38" fmla="*/ 134 w 136"/>
                <a:gd name="T39" fmla="*/ 37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6" h="99">
                  <a:moveTo>
                    <a:pt x="134" y="37"/>
                  </a:moveTo>
                  <a:cubicBezTo>
                    <a:pt x="134" y="38"/>
                    <a:pt x="134" y="38"/>
                    <a:pt x="134" y="38"/>
                  </a:cubicBezTo>
                  <a:cubicBezTo>
                    <a:pt x="134" y="38"/>
                    <a:pt x="134" y="38"/>
                    <a:pt x="134" y="38"/>
                  </a:cubicBezTo>
                  <a:cubicBezTo>
                    <a:pt x="134" y="39"/>
                    <a:pt x="134" y="39"/>
                    <a:pt x="133" y="39"/>
                  </a:cubicBezTo>
                  <a:cubicBezTo>
                    <a:pt x="133" y="40"/>
                    <a:pt x="133" y="40"/>
                    <a:pt x="132" y="41"/>
                  </a:cubicBezTo>
                  <a:cubicBezTo>
                    <a:pt x="132" y="41"/>
                    <a:pt x="131" y="41"/>
                    <a:pt x="131" y="42"/>
                  </a:cubicBezTo>
                  <a:cubicBezTo>
                    <a:pt x="131" y="42"/>
                    <a:pt x="130" y="42"/>
                    <a:pt x="130" y="42"/>
                  </a:cubicBezTo>
                  <a:cubicBezTo>
                    <a:pt x="130" y="43"/>
                    <a:pt x="130" y="43"/>
                    <a:pt x="129" y="43"/>
                  </a:cubicBezTo>
                  <a:cubicBezTo>
                    <a:pt x="129" y="43"/>
                    <a:pt x="129" y="43"/>
                    <a:pt x="129" y="43"/>
                  </a:cubicBezTo>
                  <a:cubicBezTo>
                    <a:pt x="124" y="45"/>
                    <a:pt x="107" y="51"/>
                    <a:pt x="72" y="96"/>
                  </a:cubicBezTo>
                  <a:cubicBezTo>
                    <a:pt x="72" y="97"/>
                    <a:pt x="71" y="98"/>
                    <a:pt x="70" y="99"/>
                  </a:cubicBezTo>
                  <a:cubicBezTo>
                    <a:pt x="9" y="99"/>
                    <a:pt x="9" y="99"/>
                    <a:pt x="9" y="99"/>
                  </a:cubicBezTo>
                  <a:cubicBezTo>
                    <a:pt x="4" y="84"/>
                    <a:pt x="0" y="73"/>
                    <a:pt x="0" y="72"/>
                  </a:cubicBezTo>
                  <a:cubicBezTo>
                    <a:pt x="0" y="71"/>
                    <a:pt x="4" y="33"/>
                    <a:pt x="34" y="18"/>
                  </a:cubicBezTo>
                  <a:cubicBezTo>
                    <a:pt x="34" y="18"/>
                    <a:pt x="49" y="6"/>
                    <a:pt x="57" y="7"/>
                  </a:cubicBezTo>
                  <a:cubicBezTo>
                    <a:pt x="66" y="8"/>
                    <a:pt x="72" y="0"/>
                    <a:pt x="76" y="0"/>
                  </a:cubicBezTo>
                  <a:cubicBezTo>
                    <a:pt x="80" y="0"/>
                    <a:pt x="85" y="7"/>
                    <a:pt x="92" y="9"/>
                  </a:cubicBezTo>
                  <a:cubicBezTo>
                    <a:pt x="100" y="12"/>
                    <a:pt x="107" y="7"/>
                    <a:pt x="112" y="11"/>
                  </a:cubicBezTo>
                  <a:cubicBezTo>
                    <a:pt x="116" y="14"/>
                    <a:pt x="121" y="24"/>
                    <a:pt x="124" y="24"/>
                  </a:cubicBezTo>
                  <a:cubicBezTo>
                    <a:pt x="127" y="24"/>
                    <a:pt x="136" y="31"/>
                    <a:pt x="134" y="37"/>
                  </a:cubicBezTo>
                  <a:close/>
                </a:path>
              </a:pathLst>
            </a:custGeom>
            <a:solidFill>
              <a:srgbClr val="FA9F9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59F122DD-9773-48CA-B36A-41383E8FF7A4}"/>
                </a:ext>
              </a:extLst>
            </p:cNvPr>
            <p:cNvSpPr>
              <a:spLocks/>
            </p:cNvSpPr>
            <p:nvPr/>
          </p:nvSpPr>
          <p:spPr bwMode="auto">
            <a:xfrm>
              <a:off x="6289675" y="3775075"/>
              <a:ext cx="68263" cy="92075"/>
            </a:xfrm>
            <a:custGeom>
              <a:avLst/>
              <a:gdLst>
                <a:gd name="T0" fmla="*/ 0 w 12"/>
                <a:gd name="T1" fmla="*/ 4 h 16"/>
                <a:gd name="T2" fmla="*/ 6 w 12"/>
                <a:gd name="T3" fmla="*/ 8 h 16"/>
                <a:gd name="T4" fmla="*/ 12 w 12"/>
                <a:gd name="T5" fmla="*/ 16 h 16"/>
                <a:gd name="T6" fmla="*/ 0 w 12"/>
                <a:gd name="T7" fmla="*/ 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16">
                  <a:moveTo>
                    <a:pt x="0" y="4"/>
                  </a:moveTo>
                  <a:cubicBezTo>
                    <a:pt x="0" y="0"/>
                    <a:pt x="4" y="3"/>
                    <a:pt x="6" y="8"/>
                  </a:cubicBezTo>
                  <a:cubicBezTo>
                    <a:pt x="7" y="13"/>
                    <a:pt x="11" y="16"/>
                    <a:pt x="12" y="16"/>
                  </a:cubicBezTo>
                  <a:cubicBezTo>
                    <a:pt x="12" y="16"/>
                    <a:pt x="1" y="14"/>
                    <a:pt x="0" y="4"/>
                  </a:cubicBezTo>
                  <a:close/>
                </a:path>
              </a:pathLst>
            </a:custGeom>
            <a:solidFill>
              <a:srgbClr val="0A00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0FEF4D20-2077-46B3-889D-C3694814510E}"/>
                </a:ext>
              </a:extLst>
            </p:cNvPr>
            <p:cNvSpPr>
              <a:spLocks/>
            </p:cNvSpPr>
            <p:nvPr/>
          </p:nvSpPr>
          <p:spPr bwMode="auto">
            <a:xfrm>
              <a:off x="6324600" y="3792538"/>
              <a:ext cx="131763" cy="360363"/>
            </a:xfrm>
            <a:custGeom>
              <a:avLst/>
              <a:gdLst>
                <a:gd name="T0" fmla="*/ 23 w 23"/>
                <a:gd name="T1" fmla="*/ 26 h 63"/>
                <a:gd name="T2" fmla="*/ 21 w 23"/>
                <a:gd name="T3" fmla="*/ 34 h 63"/>
                <a:gd name="T4" fmla="*/ 19 w 23"/>
                <a:gd name="T5" fmla="*/ 54 h 63"/>
                <a:gd name="T6" fmla="*/ 13 w 23"/>
                <a:gd name="T7" fmla="*/ 62 h 63"/>
                <a:gd name="T8" fmla="*/ 10 w 23"/>
                <a:gd name="T9" fmla="*/ 63 h 63"/>
                <a:gd name="T10" fmla="*/ 0 w 23"/>
                <a:gd name="T11" fmla="*/ 62 h 63"/>
                <a:gd name="T12" fmla="*/ 5 w 23"/>
                <a:gd name="T13" fmla="*/ 0 h 63"/>
                <a:gd name="T14" fmla="*/ 13 w 23"/>
                <a:gd name="T15" fmla="*/ 1 h 63"/>
                <a:gd name="T16" fmla="*/ 23 w 23"/>
                <a:gd name="T17" fmla="*/ 26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3" h="63">
                  <a:moveTo>
                    <a:pt x="23" y="26"/>
                  </a:moveTo>
                  <a:cubicBezTo>
                    <a:pt x="23" y="29"/>
                    <a:pt x="22" y="31"/>
                    <a:pt x="21" y="34"/>
                  </a:cubicBezTo>
                  <a:cubicBezTo>
                    <a:pt x="21" y="35"/>
                    <a:pt x="20" y="50"/>
                    <a:pt x="19" y="54"/>
                  </a:cubicBezTo>
                  <a:cubicBezTo>
                    <a:pt x="19" y="56"/>
                    <a:pt x="17" y="61"/>
                    <a:pt x="13" y="62"/>
                  </a:cubicBezTo>
                  <a:cubicBezTo>
                    <a:pt x="12" y="63"/>
                    <a:pt x="11" y="63"/>
                    <a:pt x="10" y="63"/>
                  </a:cubicBezTo>
                  <a:cubicBezTo>
                    <a:pt x="3" y="62"/>
                    <a:pt x="0" y="62"/>
                    <a:pt x="0" y="62"/>
                  </a:cubicBezTo>
                  <a:cubicBezTo>
                    <a:pt x="0" y="62"/>
                    <a:pt x="8" y="22"/>
                    <a:pt x="5" y="0"/>
                  </a:cubicBezTo>
                  <a:cubicBezTo>
                    <a:pt x="13" y="1"/>
                    <a:pt x="13" y="1"/>
                    <a:pt x="13" y="1"/>
                  </a:cubicBezTo>
                  <a:cubicBezTo>
                    <a:pt x="13" y="1"/>
                    <a:pt x="17" y="19"/>
                    <a:pt x="23" y="26"/>
                  </a:cubicBezTo>
                  <a:close/>
                </a:path>
              </a:pathLst>
            </a:custGeom>
            <a:solidFill>
              <a:srgbClr val="FA9F9C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3E67FC6E-679C-4B7D-9F05-FF6856EDEB60}"/>
                </a:ext>
              </a:extLst>
            </p:cNvPr>
            <p:cNvSpPr>
              <a:spLocks/>
            </p:cNvSpPr>
            <p:nvPr/>
          </p:nvSpPr>
          <p:spPr bwMode="auto">
            <a:xfrm>
              <a:off x="6324600" y="4010025"/>
              <a:ext cx="74613" cy="142875"/>
            </a:xfrm>
            <a:custGeom>
              <a:avLst/>
              <a:gdLst>
                <a:gd name="T0" fmla="*/ 13 w 13"/>
                <a:gd name="T1" fmla="*/ 24 h 25"/>
                <a:gd name="T2" fmla="*/ 10 w 13"/>
                <a:gd name="T3" fmla="*/ 25 h 25"/>
                <a:gd name="T4" fmla="*/ 0 w 13"/>
                <a:gd name="T5" fmla="*/ 24 h 25"/>
                <a:gd name="T6" fmla="*/ 4 w 13"/>
                <a:gd name="T7" fmla="*/ 0 h 25"/>
                <a:gd name="T8" fmla="*/ 13 w 13"/>
                <a:gd name="T9" fmla="*/ 24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25">
                  <a:moveTo>
                    <a:pt x="13" y="24"/>
                  </a:moveTo>
                  <a:cubicBezTo>
                    <a:pt x="12" y="25"/>
                    <a:pt x="11" y="25"/>
                    <a:pt x="10" y="25"/>
                  </a:cubicBezTo>
                  <a:cubicBezTo>
                    <a:pt x="3" y="24"/>
                    <a:pt x="0" y="24"/>
                    <a:pt x="0" y="24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4" y="9"/>
                    <a:pt x="9" y="18"/>
                    <a:pt x="13" y="24"/>
                  </a:cubicBezTo>
                  <a:close/>
                </a:path>
              </a:pathLst>
            </a:custGeom>
            <a:gradFill>
              <a:gsLst>
                <a:gs pos="0">
                  <a:srgbClr val="4BC3E2">
                    <a:alpha val="63000"/>
                  </a:srgbClr>
                </a:gs>
                <a:gs pos="51000">
                  <a:srgbClr val="4BC3E2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E28299F-82DC-4BAC-A5BB-7B5EA5A95BC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32350" y="3162300"/>
              <a:ext cx="1503363" cy="2624138"/>
            </a:xfrm>
            <a:custGeom>
              <a:avLst/>
              <a:gdLst>
                <a:gd name="T0" fmla="*/ 258 w 262"/>
                <a:gd name="T1" fmla="*/ 413 h 458"/>
                <a:gd name="T2" fmla="*/ 208 w 262"/>
                <a:gd name="T3" fmla="*/ 314 h 458"/>
                <a:gd name="T4" fmla="*/ 214 w 262"/>
                <a:gd name="T5" fmla="*/ 201 h 458"/>
                <a:gd name="T6" fmla="*/ 225 w 262"/>
                <a:gd name="T7" fmla="*/ 192 h 458"/>
                <a:gd name="T8" fmla="*/ 217 w 262"/>
                <a:gd name="T9" fmla="*/ 182 h 458"/>
                <a:gd name="T10" fmla="*/ 216 w 262"/>
                <a:gd name="T11" fmla="*/ 182 h 458"/>
                <a:gd name="T12" fmla="*/ 216 w 262"/>
                <a:gd name="T13" fmla="*/ 182 h 458"/>
                <a:gd name="T14" fmla="*/ 215 w 262"/>
                <a:gd name="T15" fmla="*/ 182 h 458"/>
                <a:gd name="T16" fmla="*/ 215 w 262"/>
                <a:gd name="T17" fmla="*/ 182 h 458"/>
                <a:gd name="T18" fmla="*/ 213 w 262"/>
                <a:gd name="T19" fmla="*/ 151 h 458"/>
                <a:gd name="T20" fmla="*/ 217 w 262"/>
                <a:gd name="T21" fmla="*/ 90 h 458"/>
                <a:gd name="T22" fmla="*/ 222 w 262"/>
                <a:gd name="T23" fmla="*/ 56 h 458"/>
                <a:gd name="T24" fmla="*/ 202 w 262"/>
                <a:gd name="T25" fmla="*/ 1 h 458"/>
                <a:gd name="T26" fmla="*/ 179 w 262"/>
                <a:gd name="T27" fmla="*/ 12 h 458"/>
                <a:gd name="T28" fmla="*/ 145 w 262"/>
                <a:gd name="T29" fmla="*/ 66 h 458"/>
                <a:gd name="T30" fmla="*/ 154 w 262"/>
                <a:gd name="T31" fmla="*/ 93 h 458"/>
                <a:gd name="T32" fmla="*/ 164 w 262"/>
                <a:gd name="T33" fmla="*/ 119 h 458"/>
                <a:gd name="T34" fmla="*/ 171 w 262"/>
                <a:gd name="T35" fmla="*/ 151 h 458"/>
                <a:gd name="T36" fmla="*/ 170 w 262"/>
                <a:gd name="T37" fmla="*/ 180 h 458"/>
                <a:gd name="T38" fmla="*/ 149 w 262"/>
                <a:gd name="T39" fmla="*/ 196 h 458"/>
                <a:gd name="T40" fmla="*/ 94 w 262"/>
                <a:gd name="T41" fmla="*/ 213 h 458"/>
                <a:gd name="T42" fmla="*/ 94 w 262"/>
                <a:gd name="T43" fmla="*/ 213 h 458"/>
                <a:gd name="T44" fmla="*/ 38 w 262"/>
                <a:gd name="T45" fmla="*/ 292 h 458"/>
                <a:gd name="T46" fmla="*/ 23 w 262"/>
                <a:gd name="T47" fmla="*/ 408 h 458"/>
                <a:gd name="T48" fmla="*/ 104 w 262"/>
                <a:gd name="T49" fmla="*/ 409 h 458"/>
                <a:gd name="T50" fmla="*/ 104 w 262"/>
                <a:gd name="T51" fmla="*/ 413 h 458"/>
                <a:gd name="T52" fmla="*/ 109 w 262"/>
                <a:gd name="T53" fmla="*/ 458 h 458"/>
                <a:gd name="T54" fmla="*/ 260 w 262"/>
                <a:gd name="T55" fmla="*/ 458 h 458"/>
                <a:gd name="T56" fmla="*/ 258 w 262"/>
                <a:gd name="T57" fmla="*/ 413 h 458"/>
                <a:gd name="T58" fmla="*/ 76 w 262"/>
                <a:gd name="T59" fmla="*/ 350 h 458"/>
                <a:gd name="T60" fmla="*/ 95 w 262"/>
                <a:gd name="T61" fmla="*/ 329 h 458"/>
                <a:gd name="T62" fmla="*/ 97 w 262"/>
                <a:gd name="T63" fmla="*/ 350 h 458"/>
                <a:gd name="T64" fmla="*/ 76 w 262"/>
                <a:gd name="T65" fmla="*/ 350 h 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262" h="458">
                  <a:moveTo>
                    <a:pt x="258" y="413"/>
                  </a:moveTo>
                  <a:cubicBezTo>
                    <a:pt x="250" y="382"/>
                    <a:pt x="229" y="355"/>
                    <a:pt x="208" y="314"/>
                  </a:cubicBezTo>
                  <a:cubicBezTo>
                    <a:pt x="177" y="255"/>
                    <a:pt x="214" y="201"/>
                    <a:pt x="214" y="201"/>
                  </a:cubicBezTo>
                  <a:cubicBezTo>
                    <a:pt x="214" y="201"/>
                    <a:pt x="223" y="201"/>
                    <a:pt x="225" y="192"/>
                  </a:cubicBezTo>
                  <a:cubicBezTo>
                    <a:pt x="226" y="185"/>
                    <a:pt x="220" y="183"/>
                    <a:pt x="217" y="182"/>
                  </a:cubicBezTo>
                  <a:cubicBezTo>
                    <a:pt x="217" y="182"/>
                    <a:pt x="216" y="182"/>
                    <a:pt x="216" y="182"/>
                  </a:cubicBezTo>
                  <a:cubicBezTo>
                    <a:pt x="216" y="182"/>
                    <a:pt x="216" y="182"/>
                    <a:pt x="216" y="182"/>
                  </a:cubicBezTo>
                  <a:cubicBezTo>
                    <a:pt x="216" y="182"/>
                    <a:pt x="215" y="182"/>
                    <a:pt x="215" y="182"/>
                  </a:cubicBezTo>
                  <a:cubicBezTo>
                    <a:pt x="215" y="182"/>
                    <a:pt x="215" y="182"/>
                    <a:pt x="215" y="182"/>
                  </a:cubicBezTo>
                  <a:cubicBezTo>
                    <a:pt x="214" y="177"/>
                    <a:pt x="213" y="166"/>
                    <a:pt x="213" y="151"/>
                  </a:cubicBezTo>
                  <a:cubicBezTo>
                    <a:pt x="214" y="133"/>
                    <a:pt x="215" y="111"/>
                    <a:pt x="217" y="90"/>
                  </a:cubicBezTo>
                  <a:cubicBezTo>
                    <a:pt x="219" y="78"/>
                    <a:pt x="220" y="66"/>
                    <a:pt x="222" y="56"/>
                  </a:cubicBezTo>
                  <a:cubicBezTo>
                    <a:pt x="229" y="19"/>
                    <a:pt x="202" y="1"/>
                    <a:pt x="202" y="1"/>
                  </a:cubicBezTo>
                  <a:cubicBezTo>
                    <a:pt x="194" y="0"/>
                    <a:pt x="179" y="12"/>
                    <a:pt x="179" y="12"/>
                  </a:cubicBezTo>
                  <a:cubicBezTo>
                    <a:pt x="149" y="27"/>
                    <a:pt x="145" y="65"/>
                    <a:pt x="145" y="66"/>
                  </a:cubicBezTo>
                  <a:cubicBezTo>
                    <a:pt x="145" y="67"/>
                    <a:pt x="149" y="78"/>
                    <a:pt x="154" y="93"/>
                  </a:cubicBezTo>
                  <a:cubicBezTo>
                    <a:pt x="157" y="101"/>
                    <a:pt x="160" y="110"/>
                    <a:pt x="164" y="119"/>
                  </a:cubicBezTo>
                  <a:cubicBezTo>
                    <a:pt x="168" y="129"/>
                    <a:pt x="170" y="141"/>
                    <a:pt x="171" y="151"/>
                  </a:cubicBezTo>
                  <a:cubicBezTo>
                    <a:pt x="172" y="167"/>
                    <a:pt x="170" y="180"/>
                    <a:pt x="170" y="180"/>
                  </a:cubicBezTo>
                  <a:cubicBezTo>
                    <a:pt x="154" y="181"/>
                    <a:pt x="149" y="196"/>
                    <a:pt x="149" y="196"/>
                  </a:cubicBezTo>
                  <a:cubicBezTo>
                    <a:pt x="149" y="196"/>
                    <a:pt x="103" y="205"/>
                    <a:pt x="94" y="213"/>
                  </a:cubicBezTo>
                  <a:cubicBezTo>
                    <a:pt x="94" y="213"/>
                    <a:pt x="94" y="213"/>
                    <a:pt x="94" y="213"/>
                  </a:cubicBezTo>
                  <a:cubicBezTo>
                    <a:pt x="80" y="219"/>
                    <a:pt x="59" y="238"/>
                    <a:pt x="38" y="292"/>
                  </a:cubicBezTo>
                  <a:cubicBezTo>
                    <a:pt x="5" y="376"/>
                    <a:pt x="0" y="402"/>
                    <a:pt x="23" y="408"/>
                  </a:cubicBezTo>
                  <a:cubicBezTo>
                    <a:pt x="32" y="410"/>
                    <a:pt x="66" y="410"/>
                    <a:pt x="104" y="409"/>
                  </a:cubicBezTo>
                  <a:cubicBezTo>
                    <a:pt x="104" y="410"/>
                    <a:pt x="104" y="411"/>
                    <a:pt x="104" y="413"/>
                  </a:cubicBezTo>
                  <a:cubicBezTo>
                    <a:pt x="107" y="435"/>
                    <a:pt x="109" y="452"/>
                    <a:pt x="109" y="458"/>
                  </a:cubicBezTo>
                  <a:cubicBezTo>
                    <a:pt x="260" y="458"/>
                    <a:pt x="260" y="458"/>
                    <a:pt x="260" y="458"/>
                  </a:cubicBezTo>
                  <a:cubicBezTo>
                    <a:pt x="262" y="441"/>
                    <a:pt x="261" y="426"/>
                    <a:pt x="258" y="413"/>
                  </a:cubicBezTo>
                  <a:close/>
                  <a:moveTo>
                    <a:pt x="76" y="350"/>
                  </a:moveTo>
                  <a:cubicBezTo>
                    <a:pt x="76" y="350"/>
                    <a:pt x="85" y="341"/>
                    <a:pt x="95" y="329"/>
                  </a:cubicBezTo>
                  <a:cubicBezTo>
                    <a:pt x="96" y="336"/>
                    <a:pt x="97" y="343"/>
                    <a:pt x="97" y="350"/>
                  </a:cubicBezTo>
                  <a:cubicBezTo>
                    <a:pt x="85" y="350"/>
                    <a:pt x="76" y="350"/>
                    <a:pt x="76" y="35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rgbClr val="7289F2">
                    <a:alpha val="0"/>
                  </a:srgbClr>
                </a:gs>
                <a:gs pos="26000">
                  <a:srgbClr val="7289F2">
                    <a:alpha val="54000"/>
                  </a:srgbClr>
                </a:gs>
              </a:gsLst>
              <a:lin ang="7800000" scaled="0"/>
              <a:tileRect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1F1055DB-0FAF-42E9-A9D9-33EEEA5E5D53}"/>
                </a:ext>
              </a:extLst>
            </p:cNvPr>
            <p:cNvSpPr>
              <a:spLocks/>
            </p:cNvSpPr>
            <p:nvPr/>
          </p:nvSpPr>
          <p:spPr bwMode="auto">
            <a:xfrm>
              <a:off x="5192713" y="5167313"/>
              <a:ext cx="236538" cy="338138"/>
            </a:xfrm>
            <a:custGeom>
              <a:avLst/>
              <a:gdLst>
                <a:gd name="T0" fmla="*/ 13 w 41"/>
                <a:gd name="T1" fmla="*/ 0 h 59"/>
                <a:gd name="T2" fmla="*/ 41 w 41"/>
                <a:gd name="T3" fmla="*/ 59 h 59"/>
                <a:gd name="T4" fmla="*/ 34 w 41"/>
                <a:gd name="T5" fmla="*/ 0 h 59"/>
                <a:gd name="T6" fmla="*/ 13 w 41"/>
                <a:gd name="T7" fmla="*/ 0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1" h="59">
                  <a:moveTo>
                    <a:pt x="13" y="0"/>
                  </a:moveTo>
                  <a:cubicBezTo>
                    <a:pt x="13" y="0"/>
                    <a:pt x="0" y="45"/>
                    <a:pt x="41" y="59"/>
                  </a:cubicBezTo>
                  <a:cubicBezTo>
                    <a:pt x="34" y="0"/>
                    <a:pt x="34" y="0"/>
                    <a:pt x="34" y="0"/>
                  </a:cubicBezTo>
                  <a:lnTo>
                    <a:pt x="13" y="0"/>
                  </a:lnTo>
                  <a:close/>
                </a:path>
              </a:pathLst>
            </a:custGeom>
            <a:solidFill>
              <a:srgbClr val="829CF3">
                <a:alpha val="26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33DD8503-AB72-4432-BEC9-FC4887059C26}"/>
                </a:ext>
              </a:extLst>
            </p:cNvPr>
            <p:cNvSpPr>
              <a:spLocks/>
            </p:cNvSpPr>
            <p:nvPr/>
          </p:nvSpPr>
          <p:spPr bwMode="auto">
            <a:xfrm>
              <a:off x="6191250" y="3625850"/>
              <a:ext cx="333375" cy="217488"/>
            </a:xfrm>
            <a:custGeom>
              <a:avLst/>
              <a:gdLst>
                <a:gd name="T0" fmla="*/ 57 w 58"/>
                <a:gd name="T1" fmla="*/ 4 h 38"/>
                <a:gd name="T2" fmla="*/ 57 w 58"/>
                <a:gd name="T3" fmla="*/ 8 h 38"/>
                <a:gd name="T4" fmla="*/ 53 w 58"/>
                <a:gd name="T5" fmla="*/ 18 h 38"/>
                <a:gd name="T6" fmla="*/ 47 w 58"/>
                <a:gd name="T7" fmla="*/ 24 h 38"/>
                <a:gd name="T8" fmla="*/ 46 w 58"/>
                <a:gd name="T9" fmla="*/ 22 h 38"/>
                <a:gd name="T10" fmla="*/ 47 w 58"/>
                <a:gd name="T11" fmla="*/ 21 h 38"/>
                <a:gd name="T12" fmla="*/ 53 w 58"/>
                <a:gd name="T13" fmla="*/ 8 h 38"/>
                <a:gd name="T14" fmla="*/ 46 w 58"/>
                <a:gd name="T15" fmla="*/ 11 h 38"/>
                <a:gd name="T16" fmla="*/ 17 w 58"/>
                <a:gd name="T17" fmla="*/ 23 h 38"/>
                <a:gd name="T18" fmla="*/ 5 w 58"/>
                <a:gd name="T19" fmla="*/ 37 h 38"/>
                <a:gd name="T20" fmla="*/ 0 w 58"/>
                <a:gd name="T21" fmla="*/ 35 h 38"/>
                <a:gd name="T22" fmla="*/ 15 w 58"/>
                <a:gd name="T23" fmla="*/ 20 h 38"/>
                <a:gd name="T24" fmla="*/ 46 w 58"/>
                <a:gd name="T25" fmla="*/ 7 h 38"/>
                <a:gd name="T26" fmla="*/ 52 w 58"/>
                <a:gd name="T27" fmla="*/ 4 h 38"/>
                <a:gd name="T28" fmla="*/ 46 w 58"/>
                <a:gd name="T29" fmla="*/ 2 h 38"/>
                <a:gd name="T30" fmla="*/ 46 w 58"/>
                <a:gd name="T31" fmla="*/ 0 h 38"/>
                <a:gd name="T32" fmla="*/ 53 w 58"/>
                <a:gd name="T33" fmla="*/ 1 h 38"/>
                <a:gd name="T34" fmla="*/ 57 w 58"/>
                <a:gd name="T35" fmla="*/ 4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8" h="38">
                  <a:moveTo>
                    <a:pt x="57" y="4"/>
                  </a:moveTo>
                  <a:cubicBezTo>
                    <a:pt x="57" y="8"/>
                    <a:pt x="57" y="8"/>
                    <a:pt x="57" y="8"/>
                  </a:cubicBezTo>
                  <a:cubicBezTo>
                    <a:pt x="57" y="8"/>
                    <a:pt x="56" y="12"/>
                    <a:pt x="53" y="18"/>
                  </a:cubicBezTo>
                  <a:cubicBezTo>
                    <a:pt x="51" y="23"/>
                    <a:pt x="48" y="24"/>
                    <a:pt x="47" y="24"/>
                  </a:cubicBezTo>
                  <a:cubicBezTo>
                    <a:pt x="46" y="23"/>
                    <a:pt x="46" y="22"/>
                    <a:pt x="46" y="22"/>
                  </a:cubicBezTo>
                  <a:cubicBezTo>
                    <a:pt x="47" y="21"/>
                    <a:pt x="47" y="21"/>
                    <a:pt x="47" y="21"/>
                  </a:cubicBezTo>
                  <a:cubicBezTo>
                    <a:pt x="54" y="20"/>
                    <a:pt x="53" y="8"/>
                    <a:pt x="53" y="8"/>
                  </a:cubicBezTo>
                  <a:cubicBezTo>
                    <a:pt x="46" y="11"/>
                    <a:pt x="46" y="11"/>
                    <a:pt x="46" y="11"/>
                  </a:cubicBezTo>
                  <a:cubicBezTo>
                    <a:pt x="17" y="23"/>
                    <a:pt x="17" y="23"/>
                    <a:pt x="17" y="23"/>
                  </a:cubicBezTo>
                  <a:cubicBezTo>
                    <a:pt x="17" y="23"/>
                    <a:pt x="7" y="35"/>
                    <a:pt x="5" y="37"/>
                  </a:cubicBezTo>
                  <a:cubicBezTo>
                    <a:pt x="3" y="38"/>
                    <a:pt x="0" y="38"/>
                    <a:pt x="0" y="35"/>
                  </a:cubicBezTo>
                  <a:cubicBezTo>
                    <a:pt x="0" y="33"/>
                    <a:pt x="15" y="20"/>
                    <a:pt x="15" y="20"/>
                  </a:cubicBezTo>
                  <a:cubicBezTo>
                    <a:pt x="46" y="7"/>
                    <a:pt x="46" y="7"/>
                    <a:pt x="46" y="7"/>
                  </a:cubicBezTo>
                  <a:cubicBezTo>
                    <a:pt x="52" y="4"/>
                    <a:pt x="52" y="4"/>
                    <a:pt x="52" y="4"/>
                  </a:cubicBezTo>
                  <a:cubicBezTo>
                    <a:pt x="46" y="2"/>
                    <a:pt x="46" y="2"/>
                    <a:pt x="46" y="2"/>
                  </a:cubicBezTo>
                  <a:cubicBezTo>
                    <a:pt x="46" y="2"/>
                    <a:pt x="46" y="1"/>
                    <a:pt x="46" y="0"/>
                  </a:cubicBezTo>
                  <a:cubicBezTo>
                    <a:pt x="48" y="0"/>
                    <a:pt x="50" y="1"/>
                    <a:pt x="53" y="1"/>
                  </a:cubicBezTo>
                  <a:cubicBezTo>
                    <a:pt x="58" y="2"/>
                    <a:pt x="57" y="4"/>
                    <a:pt x="57" y="4"/>
                  </a:cubicBezTo>
                  <a:close/>
                </a:path>
              </a:pathLst>
            </a:custGeom>
            <a:solidFill>
              <a:srgbClr val="0A00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5734A953-9B6C-444B-B25F-6DF0B880B296}"/>
                </a:ext>
              </a:extLst>
            </p:cNvPr>
            <p:cNvSpPr/>
            <p:nvPr/>
          </p:nvSpPr>
          <p:spPr>
            <a:xfrm>
              <a:off x="6538394" y="3930239"/>
              <a:ext cx="104950" cy="82726"/>
            </a:xfrm>
            <a:custGeom>
              <a:avLst/>
              <a:gdLst>
                <a:gd name="connsiteX0" fmla="*/ 519 w 104950"/>
                <a:gd name="connsiteY0" fmla="*/ 1205 h 82726"/>
                <a:gd name="connsiteX1" fmla="*/ 64812 w 104950"/>
                <a:gd name="connsiteY1" fmla="*/ 36924 h 82726"/>
                <a:gd name="connsiteX2" fmla="*/ 102912 w 104950"/>
                <a:gd name="connsiteY2" fmla="*/ 82167 h 82726"/>
                <a:gd name="connsiteX3" fmla="*/ 519 w 104950"/>
                <a:gd name="connsiteY3" fmla="*/ 1205 h 8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950" h="82726">
                  <a:moveTo>
                    <a:pt x="519" y="1205"/>
                  </a:moveTo>
                  <a:cubicBezTo>
                    <a:pt x="-5831" y="-6335"/>
                    <a:pt x="47747" y="23430"/>
                    <a:pt x="64812" y="36924"/>
                  </a:cubicBezTo>
                  <a:cubicBezTo>
                    <a:pt x="81877" y="50418"/>
                    <a:pt x="113231" y="87723"/>
                    <a:pt x="102912" y="82167"/>
                  </a:cubicBezTo>
                  <a:cubicBezTo>
                    <a:pt x="92593" y="76611"/>
                    <a:pt x="6869" y="8745"/>
                    <a:pt x="519" y="1205"/>
                  </a:cubicBezTo>
                  <a:close/>
                </a:path>
              </a:pathLst>
            </a:custGeom>
            <a:solidFill>
              <a:srgbClr val="0A00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0981B24C-CD45-4505-87DD-EBA799A608A0}"/>
                </a:ext>
              </a:extLst>
            </p:cNvPr>
            <p:cNvSpPr/>
            <p:nvPr/>
          </p:nvSpPr>
          <p:spPr>
            <a:xfrm>
              <a:off x="6586362" y="3924595"/>
              <a:ext cx="104950" cy="82726"/>
            </a:xfrm>
            <a:custGeom>
              <a:avLst/>
              <a:gdLst>
                <a:gd name="connsiteX0" fmla="*/ 519 w 104950"/>
                <a:gd name="connsiteY0" fmla="*/ 1205 h 82726"/>
                <a:gd name="connsiteX1" fmla="*/ 64812 w 104950"/>
                <a:gd name="connsiteY1" fmla="*/ 36924 h 82726"/>
                <a:gd name="connsiteX2" fmla="*/ 102912 w 104950"/>
                <a:gd name="connsiteY2" fmla="*/ 82167 h 82726"/>
                <a:gd name="connsiteX3" fmla="*/ 519 w 104950"/>
                <a:gd name="connsiteY3" fmla="*/ 1205 h 82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950" h="82726">
                  <a:moveTo>
                    <a:pt x="519" y="1205"/>
                  </a:moveTo>
                  <a:cubicBezTo>
                    <a:pt x="-5831" y="-6335"/>
                    <a:pt x="47747" y="23430"/>
                    <a:pt x="64812" y="36924"/>
                  </a:cubicBezTo>
                  <a:cubicBezTo>
                    <a:pt x="81877" y="50418"/>
                    <a:pt x="113231" y="87723"/>
                    <a:pt x="102912" y="82167"/>
                  </a:cubicBezTo>
                  <a:cubicBezTo>
                    <a:pt x="92593" y="76611"/>
                    <a:pt x="6869" y="8745"/>
                    <a:pt x="519" y="1205"/>
                  </a:cubicBezTo>
                  <a:close/>
                </a:path>
              </a:pathLst>
            </a:custGeom>
            <a:solidFill>
              <a:srgbClr val="0A00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5F849CF-BB96-4670-91B9-CF85441BB33B}"/>
                </a:ext>
              </a:extLst>
            </p:cNvPr>
            <p:cNvSpPr/>
            <p:nvPr/>
          </p:nvSpPr>
          <p:spPr>
            <a:xfrm>
              <a:off x="5832786" y="4279895"/>
              <a:ext cx="465015" cy="55559"/>
            </a:xfrm>
            <a:custGeom>
              <a:avLst/>
              <a:gdLst>
                <a:gd name="connsiteX0" fmla="*/ 456889 w 465015"/>
                <a:gd name="connsiteY0" fmla="*/ 50805 h 55559"/>
                <a:gd name="connsiteX1" fmla="*/ 2864 w 465015"/>
                <a:gd name="connsiteY1" fmla="*/ 5 h 55559"/>
                <a:gd name="connsiteX2" fmla="*/ 272739 w 465015"/>
                <a:gd name="connsiteY2" fmla="*/ 47630 h 55559"/>
                <a:gd name="connsiteX3" fmla="*/ 456889 w 465015"/>
                <a:gd name="connsiteY3" fmla="*/ 50805 h 55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65015" h="55559">
                  <a:moveTo>
                    <a:pt x="456889" y="50805"/>
                  </a:moveTo>
                  <a:cubicBezTo>
                    <a:pt x="411910" y="42867"/>
                    <a:pt x="33556" y="534"/>
                    <a:pt x="2864" y="5"/>
                  </a:cubicBezTo>
                  <a:cubicBezTo>
                    <a:pt x="-27828" y="-524"/>
                    <a:pt x="196539" y="39163"/>
                    <a:pt x="272739" y="47630"/>
                  </a:cubicBezTo>
                  <a:cubicBezTo>
                    <a:pt x="348939" y="56097"/>
                    <a:pt x="501868" y="58743"/>
                    <a:pt x="456889" y="50805"/>
                  </a:cubicBezTo>
                  <a:close/>
                </a:path>
              </a:pathLst>
            </a:custGeom>
            <a:solidFill>
              <a:srgbClr val="0A00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grpSp>
        <p:nvGrpSpPr>
          <p:cNvPr id="38" name="Group 37" descr="This image is an icon of three people and a globe. ">
            <a:extLst>
              <a:ext uri="{FF2B5EF4-FFF2-40B4-BE49-F238E27FC236}">
                <a16:creationId xmlns:a16="http://schemas.microsoft.com/office/drawing/2014/main" id="{A990E334-4A7D-4F5C-A904-F305BFAA954B}"/>
              </a:ext>
            </a:extLst>
          </p:cNvPr>
          <p:cNvGrpSpPr/>
          <p:nvPr/>
        </p:nvGrpSpPr>
        <p:grpSpPr>
          <a:xfrm>
            <a:off x="8229600" y="4182253"/>
            <a:ext cx="1271588" cy="1273175"/>
            <a:chOff x="8229600" y="4162425"/>
            <a:chExt cx="1271588" cy="1273175"/>
          </a:xfrm>
          <a:solidFill>
            <a:srgbClr val="030553"/>
          </a:solidFill>
        </p:grpSpPr>
        <p:sp>
          <p:nvSpPr>
            <p:cNvPr id="36" name="Oval 28">
              <a:extLst>
                <a:ext uri="{FF2B5EF4-FFF2-40B4-BE49-F238E27FC236}">
                  <a16:creationId xmlns:a16="http://schemas.microsoft.com/office/drawing/2014/main" id="{4699FCCF-8ACA-4F41-97A7-AD2C08AE5E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29600" y="4162425"/>
              <a:ext cx="1271588" cy="1273175"/>
            </a:xfrm>
            <a:prstGeom prst="ellipse">
              <a:avLst/>
            </a:prstGeom>
            <a:grpFill/>
            <a:ln w="12700" cap="flat">
              <a:noFill/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02" name="Group 201">
              <a:extLst>
                <a:ext uri="{FF2B5EF4-FFF2-40B4-BE49-F238E27FC236}">
                  <a16:creationId xmlns:a16="http://schemas.microsoft.com/office/drawing/2014/main" id="{F63DE9C6-B298-4701-B108-E8E84885E8BC}"/>
                </a:ext>
              </a:extLst>
            </p:cNvPr>
            <p:cNvGrpSpPr/>
            <p:nvPr/>
          </p:nvGrpSpPr>
          <p:grpSpPr>
            <a:xfrm>
              <a:off x="8560253" y="4426329"/>
              <a:ext cx="610282" cy="674403"/>
              <a:chOff x="4841875" y="2895601"/>
              <a:chExt cx="344488" cy="346075"/>
            </a:xfrm>
            <a:grpFill/>
          </p:grpSpPr>
          <p:sp>
            <p:nvSpPr>
              <p:cNvPr id="203" name="Freeform 258">
                <a:extLst>
                  <a:ext uri="{FF2B5EF4-FFF2-40B4-BE49-F238E27FC236}">
                    <a16:creationId xmlns:a16="http://schemas.microsoft.com/office/drawing/2014/main" id="{05760EEA-E70F-4460-BC2A-336F9645E04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16488" y="2895601"/>
                <a:ext cx="195263" cy="195263"/>
              </a:xfrm>
              <a:custGeom>
                <a:avLst/>
                <a:gdLst>
                  <a:gd name="T0" fmla="*/ 52 w 52"/>
                  <a:gd name="T1" fmla="*/ 26 h 52"/>
                  <a:gd name="T2" fmla="*/ 26 w 52"/>
                  <a:gd name="T3" fmla="*/ 52 h 52"/>
                  <a:gd name="T4" fmla="*/ 0 w 52"/>
                  <a:gd name="T5" fmla="*/ 25 h 52"/>
                  <a:gd name="T6" fmla="*/ 25 w 52"/>
                  <a:gd name="T7" fmla="*/ 0 h 52"/>
                  <a:gd name="T8" fmla="*/ 26 w 52"/>
                  <a:gd name="T9" fmla="*/ 0 h 52"/>
                  <a:gd name="T10" fmla="*/ 52 w 52"/>
                  <a:gd name="T11" fmla="*/ 26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2" h="52">
                    <a:moveTo>
                      <a:pt x="52" y="26"/>
                    </a:moveTo>
                    <a:cubicBezTo>
                      <a:pt x="52" y="40"/>
                      <a:pt x="40" y="52"/>
                      <a:pt x="26" y="52"/>
                    </a:cubicBezTo>
                    <a:cubicBezTo>
                      <a:pt x="12" y="52"/>
                      <a:pt x="0" y="40"/>
                      <a:pt x="0" y="25"/>
                    </a:cubicBezTo>
                    <a:cubicBezTo>
                      <a:pt x="0" y="11"/>
                      <a:pt x="11" y="1"/>
                      <a:pt x="25" y="0"/>
                    </a:cubicBezTo>
                    <a:cubicBezTo>
                      <a:pt x="25" y="0"/>
                      <a:pt x="26" y="0"/>
                      <a:pt x="26" y="0"/>
                    </a:cubicBezTo>
                    <a:cubicBezTo>
                      <a:pt x="40" y="0"/>
                      <a:pt x="52" y="11"/>
                      <a:pt x="52" y="26"/>
                    </a:cubicBezTo>
                    <a:close/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4" name="Freeform 259">
                <a:extLst>
                  <a:ext uri="{FF2B5EF4-FFF2-40B4-BE49-F238E27FC236}">
                    <a16:creationId xmlns:a16="http://schemas.microsoft.com/office/drawing/2014/main" id="{7AE0CD2C-CD57-47B1-B505-80D106A8080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57763" y="2895601"/>
                <a:ext cx="52388" cy="195263"/>
              </a:xfrm>
              <a:custGeom>
                <a:avLst/>
                <a:gdLst>
                  <a:gd name="T0" fmla="*/ 14 w 14"/>
                  <a:gd name="T1" fmla="*/ 0 h 52"/>
                  <a:gd name="T2" fmla="*/ 14 w 14"/>
                  <a:gd name="T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14" h="52">
                    <a:moveTo>
                      <a:pt x="14" y="0"/>
                    </a:moveTo>
                    <a:cubicBezTo>
                      <a:pt x="0" y="15"/>
                      <a:pt x="0" y="34"/>
                      <a:pt x="14" y="52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5" name="Freeform 260">
                <a:extLst>
                  <a:ext uri="{FF2B5EF4-FFF2-40B4-BE49-F238E27FC236}">
                    <a16:creationId xmlns:a16="http://schemas.microsoft.com/office/drawing/2014/main" id="{872A3131-C536-4756-B975-DACC55DF37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18088" y="2895601"/>
                <a:ext cx="52388" cy="195263"/>
              </a:xfrm>
              <a:custGeom>
                <a:avLst/>
                <a:gdLst>
                  <a:gd name="T0" fmla="*/ 0 w 14"/>
                  <a:gd name="T1" fmla="*/ 0 h 52"/>
                  <a:gd name="T2" fmla="*/ 0 w 14"/>
                  <a:gd name="T3" fmla="*/ 5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</a:cxnLst>
                <a:rect l="0" t="0" r="r" b="b"/>
                <a:pathLst>
                  <a:path w="14" h="52">
                    <a:moveTo>
                      <a:pt x="0" y="0"/>
                    </a:moveTo>
                    <a:cubicBezTo>
                      <a:pt x="14" y="15"/>
                      <a:pt x="14" y="34"/>
                      <a:pt x="0" y="52"/>
                    </a:cubicBezTo>
                  </a:path>
                </a:pathLst>
              </a:cu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6" name="Line 261">
                <a:extLst>
                  <a:ext uri="{FF2B5EF4-FFF2-40B4-BE49-F238E27FC236}">
                    <a16:creationId xmlns:a16="http://schemas.microsoft.com/office/drawing/2014/main" id="{8D6C92E4-36B6-469D-8D9D-7E821A2B6A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32363" y="3044826"/>
                <a:ext cx="165100" cy="0"/>
              </a:xfrm>
              <a:prstGeom prst="lin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7" name="Line 262">
                <a:extLst>
                  <a:ext uri="{FF2B5EF4-FFF2-40B4-BE49-F238E27FC236}">
                    <a16:creationId xmlns:a16="http://schemas.microsoft.com/office/drawing/2014/main" id="{B9D7D31E-100C-4875-91DB-E3AA306D1C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32363" y="2940051"/>
                <a:ext cx="165100" cy="0"/>
              </a:xfrm>
              <a:prstGeom prst="lin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8" name="Line 263">
                <a:extLst>
                  <a:ext uri="{FF2B5EF4-FFF2-40B4-BE49-F238E27FC236}">
                    <a16:creationId xmlns:a16="http://schemas.microsoft.com/office/drawing/2014/main" id="{29CE937B-2D75-4864-AD7D-EE0DA1EBAD7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916488" y="2992438"/>
                <a:ext cx="195263" cy="0"/>
              </a:xfrm>
              <a:prstGeom prst="line">
                <a:avLst/>
              </a:prstGeom>
              <a:grpFill/>
              <a:ln w="14288" cap="flat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09" name="Oval 264">
                <a:extLst>
                  <a:ext uri="{FF2B5EF4-FFF2-40B4-BE49-F238E27FC236}">
                    <a16:creationId xmlns:a16="http://schemas.microsoft.com/office/drawing/2014/main" id="{5C237BA8-A5D9-4E6F-B526-E971485780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864100" y="3105151"/>
                <a:ext cx="74613" cy="76200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0" name="Oval 265">
                <a:extLst>
                  <a:ext uri="{FF2B5EF4-FFF2-40B4-BE49-F238E27FC236}">
                    <a16:creationId xmlns:a16="http://schemas.microsoft.com/office/drawing/2014/main" id="{661A5EFA-ECB7-4C9D-A8BD-1FACE7EBBD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6813" y="3105151"/>
                <a:ext cx="74613" cy="76200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1" name="Oval 266">
                <a:extLst>
                  <a:ext uri="{FF2B5EF4-FFF2-40B4-BE49-F238E27FC236}">
                    <a16:creationId xmlns:a16="http://schemas.microsoft.com/office/drawing/2014/main" id="{6503CA85-38C3-44D1-94CA-34EA501E4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89525" y="3105151"/>
                <a:ext cx="74613" cy="76200"/>
              </a:xfrm>
              <a:prstGeom prst="ellipse">
                <a:avLst/>
              </a:pr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12" name="Freeform 267">
                <a:extLst>
                  <a:ext uri="{FF2B5EF4-FFF2-40B4-BE49-F238E27FC236}">
                    <a16:creationId xmlns:a16="http://schemas.microsoft.com/office/drawing/2014/main" id="{AE3AF176-184A-4597-B23C-A8ECB69459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841875" y="3181351"/>
                <a:ext cx="344488" cy="60325"/>
              </a:xfrm>
              <a:custGeom>
                <a:avLst/>
                <a:gdLst>
                  <a:gd name="T0" fmla="*/ 76 w 92"/>
                  <a:gd name="T1" fmla="*/ 0 h 16"/>
                  <a:gd name="T2" fmla="*/ 61 w 92"/>
                  <a:gd name="T3" fmla="*/ 11 h 16"/>
                  <a:gd name="T4" fmla="*/ 46 w 92"/>
                  <a:gd name="T5" fmla="*/ 0 h 16"/>
                  <a:gd name="T6" fmla="*/ 31 w 92"/>
                  <a:gd name="T7" fmla="*/ 11 h 16"/>
                  <a:gd name="T8" fmla="*/ 16 w 92"/>
                  <a:gd name="T9" fmla="*/ 0 h 16"/>
                  <a:gd name="T10" fmla="*/ 0 w 92"/>
                  <a:gd name="T11" fmla="*/ 16 h 16"/>
                  <a:gd name="T12" fmla="*/ 92 w 92"/>
                  <a:gd name="T13" fmla="*/ 16 h 16"/>
                  <a:gd name="T14" fmla="*/ 76 w 92"/>
                  <a:gd name="T15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2" h="16">
                    <a:moveTo>
                      <a:pt x="76" y="0"/>
                    </a:moveTo>
                    <a:cubicBezTo>
                      <a:pt x="69" y="0"/>
                      <a:pt x="63" y="4"/>
                      <a:pt x="61" y="11"/>
                    </a:cubicBezTo>
                    <a:cubicBezTo>
                      <a:pt x="59" y="4"/>
                      <a:pt x="53" y="0"/>
                      <a:pt x="46" y="0"/>
                    </a:cubicBezTo>
                    <a:cubicBezTo>
                      <a:pt x="39" y="0"/>
                      <a:pt x="33" y="4"/>
                      <a:pt x="31" y="11"/>
                    </a:cubicBezTo>
                    <a:cubicBezTo>
                      <a:pt x="29" y="4"/>
                      <a:pt x="23" y="0"/>
                      <a:pt x="16" y="0"/>
                    </a:cubicBezTo>
                    <a:cubicBezTo>
                      <a:pt x="7" y="0"/>
                      <a:pt x="0" y="8"/>
                      <a:pt x="0" y="16"/>
                    </a:cubicBezTo>
                    <a:cubicBezTo>
                      <a:pt x="92" y="16"/>
                      <a:pt x="92" y="16"/>
                      <a:pt x="92" y="16"/>
                    </a:cubicBezTo>
                    <a:cubicBezTo>
                      <a:pt x="92" y="8"/>
                      <a:pt x="85" y="0"/>
                      <a:pt x="76" y="0"/>
                    </a:cubicBezTo>
                    <a:close/>
                  </a:path>
                </a:pathLst>
              </a:custGeom>
              <a:grpFill/>
              <a:ln w="14288" cap="rnd">
                <a:solidFill>
                  <a:schemeClr val="bg1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331" name="TextBox 330">
            <a:extLst>
              <a:ext uri="{FF2B5EF4-FFF2-40B4-BE49-F238E27FC236}">
                <a16:creationId xmlns:a16="http://schemas.microsoft.com/office/drawing/2014/main" id="{62109C55-9EBC-4778-80D4-D55D22307915}"/>
              </a:ext>
            </a:extLst>
          </p:cNvPr>
          <p:cNvSpPr txBox="1"/>
          <p:nvPr/>
        </p:nvSpPr>
        <p:spPr>
          <a:xfrm>
            <a:off x="4009812" y="999967"/>
            <a:ext cx="3855518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Data Retention Policy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969EBC-E8D3-4914-9A82-8E88F816E77E}"/>
              </a:ext>
            </a:extLst>
          </p:cNvPr>
          <p:cNvSpPr/>
          <p:nvPr/>
        </p:nvSpPr>
        <p:spPr>
          <a:xfrm>
            <a:off x="3796148" y="6192838"/>
            <a:ext cx="5499816" cy="3693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Legal And Regulatory Requirements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52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68D147-B183-8713-FBA0-D91A36BDC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403" y="2064036"/>
            <a:ext cx="6735597" cy="3793838"/>
          </a:xfrm>
        </p:spPr>
        <p:txBody>
          <a:bodyPr/>
          <a:lstStyle/>
          <a:p>
            <a:r>
              <a:rPr lang="en-US" altLang="zh-CN" dirty="0">
                <a:solidFill>
                  <a:srgbClr val="002060"/>
                </a:solidFill>
              </a:rPr>
              <a:t>Proposed</a:t>
            </a:r>
            <a:br>
              <a:rPr lang="en-US" altLang="zh-CN" dirty="0">
                <a:solidFill>
                  <a:srgbClr val="002060"/>
                </a:solidFill>
              </a:rPr>
            </a:br>
            <a:r>
              <a:rPr lang="en-US" altLang="zh-CN" dirty="0">
                <a:solidFill>
                  <a:srgbClr val="002060"/>
                </a:solidFill>
              </a:rPr>
              <a:t>Technology</a:t>
            </a:r>
            <a:br>
              <a:rPr lang="en-US" altLang="zh-CN" dirty="0">
                <a:solidFill>
                  <a:srgbClr val="002060"/>
                </a:solidFill>
              </a:rPr>
            </a:br>
            <a:r>
              <a:rPr lang="en-US" altLang="zh-CN" dirty="0">
                <a:solidFill>
                  <a:srgbClr val="002060"/>
                </a:solidFill>
              </a:rPr>
              <a:t>Stack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E729FBF7-C685-D83C-8129-D5317CE5C16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</p:spTree>
    <p:extLst>
      <p:ext uri="{BB962C8B-B14F-4D97-AF65-F5344CB8AC3E}">
        <p14:creationId xmlns:p14="http://schemas.microsoft.com/office/powerpoint/2010/main" val="1486135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058D1C-B172-E24C-A480-B61A6D0B9296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492917" y="6356350"/>
            <a:ext cx="1104900" cy="365125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156BFF5-A11A-234E-A308-E7366A28581C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55E2E3E-148D-4BE4-88A4-447C4BC35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917" y="365125"/>
            <a:ext cx="11221755" cy="1143645"/>
          </a:xfrm>
        </p:spPr>
        <p:txBody>
          <a:bodyPr/>
          <a:lstStyle/>
          <a:p>
            <a:r>
              <a:rPr lang="en-US" b="1" dirty="0">
                <a:solidFill>
                  <a:srgbClr val="030553"/>
                </a:solidFill>
              </a:rPr>
              <a:t>Business Plan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A75602D-A417-409C-A61B-D487B5E366BC}"/>
              </a:ext>
            </a:extLst>
          </p:cNvPr>
          <p:cNvSpPr/>
          <p:nvPr/>
        </p:nvSpPr>
        <p:spPr>
          <a:xfrm>
            <a:off x="722387" y="1641308"/>
            <a:ext cx="3039083" cy="1030125"/>
          </a:xfrm>
          <a:custGeom>
            <a:avLst/>
            <a:gdLst>
              <a:gd name="connsiteX0" fmla="*/ 0 w 2575312"/>
              <a:gd name="connsiteY0" fmla="*/ 0 h 1030125"/>
              <a:gd name="connsiteX1" fmla="*/ 2060250 w 2575312"/>
              <a:gd name="connsiteY1" fmla="*/ 0 h 1030125"/>
              <a:gd name="connsiteX2" fmla="*/ 2575312 w 2575312"/>
              <a:gd name="connsiteY2" fmla="*/ 515063 h 1030125"/>
              <a:gd name="connsiteX3" fmla="*/ 2060250 w 2575312"/>
              <a:gd name="connsiteY3" fmla="*/ 1030125 h 1030125"/>
              <a:gd name="connsiteX4" fmla="*/ 0 w 2575312"/>
              <a:gd name="connsiteY4" fmla="*/ 1030125 h 1030125"/>
              <a:gd name="connsiteX5" fmla="*/ 515063 w 2575312"/>
              <a:gd name="connsiteY5" fmla="*/ 515063 h 1030125"/>
              <a:gd name="connsiteX6" fmla="*/ 0 w 2575312"/>
              <a:gd name="connsiteY6" fmla="*/ 0 h 1030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75312" h="1030125">
                <a:moveTo>
                  <a:pt x="0" y="0"/>
                </a:moveTo>
                <a:lnTo>
                  <a:pt x="2060250" y="0"/>
                </a:lnTo>
                <a:lnTo>
                  <a:pt x="2575312" y="515063"/>
                </a:lnTo>
                <a:lnTo>
                  <a:pt x="2060250" y="1030125"/>
                </a:lnTo>
                <a:lnTo>
                  <a:pt x="0" y="1030125"/>
                </a:lnTo>
                <a:lnTo>
                  <a:pt x="515063" y="51506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697943" tIns="91440" rIns="606502" bIns="18669" numCol="1" spcCol="1270" anchor="ctr" anchorCtr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  <a:ea typeface="+mn-ea"/>
                <a:cs typeface="+mn-cs"/>
              </a:rPr>
              <a:t>Front-End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EE37D3C-87AC-4528-AEDD-15C3694EAC12}"/>
              </a:ext>
            </a:extLst>
          </p:cNvPr>
          <p:cNvSpPr/>
          <p:nvPr/>
        </p:nvSpPr>
        <p:spPr>
          <a:xfrm>
            <a:off x="607653" y="2685083"/>
            <a:ext cx="2930876" cy="1170000"/>
          </a:xfrm>
          <a:custGeom>
            <a:avLst/>
            <a:gdLst>
              <a:gd name="connsiteX0" fmla="*/ 0 w 2060250"/>
              <a:gd name="connsiteY0" fmla="*/ 0 h 1170000"/>
              <a:gd name="connsiteX1" fmla="*/ 2060250 w 2060250"/>
              <a:gd name="connsiteY1" fmla="*/ 0 h 1170000"/>
              <a:gd name="connsiteX2" fmla="*/ 2060250 w 2060250"/>
              <a:gd name="connsiteY2" fmla="*/ 1170000 h 1170000"/>
              <a:gd name="connsiteX3" fmla="*/ 0 w 2060250"/>
              <a:gd name="connsiteY3" fmla="*/ 1170000 h 1170000"/>
              <a:gd name="connsiteX4" fmla="*/ 0 w 2060250"/>
              <a:gd name="connsiteY4" fmla="*/ 0 h 117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250" h="1170000">
                <a:moveTo>
                  <a:pt x="0" y="0"/>
                </a:moveTo>
                <a:lnTo>
                  <a:pt x="2060250" y="0"/>
                </a:lnTo>
                <a:lnTo>
                  <a:pt x="2060250" y="1170000"/>
                </a:lnTo>
                <a:lnTo>
                  <a:pt x="0" y="117000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82880" rIns="91440" bIns="0" numCol="1" spcCol="1270" anchor="t" anchorCtr="0">
            <a:noAutofit/>
          </a:bodyPr>
          <a:lstStyle/>
          <a:p>
            <a:pPr marL="171450" marR="0" lvl="1" indent="-17145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React Native (Java Script)-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Enables cross-platform mobile app development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3383C90-4390-4284-89BE-E95A8A3C34F2}"/>
              </a:ext>
            </a:extLst>
          </p:cNvPr>
          <p:cNvSpPr/>
          <p:nvPr/>
        </p:nvSpPr>
        <p:spPr>
          <a:xfrm>
            <a:off x="4441359" y="1641308"/>
            <a:ext cx="3039083" cy="1030125"/>
          </a:xfrm>
          <a:custGeom>
            <a:avLst/>
            <a:gdLst>
              <a:gd name="connsiteX0" fmla="*/ 0 w 2575312"/>
              <a:gd name="connsiteY0" fmla="*/ 0 h 1030125"/>
              <a:gd name="connsiteX1" fmla="*/ 2060250 w 2575312"/>
              <a:gd name="connsiteY1" fmla="*/ 0 h 1030125"/>
              <a:gd name="connsiteX2" fmla="*/ 2575312 w 2575312"/>
              <a:gd name="connsiteY2" fmla="*/ 515063 h 1030125"/>
              <a:gd name="connsiteX3" fmla="*/ 2060250 w 2575312"/>
              <a:gd name="connsiteY3" fmla="*/ 1030125 h 1030125"/>
              <a:gd name="connsiteX4" fmla="*/ 0 w 2575312"/>
              <a:gd name="connsiteY4" fmla="*/ 1030125 h 1030125"/>
              <a:gd name="connsiteX5" fmla="*/ 515063 w 2575312"/>
              <a:gd name="connsiteY5" fmla="*/ 515063 h 1030125"/>
              <a:gd name="connsiteX6" fmla="*/ 0 w 2575312"/>
              <a:gd name="connsiteY6" fmla="*/ 0 h 1030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75312" h="1030125">
                <a:moveTo>
                  <a:pt x="0" y="0"/>
                </a:moveTo>
                <a:lnTo>
                  <a:pt x="2060250" y="0"/>
                </a:lnTo>
                <a:lnTo>
                  <a:pt x="2575312" y="515063"/>
                </a:lnTo>
                <a:lnTo>
                  <a:pt x="2060250" y="1030125"/>
                </a:lnTo>
                <a:lnTo>
                  <a:pt x="0" y="1030125"/>
                </a:lnTo>
                <a:lnTo>
                  <a:pt x="515063" y="515063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3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697943" tIns="91440" rIns="533731" bIns="18669" numCol="1" spcCol="1270" anchor="ctr" anchorCtr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  <a:ea typeface="+mn-ea"/>
                <a:cs typeface="+mn-cs"/>
              </a:rPr>
              <a:t>Back-End and API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508B1F-4C12-4AC0-855D-A3539588A2EF}"/>
              </a:ext>
            </a:extLst>
          </p:cNvPr>
          <p:cNvSpPr/>
          <p:nvPr/>
        </p:nvSpPr>
        <p:spPr>
          <a:xfrm>
            <a:off x="722387" y="3980732"/>
            <a:ext cx="3039083" cy="1030125"/>
          </a:xfrm>
          <a:custGeom>
            <a:avLst/>
            <a:gdLst>
              <a:gd name="connsiteX0" fmla="*/ 0 w 2575312"/>
              <a:gd name="connsiteY0" fmla="*/ 0 h 1030125"/>
              <a:gd name="connsiteX1" fmla="*/ 2060250 w 2575312"/>
              <a:gd name="connsiteY1" fmla="*/ 0 h 1030125"/>
              <a:gd name="connsiteX2" fmla="*/ 2575312 w 2575312"/>
              <a:gd name="connsiteY2" fmla="*/ 515063 h 1030125"/>
              <a:gd name="connsiteX3" fmla="*/ 2060250 w 2575312"/>
              <a:gd name="connsiteY3" fmla="*/ 1030125 h 1030125"/>
              <a:gd name="connsiteX4" fmla="*/ 0 w 2575312"/>
              <a:gd name="connsiteY4" fmla="*/ 1030125 h 1030125"/>
              <a:gd name="connsiteX5" fmla="*/ 515063 w 2575312"/>
              <a:gd name="connsiteY5" fmla="*/ 515063 h 1030125"/>
              <a:gd name="connsiteX6" fmla="*/ 0 w 2575312"/>
              <a:gd name="connsiteY6" fmla="*/ 0 h 1030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75312" h="1030125">
                <a:moveTo>
                  <a:pt x="0" y="0"/>
                </a:moveTo>
                <a:lnTo>
                  <a:pt x="2060250" y="0"/>
                </a:lnTo>
                <a:lnTo>
                  <a:pt x="2575312" y="515063"/>
                </a:lnTo>
                <a:lnTo>
                  <a:pt x="2060250" y="1030125"/>
                </a:lnTo>
                <a:lnTo>
                  <a:pt x="0" y="1030125"/>
                </a:lnTo>
                <a:lnTo>
                  <a:pt x="515063" y="51506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697943" tIns="91440" rIns="533731" bIns="18669" numCol="1" spcCol="1270" anchor="ctr" anchorCtr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  <a:ea typeface="+mn-ea"/>
                <a:cs typeface="+mn-cs"/>
              </a:rPr>
              <a:t>Mapping and Geolocation</a:t>
            </a: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C5AE33B-8269-47AB-AF88-F660412BBC0F}"/>
              </a:ext>
            </a:extLst>
          </p:cNvPr>
          <p:cNvSpPr/>
          <p:nvPr/>
        </p:nvSpPr>
        <p:spPr>
          <a:xfrm>
            <a:off x="8160331" y="1641308"/>
            <a:ext cx="3226468" cy="1030125"/>
          </a:xfrm>
          <a:custGeom>
            <a:avLst/>
            <a:gdLst>
              <a:gd name="connsiteX0" fmla="*/ 0 w 2575312"/>
              <a:gd name="connsiteY0" fmla="*/ 0 h 1030125"/>
              <a:gd name="connsiteX1" fmla="*/ 2060250 w 2575312"/>
              <a:gd name="connsiteY1" fmla="*/ 0 h 1030125"/>
              <a:gd name="connsiteX2" fmla="*/ 2575312 w 2575312"/>
              <a:gd name="connsiteY2" fmla="*/ 515063 h 1030125"/>
              <a:gd name="connsiteX3" fmla="*/ 2060250 w 2575312"/>
              <a:gd name="connsiteY3" fmla="*/ 1030125 h 1030125"/>
              <a:gd name="connsiteX4" fmla="*/ 0 w 2575312"/>
              <a:gd name="connsiteY4" fmla="*/ 1030125 h 1030125"/>
              <a:gd name="connsiteX5" fmla="*/ 515063 w 2575312"/>
              <a:gd name="connsiteY5" fmla="*/ 515063 h 1030125"/>
              <a:gd name="connsiteX6" fmla="*/ 0 w 2575312"/>
              <a:gd name="connsiteY6" fmla="*/ 0 h 1030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75312" h="1030125">
                <a:moveTo>
                  <a:pt x="0" y="0"/>
                </a:moveTo>
                <a:lnTo>
                  <a:pt x="2060250" y="0"/>
                </a:lnTo>
                <a:lnTo>
                  <a:pt x="2575312" y="515063"/>
                </a:lnTo>
                <a:lnTo>
                  <a:pt x="2060250" y="1030125"/>
                </a:lnTo>
                <a:lnTo>
                  <a:pt x="0" y="1030125"/>
                </a:lnTo>
                <a:lnTo>
                  <a:pt x="515063" y="51506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697943" tIns="91440" rIns="533731" bIns="18669" numCol="1" spcCol="1270" anchor="ctr" anchorCtr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  <a:ea typeface="+mn-ea"/>
                <a:cs typeface="+mn-cs"/>
              </a:rPr>
              <a:t>Database and File Storage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2BC549-EF7C-4808-9CCB-EC74C4E2E153}"/>
              </a:ext>
            </a:extLst>
          </p:cNvPr>
          <p:cNvSpPr/>
          <p:nvPr/>
        </p:nvSpPr>
        <p:spPr>
          <a:xfrm>
            <a:off x="4321998" y="2662497"/>
            <a:ext cx="2936054" cy="1170000"/>
          </a:xfrm>
          <a:custGeom>
            <a:avLst/>
            <a:gdLst>
              <a:gd name="connsiteX0" fmla="*/ 0 w 2060250"/>
              <a:gd name="connsiteY0" fmla="*/ 0 h 1170000"/>
              <a:gd name="connsiteX1" fmla="*/ 2060250 w 2060250"/>
              <a:gd name="connsiteY1" fmla="*/ 0 h 1170000"/>
              <a:gd name="connsiteX2" fmla="*/ 2060250 w 2060250"/>
              <a:gd name="connsiteY2" fmla="*/ 1170000 h 1170000"/>
              <a:gd name="connsiteX3" fmla="*/ 0 w 2060250"/>
              <a:gd name="connsiteY3" fmla="*/ 1170000 h 1170000"/>
              <a:gd name="connsiteX4" fmla="*/ 0 w 2060250"/>
              <a:gd name="connsiteY4" fmla="*/ 0 h 117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250" h="1170000">
                <a:moveTo>
                  <a:pt x="0" y="0"/>
                </a:moveTo>
                <a:lnTo>
                  <a:pt x="2060250" y="0"/>
                </a:lnTo>
                <a:lnTo>
                  <a:pt x="2060250" y="1170000"/>
                </a:lnTo>
                <a:lnTo>
                  <a:pt x="0" y="117000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82880" rIns="91440" bIns="0" numCol="1" spcCol="1270" anchor="t" anchorCtr="0">
            <a:noAutofit/>
          </a:bodyPr>
          <a:lstStyle/>
          <a:p>
            <a:pPr marL="171450" marR="0" lvl="1" indent="-17145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Node.js with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Express.Js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Inter"/>
                <a:ea typeface="+mn-ea"/>
                <a:cs typeface="+mn-cs"/>
              </a:rPr>
              <a:t>- Creation of lightweight and flexible backend server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1A816D-F6B8-08D5-50C9-9805412018B0}"/>
              </a:ext>
            </a:extLst>
          </p:cNvPr>
          <p:cNvSpPr/>
          <p:nvPr/>
        </p:nvSpPr>
        <p:spPr>
          <a:xfrm>
            <a:off x="4523629" y="3980692"/>
            <a:ext cx="3039083" cy="1030125"/>
          </a:xfrm>
          <a:custGeom>
            <a:avLst/>
            <a:gdLst>
              <a:gd name="connsiteX0" fmla="*/ 0 w 2575312"/>
              <a:gd name="connsiteY0" fmla="*/ 0 h 1030125"/>
              <a:gd name="connsiteX1" fmla="*/ 2060250 w 2575312"/>
              <a:gd name="connsiteY1" fmla="*/ 0 h 1030125"/>
              <a:gd name="connsiteX2" fmla="*/ 2575312 w 2575312"/>
              <a:gd name="connsiteY2" fmla="*/ 515063 h 1030125"/>
              <a:gd name="connsiteX3" fmla="*/ 2060250 w 2575312"/>
              <a:gd name="connsiteY3" fmla="*/ 1030125 h 1030125"/>
              <a:gd name="connsiteX4" fmla="*/ 0 w 2575312"/>
              <a:gd name="connsiteY4" fmla="*/ 1030125 h 1030125"/>
              <a:gd name="connsiteX5" fmla="*/ 515063 w 2575312"/>
              <a:gd name="connsiteY5" fmla="*/ 515063 h 1030125"/>
              <a:gd name="connsiteX6" fmla="*/ 0 w 2575312"/>
              <a:gd name="connsiteY6" fmla="*/ 0 h 1030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75312" h="1030125">
                <a:moveTo>
                  <a:pt x="0" y="0"/>
                </a:moveTo>
                <a:lnTo>
                  <a:pt x="2060250" y="0"/>
                </a:lnTo>
                <a:lnTo>
                  <a:pt x="2575312" y="515063"/>
                </a:lnTo>
                <a:lnTo>
                  <a:pt x="2060250" y="1030125"/>
                </a:lnTo>
                <a:lnTo>
                  <a:pt x="0" y="1030125"/>
                </a:lnTo>
                <a:lnTo>
                  <a:pt x="515063" y="51506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697943" tIns="91440" rIns="533731" bIns="18669" numCol="1" spcCol="1270" anchor="ctr" anchorCtr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  <a:ea typeface="+mn-ea"/>
                <a:cs typeface="+mn-cs"/>
              </a:rPr>
              <a:t>Design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E27E97-34D2-6712-5071-6F93D40DD37C}"/>
              </a:ext>
            </a:extLst>
          </p:cNvPr>
          <p:cNvSpPr/>
          <p:nvPr/>
        </p:nvSpPr>
        <p:spPr>
          <a:xfrm>
            <a:off x="8324871" y="3980692"/>
            <a:ext cx="3039083" cy="1030125"/>
          </a:xfrm>
          <a:custGeom>
            <a:avLst/>
            <a:gdLst>
              <a:gd name="connsiteX0" fmla="*/ 0 w 2575312"/>
              <a:gd name="connsiteY0" fmla="*/ 0 h 1030125"/>
              <a:gd name="connsiteX1" fmla="*/ 2060250 w 2575312"/>
              <a:gd name="connsiteY1" fmla="*/ 0 h 1030125"/>
              <a:gd name="connsiteX2" fmla="*/ 2575312 w 2575312"/>
              <a:gd name="connsiteY2" fmla="*/ 515063 h 1030125"/>
              <a:gd name="connsiteX3" fmla="*/ 2060250 w 2575312"/>
              <a:gd name="connsiteY3" fmla="*/ 1030125 h 1030125"/>
              <a:gd name="connsiteX4" fmla="*/ 0 w 2575312"/>
              <a:gd name="connsiteY4" fmla="*/ 1030125 h 1030125"/>
              <a:gd name="connsiteX5" fmla="*/ 515063 w 2575312"/>
              <a:gd name="connsiteY5" fmla="*/ 515063 h 1030125"/>
              <a:gd name="connsiteX6" fmla="*/ 0 w 2575312"/>
              <a:gd name="connsiteY6" fmla="*/ 0 h 10301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75312" h="1030125">
                <a:moveTo>
                  <a:pt x="0" y="0"/>
                </a:moveTo>
                <a:lnTo>
                  <a:pt x="2060250" y="0"/>
                </a:lnTo>
                <a:lnTo>
                  <a:pt x="2575312" y="515063"/>
                </a:lnTo>
                <a:lnTo>
                  <a:pt x="2060250" y="1030125"/>
                </a:lnTo>
                <a:lnTo>
                  <a:pt x="0" y="1030125"/>
                </a:lnTo>
                <a:lnTo>
                  <a:pt x="515063" y="515063"/>
                </a:lnTo>
                <a:lnTo>
                  <a:pt x="0" y="0"/>
                </a:lnTo>
                <a:close/>
              </a:path>
            </a:pathLst>
          </a:custGeom>
          <a:solidFill>
            <a:srgbClr val="7030A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697943" tIns="91440" rIns="533731" bIns="18669" numCol="1" spcCol="1270" anchor="ctr" anchorCtr="1">
            <a:noAutofit/>
          </a:bodyPr>
          <a:lstStyle/>
          <a:p>
            <a:pPr marL="0" marR="0" lvl="0" indent="0" algn="l" defTabSz="6223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  <a:ea typeface="+mn-ea"/>
                <a:cs typeface="+mn-cs"/>
              </a:rPr>
              <a:t>Modelling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FFF196E-2F2F-A95B-C198-BD8559070191}"/>
              </a:ext>
            </a:extLst>
          </p:cNvPr>
          <p:cNvSpPr/>
          <p:nvPr/>
        </p:nvSpPr>
        <p:spPr>
          <a:xfrm>
            <a:off x="8160331" y="2662497"/>
            <a:ext cx="2787629" cy="1170000"/>
          </a:xfrm>
          <a:custGeom>
            <a:avLst/>
            <a:gdLst>
              <a:gd name="connsiteX0" fmla="*/ 0 w 2060250"/>
              <a:gd name="connsiteY0" fmla="*/ 0 h 1170000"/>
              <a:gd name="connsiteX1" fmla="*/ 2060250 w 2060250"/>
              <a:gd name="connsiteY1" fmla="*/ 0 h 1170000"/>
              <a:gd name="connsiteX2" fmla="*/ 2060250 w 2060250"/>
              <a:gd name="connsiteY2" fmla="*/ 1170000 h 1170000"/>
              <a:gd name="connsiteX3" fmla="*/ 0 w 2060250"/>
              <a:gd name="connsiteY3" fmla="*/ 1170000 h 1170000"/>
              <a:gd name="connsiteX4" fmla="*/ 0 w 2060250"/>
              <a:gd name="connsiteY4" fmla="*/ 0 h 117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250" h="1170000">
                <a:moveTo>
                  <a:pt x="0" y="0"/>
                </a:moveTo>
                <a:lnTo>
                  <a:pt x="2060250" y="0"/>
                </a:lnTo>
                <a:lnTo>
                  <a:pt x="2060250" y="1170000"/>
                </a:lnTo>
                <a:lnTo>
                  <a:pt x="0" y="117000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82880" rIns="91440" bIns="0" numCol="1" spcCol="1270" anchor="t" anchorCtr="0">
            <a:noAutofit/>
          </a:bodyPr>
          <a:lstStyle/>
          <a:p>
            <a:pPr marL="171450" marR="0" lvl="1" indent="-17145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PostgreSQL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Reliable, Open-source relational database system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Inter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DE861BF-1951-478D-894D-5773672E0DE9}"/>
              </a:ext>
            </a:extLst>
          </p:cNvPr>
          <p:cNvSpPr/>
          <p:nvPr/>
        </p:nvSpPr>
        <p:spPr>
          <a:xfrm>
            <a:off x="722387" y="5018789"/>
            <a:ext cx="2701409" cy="1170000"/>
          </a:xfrm>
          <a:custGeom>
            <a:avLst/>
            <a:gdLst>
              <a:gd name="connsiteX0" fmla="*/ 0 w 2060250"/>
              <a:gd name="connsiteY0" fmla="*/ 0 h 1170000"/>
              <a:gd name="connsiteX1" fmla="*/ 2060250 w 2060250"/>
              <a:gd name="connsiteY1" fmla="*/ 0 h 1170000"/>
              <a:gd name="connsiteX2" fmla="*/ 2060250 w 2060250"/>
              <a:gd name="connsiteY2" fmla="*/ 1170000 h 1170000"/>
              <a:gd name="connsiteX3" fmla="*/ 0 w 2060250"/>
              <a:gd name="connsiteY3" fmla="*/ 1170000 h 1170000"/>
              <a:gd name="connsiteX4" fmla="*/ 0 w 2060250"/>
              <a:gd name="connsiteY4" fmla="*/ 0 h 117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250" h="1170000">
                <a:moveTo>
                  <a:pt x="0" y="0"/>
                </a:moveTo>
                <a:lnTo>
                  <a:pt x="2060250" y="0"/>
                </a:lnTo>
                <a:lnTo>
                  <a:pt x="2060250" y="1170000"/>
                </a:lnTo>
                <a:lnTo>
                  <a:pt x="0" y="117000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82880" rIns="91440" bIns="0" numCol="1" spcCol="1270" anchor="t" anchorCtr="0">
            <a:noAutofit/>
          </a:bodyPr>
          <a:lstStyle/>
          <a:p>
            <a:pPr marL="171450" marR="0" lvl="1" indent="-17145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React-Native Maps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Enables native maps rendering using google maps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Inter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CBEC3FC-33E3-2770-BD3B-FE5796BC8EE5}"/>
              </a:ext>
            </a:extLst>
          </p:cNvPr>
          <p:cNvSpPr/>
          <p:nvPr/>
        </p:nvSpPr>
        <p:spPr>
          <a:xfrm>
            <a:off x="4523629" y="5019660"/>
            <a:ext cx="2701409" cy="1170000"/>
          </a:xfrm>
          <a:custGeom>
            <a:avLst/>
            <a:gdLst>
              <a:gd name="connsiteX0" fmla="*/ 0 w 2060250"/>
              <a:gd name="connsiteY0" fmla="*/ 0 h 1170000"/>
              <a:gd name="connsiteX1" fmla="*/ 2060250 w 2060250"/>
              <a:gd name="connsiteY1" fmla="*/ 0 h 1170000"/>
              <a:gd name="connsiteX2" fmla="*/ 2060250 w 2060250"/>
              <a:gd name="connsiteY2" fmla="*/ 1170000 h 1170000"/>
              <a:gd name="connsiteX3" fmla="*/ 0 w 2060250"/>
              <a:gd name="connsiteY3" fmla="*/ 1170000 h 1170000"/>
              <a:gd name="connsiteX4" fmla="*/ 0 w 2060250"/>
              <a:gd name="connsiteY4" fmla="*/ 0 h 117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250" h="1170000">
                <a:moveTo>
                  <a:pt x="0" y="0"/>
                </a:moveTo>
                <a:lnTo>
                  <a:pt x="2060250" y="0"/>
                </a:lnTo>
                <a:lnTo>
                  <a:pt x="2060250" y="1170000"/>
                </a:lnTo>
                <a:lnTo>
                  <a:pt x="0" y="117000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82880" rIns="91440" bIns="0" numCol="1" spcCol="1270" anchor="t" anchorCtr="0">
            <a:noAutofit/>
          </a:bodyPr>
          <a:lstStyle/>
          <a:p>
            <a:pPr marL="171450" marR="0" lvl="1" indent="-17145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Figma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Create high fidelity prototypes 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Inter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6308FCE-B986-2ABD-0586-5E0CB1BE0834}"/>
              </a:ext>
            </a:extLst>
          </p:cNvPr>
          <p:cNvSpPr/>
          <p:nvPr/>
        </p:nvSpPr>
        <p:spPr>
          <a:xfrm>
            <a:off x="8324871" y="5010817"/>
            <a:ext cx="3039081" cy="1170000"/>
          </a:xfrm>
          <a:custGeom>
            <a:avLst/>
            <a:gdLst>
              <a:gd name="connsiteX0" fmla="*/ 0 w 2060250"/>
              <a:gd name="connsiteY0" fmla="*/ 0 h 1170000"/>
              <a:gd name="connsiteX1" fmla="*/ 2060250 w 2060250"/>
              <a:gd name="connsiteY1" fmla="*/ 0 h 1170000"/>
              <a:gd name="connsiteX2" fmla="*/ 2060250 w 2060250"/>
              <a:gd name="connsiteY2" fmla="*/ 1170000 h 1170000"/>
              <a:gd name="connsiteX3" fmla="*/ 0 w 2060250"/>
              <a:gd name="connsiteY3" fmla="*/ 1170000 h 1170000"/>
              <a:gd name="connsiteX4" fmla="*/ 0 w 2060250"/>
              <a:gd name="connsiteY4" fmla="*/ 0 h 117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60250" h="1170000">
                <a:moveTo>
                  <a:pt x="0" y="0"/>
                </a:moveTo>
                <a:lnTo>
                  <a:pt x="2060250" y="0"/>
                </a:lnTo>
                <a:lnTo>
                  <a:pt x="2060250" y="1170000"/>
                </a:lnTo>
                <a:lnTo>
                  <a:pt x="0" y="117000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rgbClr r="0" g="0" b="0"/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0" tIns="182880" rIns="91440" bIns="0" numCol="1" spcCol="1270" anchor="t" anchorCtr="0">
            <a:noAutofit/>
          </a:bodyPr>
          <a:lstStyle/>
          <a:p>
            <a:pPr marL="171450" marR="0" lvl="1" indent="-171450" algn="ctr" defTabSz="7112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Star UML- </a:t>
            </a:r>
            <a:r>
              <a:rPr kumimoji="0" lang="en-US" sz="16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Virtualization and Documentation of system</a:t>
            </a:r>
            <a:endParaRPr kumimoji="0" lang="en-US" sz="16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Int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0513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83EBD8-5D39-43C3-9F5E-5E4509456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BD5F59C-B731-0CB8-7F7E-E0878DBD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4403" y="2064036"/>
            <a:ext cx="6735597" cy="3793838"/>
          </a:xfrm>
        </p:spPr>
        <p:txBody>
          <a:bodyPr/>
          <a:lstStyle/>
          <a:p>
            <a:r>
              <a:rPr lang="en-US" altLang="zh-CN" dirty="0">
                <a:solidFill>
                  <a:srgbClr val="002060"/>
                </a:solidFill>
              </a:rPr>
              <a:t>Acceptance</a:t>
            </a:r>
            <a:br>
              <a:rPr lang="en-US" altLang="zh-CN" dirty="0">
                <a:solidFill>
                  <a:srgbClr val="002060"/>
                </a:solidFill>
              </a:rPr>
            </a:br>
            <a:r>
              <a:rPr lang="en-US" altLang="zh-CN" dirty="0">
                <a:solidFill>
                  <a:srgbClr val="002060"/>
                </a:solidFill>
              </a:rPr>
              <a:t>Test Plan</a:t>
            </a: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6" name="Picture 6">
            <a:extLst>
              <a:ext uri="{FF2B5EF4-FFF2-40B4-BE49-F238E27FC236}">
                <a16:creationId xmlns:a16="http://schemas.microsoft.com/office/drawing/2014/main" id="{3E86BA19-A4FD-EC81-DD00-79C38EBAFE1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306" r="26306"/>
          <a:stretch/>
        </p:blipFill>
        <p:spPr>
          <a:xfrm flipH="1">
            <a:off x="1000125" y="1316037"/>
            <a:ext cx="3230562" cy="4541837"/>
          </a:xfrm>
        </p:spPr>
      </p:pic>
    </p:spTree>
    <p:extLst>
      <p:ext uri="{BB962C8B-B14F-4D97-AF65-F5344CB8AC3E}">
        <p14:creationId xmlns:p14="http://schemas.microsoft.com/office/powerpoint/2010/main" val="4224524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A29DD-C637-6D58-9668-FD9661817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000" y="841447"/>
            <a:ext cx="10504000" cy="1101394"/>
          </a:xfrm>
        </p:spPr>
        <p:txBody>
          <a:bodyPr/>
          <a:lstStyle/>
          <a:p>
            <a:r>
              <a:rPr lang="en-US" altLang="zh-CN" dirty="0">
                <a:solidFill>
                  <a:srgbClr val="030553"/>
                </a:solidFill>
              </a:rPr>
              <a:t>Test Team Approach</a:t>
            </a:r>
            <a:endParaRPr lang="zh-CN" altLang="en-US" dirty="0">
              <a:solidFill>
                <a:srgbClr val="030553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7EAD9-959E-9DC1-682E-CB26BBBABDA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179810" y="2486482"/>
            <a:ext cx="4338570" cy="739384"/>
          </a:xfrm>
        </p:spPr>
        <p:txBody>
          <a:bodyPr/>
          <a:lstStyle/>
          <a:p>
            <a:r>
              <a:rPr lang="en-US" sz="2000" dirty="0">
                <a:solidFill>
                  <a:srgbClr val="03055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Preparation</a:t>
            </a:r>
            <a:endParaRPr lang="zh-CN" altLang="en-US" sz="2000" dirty="0">
              <a:solidFill>
                <a:srgbClr val="030553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7DFA98-E71B-0DD1-2D15-D11B9588553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79812" y="3237946"/>
            <a:ext cx="4338568" cy="806939"/>
          </a:xfrm>
        </p:spPr>
        <p:txBody>
          <a:bodyPr/>
          <a:lstStyle/>
          <a:p>
            <a:r>
              <a:rPr lang="en-US" sz="1800" dirty="0">
                <a:solidFill>
                  <a:srgbClr val="030553"/>
                </a:solidFill>
              </a:rPr>
              <a:t>Define the acceptance criteria and design the test cases</a:t>
            </a:r>
            <a:r>
              <a:rPr lang="en-US" sz="2000" dirty="0"/>
              <a:t>.</a:t>
            </a:r>
            <a:endParaRPr lang="en-US" altLang="zh-CN" sz="150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34B8151-9227-2E1F-90CC-CFCC6E625D9C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79810" y="4181052"/>
            <a:ext cx="4338570" cy="739384"/>
          </a:xfrm>
        </p:spPr>
        <p:txBody>
          <a:bodyPr/>
          <a:lstStyle/>
          <a:p>
            <a:r>
              <a:rPr lang="en-US" sz="2000" dirty="0">
                <a:solidFill>
                  <a:srgbClr val="03055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Reporting</a:t>
            </a:r>
            <a:endParaRPr lang="zh-CN" altLang="en-US" sz="2000" dirty="0">
              <a:solidFill>
                <a:srgbClr val="030553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4FF06B-FE34-6544-9BD7-41370866090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1580827" y="4932516"/>
            <a:ext cx="4145416" cy="806939"/>
          </a:xfrm>
        </p:spPr>
        <p:txBody>
          <a:bodyPr/>
          <a:lstStyle/>
          <a:p>
            <a:r>
              <a:rPr lang="en-US" sz="1800" dirty="0">
                <a:solidFill>
                  <a:srgbClr val="030553"/>
                </a:solidFill>
              </a:rPr>
              <a:t>Report the test results to the stakeholders</a:t>
            </a:r>
            <a:endParaRPr lang="en-US" altLang="zh-CN" dirty="0">
              <a:solidFill>
                <a:srgbClr val="030553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69F2DCA-60AE-BF82-A2A0-D7CE6B1BD4D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73618" y="2453583"/>
            <a:ext cx="4338570" cy="739384"/>
          </a:xfrm>
        </p:spPr>
        <p:txBody>
          <a:bodyPr/>
          <a:lstStyle/>
          <a:p>
            <a:r>
              <a:rPr lang="en-US" sz="2000" dirty="0">
                <a:solidFill>
                  <a:srgbClr val="03055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Execution</a:t>
            </a:r>
            <a:endParaRPr lang="zh-CN" altLang="en-US" sz="2000" dirty="0">
              <a:solidFill>
                <a:srgbClr val="030553"/>
              </a:solidFill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F006931-D748-8319-4CC6-5C0785AD4D3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73618" y="3205047"/>
            <a:ext cx="4338568" cy="806939"/>
          </a:xfrm>
        </p:spPr>
        <p:txBody>
          <a:bodyPr/>
          <a:lstStyle/>
          <a:p>
            <a:r>
              <a:rPr lang="en-US" sz="1800" dirty="0">
                <a:solidFill>
                  <a:srgbClr val="030553"/>
                </a:solidFill>
              </a:rPr>
              <a:t>Execute the test cases and document the results.</a:t>
            </a:r>
            <a:endParaRPr lang="en-US" altLang="zh-CN" dirty="0">
              <a:solidFill>
                <a:srgbClr val="030553"/>
              </a:solidFill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B1D61-37B3-937B-2699-0D0D0FFFE8B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73618" y="4148153"/>
            <a:ext cx="4338570" cy="739384"/>
          </a:xfrm>
        </p:spPr>
        <p:txBody>
          <a:bodyPr/>
          <a:lstStyle/>
          <a:p>
            <a:r>
              <a:rPr lang="en-US" sz="2000" dirty="0">
                <a:solidFill>
                  <a:srgbClr val="03055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Retesting And Regression Testing</a:t>
            </a:r>
            <a:endParaRPr lang="zh-CN" altLang="en-US" sz="2000" dirty="0">
              <a:solidFill>
                <a:srgbClr val="030553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E755FC0-15B7-4CE6-9003-292C2A6D423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73618" y="4887537"/>
            <a:ext cx="4845282" cy="806939"/>
          </a:xfrm>
        </p:spPr>
        <p:txBody>
          <a:bodyPr/>
          <a:lstStyle/>
          <a:p>
            <a:r>
              <a:rPr lang="en-US" sz="1800" dirty="0">
                <a:solidFill>
                  <a:srgbClr val="030553"/>
                </a:solidFill>
              </a:rPr>
              <a:t>If any defects are identified, they should be fixed and the affected test cases should be retested.</a:t>
            </a:r>
            <a:endParaRPr lang="en-US" altLang="zh-CN" sz="1200" dirty="0">
              <a:solidFill>
                <a:srgbClr val="030553"/>
              </a:solidFill>
            </a:endParaRP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0479CC94-F07B-A4E9-DCE2-D1CE6CC6ADD3}"/>
              </a:ext>
            </a:extLst>
          </p:cNvPr>
          <p:cNvSpPr txBox="1">
            <a:spLocks/>
          </p:cNvSpPr>
          <p:nvPr/>
        </p:nvSpPr>
        <p:spPr>
          <a:xfrm>
            <a:off x="5404081" y="5585317"/>
            <a:ext cx="1155238" cy="739384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marL="0" indent="0" algn="r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  <a:lvl2pPr marL="685800" indent="-228600" algn="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143000" indent="-228600" algn="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1600200" indent="-228600" algn="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2057400" indent="-228600" algn="r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03055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Sign-Off</a:t>
            </a:r>
            <a:endParaRPr lang="zh-CN" altLang="en-US" sz="2000" dirty="0">
              <a:solidFill>
                <a:srgbClr val="030553"/>
              </a:solidFill>
            </a:endParaRP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0EEC675F-5758-E28D-C46E-C67E17A28574}"/>
              </a:ext>
            </a:extLst>
          </p:cNvPr>
          <p:cNvSpPr txBox="1">
            <a:spLocks/>
          </p:cNvSpPr>
          <p:nvPr/>
        </p:nvSpPr>
        <p:spPr>
          <a:xfrm>
            <a:off x="3743967" y="6030390"/>
            <a:ext cx="5859302" cy="80693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-22860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>
                <a:solidFill>
                  <a:srgbClr val="030553"/>
                </a:solidFill>
              </a:rPr>
              <a:t>Upon successful completion of all tests, the stakeholders sign off on the acceptance of the application</a:t>
            </a:r>
            <a:endParaRPr lang="en-US" altLang="zh-CN" sz="105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723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81C58-6D1E-3ED3-84E1-4F042B4E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6047" y="461324"/>
            <a:ext cx="4361688" cy="468613"/>
          </a:xfrm>
        </p:spPr>
        <p:txBody>
          <a:bodyPr/>
          <a:lstStyle/>
          <a:p>
            <a:r>
              <a:rPr lang="en-US" sz="3200" dirty="0">
                <a:solidFill>
                  <a:srgbClr val="030553"/>
                </a:solidFill>
              </a:rPr>
              <a:t>Test Cases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C734EF4-DBFD-4193-A73B-D34A74598BA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419746" y="1028700"/>
            <a:ext cx="4362450" cy="2630962"/>
          </a:xfrm>
        </p:spPr>
      </p:pic>
      <p:pic>
        <p:nvPicPr>
          <p:cNvPr id="9" name="Content Placeholder 7">
            <a:extLst>
              <a:ext uri="{FF2B5EF4-FFF2-40B4-BE49-F238E27FC236}">
                <a16:creationId xmlns:a16="http://schemas.microsoft.com/office/drawing/2014/main" id="{311FC1D4-AA8A-2E88-158B-E9E2197FBF5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06836" y="1014219"/>
            <a:ext cx="4312064" cy="2630962"/>
          </a:xfrm>
          <a:prstGeom prst="rect">
            <a:avLst/>
          </a:prstGeom>
        </p:spPr>
      </p:pic>
      <p:pic>
        <p:nvPicPr>
          <p:cNvPr id="11" name="Content Placeholder 7">
            <a:extLst>
              <a:ext uri="{FF2B5EF4-FFF2-40B4-BE49-F238E27FC236}">
                <a16:creationId xmlns:a16="http://schemas.microsoft.com/office/drawing/2014/main" id="{3DDCFF28-E7FD-61DC-032F-A72D602951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68313" y="3951520"/>
            <a:ext cx="4450587" cy="2906480"/>
          </a:xfrm>
          <a:prstGeom prst="rect">
            <a:avLst/>
          </a:prstGeom>
        </p:spPr>
      </p:pic>
      <p:pic>
        <p:nvPicPr>
          <p:cNvPr id="12" name="Content Placeholder 7">
            <a:extLst>
              <a:ext uri="{FF2B5EF4-FFF2-40B4-BE49-F238E27FC236}">
                <a16:creationId xmlns:a16="http://schemas.microsoft.com/office/drawing/2014/main" id="{CEB9305A-7C3D-3041-8366-B804A1675BA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19746" y="4092029"/>
            <a:ext cx="4570708" cy="2701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656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C53A30A-4B1D-5E9A-F615-38DD081DC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104" y="2335500"/>
            <a:ext cx="6735597" cy="3793838"/>
          </a:xfrm>
        </p:spPr>
        <p:txBody>
          <a:bodyPr bIns="0"/>
          <a:lstStyle/>
          <a:p>
            <a:r>
              <a:rPr lang="en-US" altLang="zh-CN" sz="6600" dirty="0">
                <a:solidFill>
                  <a:srgbClr val="002060"/>
                </a:solidFill>
              </a:rPr>
              <a:t>Conclusion</a:t>
            </a:r>
            <a:r>
              <a:rPr lang="en-US" altLang="zh-CN" dirty="0">
                <a:solidFill>
                  <a:srgbClr val="002060"/>
                </a:solidFill>
              </a:rPr>
              <a:t> </a:t>
            </a:r>
            <a:br>
              <a:rPr lang="en-US" altLang="zh-CN" dirty="0">
                <a:solidFill>
                  <a:srgbClr val="002060"/>
                </a:solidFill>
              </a:rPr>
            </a:br>
            <a:endParaRPr lang="zh-CN" altLang="en-US" dirty="0">
              <a:solidFill>
                <a:srgbClr val="002060"/>
              </a:solidFill>
            </a:endParaRP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C32DD0-BD2F-6524-4667-DB5E224F949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3676" t="-1313" r="45954" b="1313"/>
          <a:stretch/>
        </p:blipFill>
        <p:spPr>
          <a:xfrm>
            <a:off x="6316788" y="1256403"/>
            <a:ext cx="3433914" cy="4541837"/>
          </a:xfrm>
        </p:spPr>
      </p:pic>
    </p:spTree>
    <p:extLst>
      <p:ext uri="{BB962C8B-B14F-4D97-AF65-F5344CB8AC3E}">
        <p14:creationId xmlns:p14="http://schemas.microsoft.com/office/powerpoint/2010/main" val="129312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DF166-70CC-C2F7-9854-12BB6D109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4015" y="1597866"/>
            <a:ext cx="9758710" cy="3570255"/>
          </a:xfrm>
        </p:spPr>
        <p:txBody>
          <a:bodyPr/>
          <a:lstStyle/>
          <a:p>
            <a:r>
              <a:rPr lang="en-US" altLang="zh-CN" sz="8800" dirty="0">
                <a:solidFill>
                  <a:srgbClr val="030553"/>
                </a:solidFill>
              </a:rPr>
              <a:t>Thank You</a:t>
            </a:r>
            <a:endParaRPr lang="zh-CN" altLang="en-US" sz="8800" dirty="0">
              <a:solidFill>
                <a:srgbClr val="03055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3925577"/>
      </p:ext>
    </p:extLst>
  </p:cSld>
  <p:clrMapOvr>
    <a:masterClrMapping/>
  </p:clrMapOvr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33668227_win32_fixed" id="{17DD1A52-D3DE-4BC7-AB4E-5ED952CBB3F4}" vid="{D8C85220-06A0-4E3D-954C-BC12E2647BFB}"/>
    </a:ext>
  </a:extLst>
</a:theme>
</file>

<file path=ppt/theme/theme2.xml><?xml version="1.0" encoding="utf-8"?>
<a:theme xmlns:a="http://schemas.openxmlformats.org/drawingml/2006/main" name="Custom Design">
  <a:themeElements>
    <a:clrScheme name="Product-Summary">
      <a:dk1>
        <a:srgbClr val="000000"/>
      </a:dk1>
      <a:lt1>
        <a:srgbClr val="FFFFFF"/>
      </a:lt1>
      <a:dk2>
        <a:srgbClr val="C16548"/>
      </a:dk2>
      <a:lt2>
        <a:srgbClr val="E7E6E6"/>
      </a:lt2>
      <a:accent1>
        <a:srgbClr val="C16548"/>
      </a:accent1>
      <a:accent2>
        <a:srgbClr val="E1C9C1"/>
      </a:accent2>
      <a:accent3>
        <a:srgbClr val="EFE9E7"/>
      </a:accent3>
      <a:accent4>
        <a:srgbClr val="7C8C5F"/>
      </a:accent4>
      <a:accent5>
        <a:srgbClr val="DAE7C3"/>
      </a:accent5>
      <a:accent6>
        <a:srgbClr val="ECF1E3"/>
      </a:accent6>
      <a:hlink>
        <a:srgbClr val="0563C1"/>
      </a:hlink>
      <a:folHlink>
        <a:srgbClr val="954F72"/>
      </a:folHlink>
    </a:clrScheme>
    <a:fontScheme name="Custom 11">
      <a:majorFont>
        <a:latin typeface="Felix Titling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vert="horz" lIns="0" tIns="0" rIns="0" bIns="0" rtlCol="0" anchor="t">
        <a:noAutofit/>
      </a:bodyPr>
      <a:lstStyle>
        <a:defPPr algn="l">
          <a:defRPr sz="75000" spc="500" dirty="0">
            <a:solidFill>
              <a:srgbClr val="C16548">
                <a:alpha val="5000"/>
              </a:srgbClr>
            </a:solidFill>
            <a:latin typeface="Felix Titling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">
  <a:themeElements>
    <a:clrScheme name="2.27方案3">
      <a:dk1>
        <a:sysClr val="windowText" lastClr="000000"/>
      </a:dk1>
      <a:lt1>
        <a:sysClr val="window" lastClr="FFFFFF"/>
      </a:lt1>
      <a:dk2>
        <a:srgbClr val="1453D4"/>
      </a:dk2>
      <a:lt2>
        <a:srgbClr val="DBEFF9"/>
      </a:lt2>
      <a:accent1>
        <a:srgbClr val="9BEAFF"/>
      </a:accent1>
      <a:accent2>
        <a:srgbClr val="70A7F3"/>
      </a:accent2>
      <a:accent3>
        <a:srgbClr val="32B7F3"/>
      </a:accent3>
      <a:accent4>
        <a:srgbClr val="071D28"/>
      </a:accent4>
      <a:accent5>
        <a:srgbClr val="598196"/>
      </a:accent5>
      <a:accent6>
        <a:srgbClr val="50BBC1"/>
      </a:accent6>
      <a:hlink>
        <a:srgbClr val="2995AD"/>
      </a:hlink>
      <a:folHlink>
        <a:srgbClr val="85DFD0"/>
      </a:folHlink>
    </a:clrScheme>
    <a:fontScheme name="Custom 2">
      <a:majorFont>
        <a:latin typeface="Arial"/>
        <a:ea typeface=""/>
        <a:cs typeface=""/>
      </a:majorFont>
      <a:minorFont>
        <a:latin typeface="Aptos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/>
          <a:srcRect/>
          <a:stretch>
            <a:fillRect t="-18412" b="-39640"/>
          </a:stretch>
        </a:blipFill>
        <a:ln>
          <a:noFill/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Custom">
  <a:themeElements>
    <a:clrScheme name="OP_001_Biz Presentation_Personal Budgeting_250210_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1871CA"/>
      </a:accent1>
      <a:accent2>
        <a:srgbClr val="F6C94C"/>
      </a:accent2>
      <a:accent3>
        <a:srgbClr val="02C9CE"/>
      </a:accent3>
      <a:accent4>
        <a:srgbClr val="92D050"/>
      </a:accent4>
      <a:accent5>
        <a:srgbClr val="8E7EF0"/>
      </a:accent5>
      <a:accent6>
        <a:srgbClr val="D90909"/>
      </a:accent6>
      <a:hlink>
        <a:srgbClr val="ED861F"/>
      </a:hlink>
      <a:folHlink>
        <a:srgbClr val="979797"/>
      </a:folHlink>
    </a:clrScheme>
    <a:fontScheme name="Custom">
      <a:majorFont>
        <a:latin typeface="Segoe UI Black"/>
        <a:ea typeface=""/>
        <a:cs typeface=""/>
      </a:majorFont>
      <a:minorFont>
        <a:latin typeface="Arial"/>
        <a:ea typeface=""/>
        <a:cs typeface=""/>
      </a:minorFont>
    </a:fontScheme>
    <a:fmtScheme name="OfficePLUS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PLUS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33668227_win32_fixed" id="{17DD1A52-D3DE-4BC7-AB4E-5ED952CBB3F4}" vid="{D8C85220-06A0-4E3D-954C-BC12E2647BFB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4" ma:contentTypeDescription="Create a new document." ma:contentTypeScope="" ma:versionID="2d714a3296df14eba7a100bb665443ca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49549bf45bfbbfb6cffed527380e77e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9900F64-9193-44F8-BD63-E681103777C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0CA4BDF-ECBC-4F8E-8F31-E58428FA4B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1421E6-0B73-4301-8D1C-0131DB42FA7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672</TotalTime>
  <Words>423</Words>
  <Application>Microsoft Office PowerPoint</Application>
  <PresentationFormat>Widescreen</PresentationFormat>
  <Paragraphs>126</Paragraphs>
  <Slides>19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19</vt:i4>
      </vt:variant>
    </vt:vector>
  </HeadingPairs>
  <TitlesOfParts>
    <vt:vector size="37" baseType="lpstr">
      <vt:lpstr>Aptos</vt:lpstr>
      <vt:lpstr>Arial</vt:lpstr>
      <vt:lpstr>Arial Black</vt:lpstr>
      <vt:lpstr>Avenir Book</vt:lpstr>
      <vt:lpstr>Avenir Heavy</vt:lpstr>
      <vt:lpstr>Avenir Next LT Pro</vt:lpstr>
      <vt:lpstr>Calibri</vt:lpstr>
      <vt:lpstr>Calibri Light</vt:lpstr>
      <vt:lpstr>Felix Titling</vt:lpstr>
      <vt:lpstr>Georgia</vt:lpstr>
      <vt:lpstr>Inter</vt:lpstr>
      <vt:lpstr>Segoe UI</vt:lpstr>
      <vt:lpstr>Segoe UI Black</vt:lpstr>
      <vt:lpstr>Office Theme</vt:lpstr>
      <vt:lpstr>Custom Design</vt:lpstr>
      <vt:lpstr>Custom</vt:lpstr>
      <vt:lpstr>1_Custom</vt:lpstr>
      <vt:lpstr>1_Office Theme</vt:lpstr>
      <vt:lpstr>Requirement Analysis Report </vt:lpstr>
      <vt:lpstr>Agenda</vt:lpstr>
      <vt:lpstr>Introduction</vt:lpstr>
      <vt:lpstr>Objective objective​ objective Methodology methodology methodology methodology</vt:lpstr>
      <vt:lpstr>PowerPoint Presentation</vt:lpstr>
      <vt:lpstr>Requirements Requirements Requirements Classification Classification Classification Classification</vt:lpstr>
      <vt:lpstr>Functional Requirements</vt:lpstr>
      <vt:lpstr>Non-Functional Requirements</vt:lpstr>
      <vt:lpstr>System Requirements</vt:lpstr>
      <vt:lpstr>User Requirements</vt:lpstr>
      <vt:lpstr>Prioritized Requirements</vt:lpstr>
      <vt:lpstr>Human resources slide 4</vt:lpstr>
      <vt:lpstr>Proposed Technology Stack</vt:lpstr>
      <vt:lpstr>Business Plan</vt:lpstr>
      <vt:lpstr>Acceptance Test Plan</vt:lpstr>
      <vt:lpstr>Test Team Approach</vt:lpstr>
      <vt:lpstr>Test Cases</vt:lpstr>
      <vt:lpstr>Conclusion 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Tifuh Percilia</cp:lastModifiedBy>
  <cp:revision>64</cp:revision>
  <dcterms:created xsi:type="dcterms:W3CDTF">2022-01-19T22:30:16Z</dcterms:created>
  <dcterms:modified xsi:type="dcterms:W3CDTF">2025-05-16T01:19:20Z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