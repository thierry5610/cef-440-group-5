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3.xml" ContentType="application/vnd.openxmlformats-officedocument.theme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5" r:id="rId5"/>
    <p:sldMasterId id="2147483680" r:id="rId6"/>
    <p:sldMasterId id="2147483743" r:id="rId7"/>
  </p:sldMasterIdLst>
  <p:notesMasterIdLst>
    <p:notesMasterId r:id="rId32"/>
  </p:notesMasterIdLst>
  <p:handoutMasterIdLst>
    <p:handoutMasterId r:id="rId33"/>
  </p:handoutMasterIdLst>
  <p:sldIdLst>
    <p:sldId id="362" r:id="rId8"/>
    <p:sldId id="389" r:id="rId9"/>
    <p:sldId id="405" r:id="rId10"/>
    <p:sldId id="406" r:id="rId11"/>
    <p:sldId id="382" r:id="rId12"/>
    <p:sldId id="395" r:id="rId13"/>
    <p:sldId id="417" r:id="rId14"/>
    <p:sldId id="400" r:id="rId15"/>
    <p:sldId id="407" r:id="rId16"/>
    <p:sldId id="408" r:id="rId17"/>
    <p:sldId id="309" r:id="rId18"/>
    <p:sldId id="409" r:id="rId19"/>
    <p:sldId id="410" r:id="rId20"/>
    <p:sldId id="411" r:id="rId21"/>
    <p:sldId id="412" r:id="rId22"/>
    <p:sldId id="413" r:id="rId23"/>
    <p:sldId id="414" r:id="rId24"/>
    <p:sldId id="415" r:id="rId25"/>
    <p:sldId id="377" r:id="rId26"/>
    <p:sldId id="388" r:id="rId27"/>
    <p:sldId id="402" r:id="rId28"/>
    <p:sldId id="404" r:id="rId29"/>
    <p:sldId id="310" r:id="rId30"/>
    <p:sldId id="343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4" userDrawn="1">
          <p15:clr>
            <a:srgbClr val="A4A3A4"/>
          </p15:clr>
        </p15:guide>
        <p15:guide id="2" pos="3768" userDrawn="1">
          <p15:clr>
            <a:srgbClr val="000000"/>
          </p15:clr>
        </p15:guide>
        <p15:guide id="3" pos="456" userDrawn="1">
          <p15:clr>
            <a:srgbClr val="A4A3A4"/>
          </p15:clr>
        </p15:guide>
        <p15:guide id="4" pos="72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0553"/>
    <a:srgbClr val="7BEBD8"/>
    <a:srgbClr val="6C92E1"/>
    <a:srgbClr val="8335E5"/>
    <a:srgbClr val="6B8DE1"/>
    <a:srgbClr val="6313DC"/>
    <a:srgbClr val="1E3ADA"/>
    <a:srgbClr val="7D4BC9"/>
    <a:srgbClr val="16286E"/>
    <a:srgbClr val="6524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854" autoAdjust="0"/>
    <p:restoredTop sz="94652" autoAdjust="0"/>
  </p:normalViewPr>
  <p:slideViewPr>
    <p:cSldViewPr snapToGrid="0" showGuides="1">
      <p:cViewPr varScale="1">
        <p:scale>
          <a:sx n="83" d="100"/>
          <a:sy n="83" d="100"/>
        </p:scale>
        <p:origin x="341" y="53"/>
      </p:cViewPr>
      <p:guideLst>
        <p:guide orient="horz" pos="2064"/>
        <p:guide pos="3768"/>
        <p:guide pos="456"/>
        <p:guide pos="720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0" d="100"/>
          <a:sy n="60" d="100"/>
        </p:scale>
        <p:origin x="3187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21" Type="http://schemas.openxmlformats.org/officeDocument/2006/relationships/slide" Target="slides/slide14.xml"/><Relationship Id="rId34" Type="http://schemas.openxmlformats.org/officeDocument/2006/relationships/presProps" Target="presProp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viewProps" Target="viewProps.xml"/><Relationship Id="rId8" Type="http://schemas.openxmlformats.org/officeDocument/2006/relationships/slide" Target="slides/slide1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xmlns="" id="{2AF506F9-91AB-457B-A321-BA32DFC452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EE71BC67-B9B6-41AE-BB4E-51234F20984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9C063D-436A-410C-A490-190D73BB5D3E}" type="datetimeFigureOut">
              <a:rPr lang="en-US" smtClean="0"/>
              <a:t>5/26/2025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A0E2BB79-F5ED-4C7F-A869-D9A323F2CA0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A40207CB-184F-4400-BBE4-E0B71DE0626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28996C-DF1E-45F4-80FD-86472FDB10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6848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B8BDD7-4F37-46AB-9A13-BF4D77EDD71D}" type="datetimeFigureOut">
              <a:rPr lang="en-US" smtClean="0"/>
              <a:t>5/26/2025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F8F48A-6110-47DA-8521-A1D1FFD22FE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4915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DB0BBB5-FEB0-47AD-A01D-A9D346203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58207C41-C17D-4E84-B9CC-CA142B94C1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245F25D-6082-47DE-9B2C-675944DD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E24B0FF-3B25-4E5C-A0A7-4E1636362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9377007-1A01-499B-ACAD-C9F9C20B7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962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0DADCE2-978E-4923-B0E9-4C966B679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EB0BD6-F012-4C6D-BDAD-9E90ED25A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EE2F9E5-192C-4E88-9147-D263893B1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94A7138-3EAF-4C9D-903E-55D9BC040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8DB0B82-496D-45C3-A682-7AF9AFFB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126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193DAD0-5F6F-47DA-A010-1C4A30C88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C8EFA6E-A768-42A8-B2C3-F100D8260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2F46640-E89E-47CE-984D-0C0ECF7CF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4177A8F-F167-4C43-AEE7-450670801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A1DA754-ED79-4909-833D-55BF9A5D8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0087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E9AA026-BFE6-4D2A-9ABF-C593B5666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14747E8-A36B-4B4A-B2A4-B5283152AB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D6C6B59D-87BD-4F32-B9BC-31F9B1A5D7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85C49B47-0C41-4DCC-9902-126916D9C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B7CD28B7-2F2D-4E80-A107-C1F266C63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835D650A-4D0F-46AE-A132-267FCD921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9876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D64C6F9-F6F6-4EA1-98AA-81B84F7CC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31B8B83E-B37C-46C9-8284-D6EBA0033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19A150B8-0288-44AC-9CE7-E7BD9FB32E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DCF5DCAE-6027-49B9-A818-F45FADE27B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684FAE16-DBCB-4A42-BFFC-053F2D529A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46E8C038-E6A1-499D-9E24-FA5980421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5/26/2025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F9F911B6-A759-487E-8CB6-CF9EF737F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EA906EC0-369D-4138-8D70-148CFDEE5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4554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8E02F8A-97AC-456C-B9E3-45A7D520C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8340F483-F2B9-47A3-9B5C-8C264B701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25849874-9D9B-4597-B20D-33D6F58BC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5B35894C-9062-435A-9758-82ED9C6D7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7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96A3F6AD-4D61-4238-AB7D-613625BFF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5/26/2025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D8AACDC9-944D-47C6-B286-82C86AD94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4EAAC43-3846-4080-B764-AB2DB308C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370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86F4779-0336-4AFA-B9A7-259EE8BEC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B82F449-DDC3-4694-81E5-91A4B8F43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F00A2C4-3B2E-46AC-9605-73F5B2CC1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46909769-F5A5-4635-BD0C-D6049DEB9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F9252DC3-D3D7-446F-A866-D7820B7BF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471CDB00-5218-4567-902B-845073BE8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128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8F661E4-9FF7-494B-A1C9-C9A1DD705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5D245657-DA21-4769-84F8-88DC644508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A167B310-6692-4981-9CB8-FE79A091F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E7DA2C9E-A9AD-4BB9-A691-90BB84F58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F4B3D45D-C826-4846-BBFC-A0D98B7E7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93516961-40DC-443E-9DB8-3A987DF4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333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2081C24-32F4-4208-B651-CDCBFCD03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48B74779-B577-461F-A409-71F6A5A11A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9B044BD-4FA0-432C-95D7-517D2DE8C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D17F283-FE61-4C9A-9E39-74D429C58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9F9B807-6FE9-4E47-846B-BCB39B7AE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985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D42594DD-FFD4-4AA9-BCDA-0BA87C1463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B79C2B6E-24EB-42CE-8B4D-3178D08C7E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4C92C56-63F3-4246-AAEE-2FBC89E80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5C10319-C816-40EC-B1D0-FD9748E41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854E9AB-6952-407A-9F06-2EB917172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716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113277B1-D0ED-1F93-2B04-7EF3B163864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5431" y="190500"/>
            <a:ext cx="5777442" cy="3960876"/>
          </a:xfrm>
        </p:spPr>
        <p:txBody>
          <a:bodyPr anchor="b"/>
          <a:lstStyle>
            <a:lvl1pPr algn="l">
              <a:spcBef>
                <a:spcPts val="0"/>
              </a:spcBef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xmlns="" id="{3530B387-44F6-F673-C06B-5BE9725D9B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5431" y="4253117"/>
            <a:ext cx="5779314" cy="1174224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AECFB4E9-DF6F-079B-673E-93FD784A7E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5431" y="5739518"/>
            <a:ext cx="1738083" cy="2743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xmlns="" id="{995CACC6-5EE3-524B-F9DF-9D1D8C066A5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12653" y="0"/>
            <a:ext cx="5679347" cy="6875770"/>
          </a:xfrm>
          <a:custGeom>
            <a:avLst/>
            <a:gdLst>
              <a:gd name="connsiteX0" fmla="*/ 2855788 w 5679347"/>
              <a:gd name="connsiteY0" fmla="*/ 3447486 h 6875770"/>
              <a:gd name="connsiteX1" fmla="*/ 4251452 w 5679347"/>
              <a:gd name="connsiteY1" fmla="*/ 3447486 h 6875770"/>
              <a:gd name="connsiteX2" fmla="*/ 4251452 w 5679347"/>
              <a:gd name="connsiteY2" fmla="*/ 6864339 h 6875770"/>
              <a:gd name="connsiteX3" fmla="*/ 2855788 w 5679347"/>
              <a:gd name="connsiteY3" fmla="*/ 6864339 h 6875770"/>
              <a:gd name="connsiteX4" fmla="*/ 1427894 w 5679347"/>
              <a:gd name="connsiteY4" fmla="*/ 3447486 h 6875770"/>
              <a:gd name="connsiteX5" fmla="*/ 2823558 w 5679347"/>
              <a:gd name="connsiteY5" fmla="*/ 3447486 h 6875770"/>
              <a:gd name="connsiteX6" fmla="*/ 2823558 w 5679347"/>
              <a:gd name="connsiteY6" fmla="*/ 6864339 h 6875770"/>
              <a:gd name="connsiteX7" fmla="*/ 1427894 w 5679347"/>
              <a:gd name="connsiteY7" fmla="*/ 6864339 h 6875770"/>
              <a:gd name="connsiteX8" fmla="*/ 4283683 w 5679347"/>
              <a:gd name="connsiteY8" fmla="*/ 1442090 h 6875770"/>
              <a:gd name="connsiteX9" fmla="*/ 5001917 w 5679347"/>
              <a:gd name="connsiteY9" fmla="*/ 1442090 h 6875770"/>
              <a:gd name="connsiteX10" fmla="*/ 5098111 w 5679347"/>
              <a:gd name="connsiteY10" fmla="*/ 1451787 h 6875770"/>
              <a:gd name="connsiteX11" fmla="*/ 5679347 w 5679347"/>
              <a:gd name="connsiteY11" fmla="*/ 2164940 h 6875770"/>
              <a:gd name="connsiteX12" fmla="*/ 5679347 w 5679347"/>
              <a:gd name="connsiteY12" fmla="*/ 6875770 h 6875770"/>
              <a:gd name="connsiteX13" fmla="*/ 4283683 w 5679347"/>
              <a:gd name="connsiteY13" fmla="*/ 6875770 h 6875770"/>
              <a:gd name="connsiteX14" fmla="*/ 2855788 w 5679347"/>
              <a:gd name="connsiteY14" fmla="*/ 0 h 6875770"/>
              <a:gd name="connsiteX15" fmla="*/ 4251452 w 5679347"/>
              <a:gd name="connsiteY15" fmla="*/ 0 h 6875770"/>
              <a:gd name="connsiteX16" fmla="*/ 4251452 w 5679347"/>
              <a:gd name="connsiteY16" fmla="*/ 3416853 h 6875770"/>
              <a:gd name="connsiteX17" fmla="*/ 2855788 w 5679347"/>
              <a:gd name="connsiteY17" fmla="*/ 3416853 h 6875770"/>
              <a:gd name="connsiteX18" fmla="*/ 1427894 w 5679347"/>
              <a:gd name="connsiteY18" fmla="*/ 0 h 6875770"/>
              <a:gd name="connsiteX19" fmla="*/ 2823558 w 5679347"/>
              <a:gd name="connsiteY19" fmla="*/ 0 h 6875770"/>
              <a:gd name="connsiteX20" fmla="*/ 2823558 w 5679347"/>
              <a:gd name="connsiteY20" fmla="*/ 3416853 h 6875770"/>
              <a:gd name="connsiteX21" fmla="*/ 1427894 w 5679347"/>
              <a:gd name="connsiteY21" fmla="*/ 3416853 h 6875770"/>
              <a:gd name="connsiteX22" fmla="*/ 0 w 5679347"/>
              <a:gd name="connsiteY22" fmla="*/ 0 h 6875770"/>
              <a:gd name="connsiteX23" fmla="*/ 1395664 w 5679347"/>
              <a:gd name="connsiteY23" fmla="*/ 0 h 6875770"/>
              <a:gd name="connsiteX24" fmla="*/ 1395664 w 5679347"/>
              <a:gd name="connsiteY24" fmla="*/ 5433680 h 6875770"/>
              <a:gd name="connsiteX25" fmla="*/ 727933 w 5679347"/>
              <a:gd name="connsiteY25" fmla="*/ 5433680 h 6875770"/>
              <a:gd name="connsiteX26" fmla="*/ 581236 w 5679347"/>
              <a:gd name="connsiteY26" fmla="*/ 5418892 h 6875770"/>
              <a:gd name="connsiteX27" fmla="*/ 0 w 5679347"/>
              <a:gd name="connsiteY27" fmla="*/ 4705739 h 6875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679347" h="6875770">
                <a:moveTo>
                  <a:pt x="2855788" y="3447486"/>
                </a:moveTo>
                <a:lnTo>
                  <a:pt x="4251452" y="3447486"/>
                </a:lnTo>
                <a:lnTo>
                  <a:pt x="4251452" y="6864339"/>
                </a:lnTo>
                <a:lnTo>
                  <a:pt x="2855788" y="6864339"/>
                </a:lnTo>
                <a:close/>
                <a:moveTo>
                  <a:pt x="1427894" y="3447486"/>
                </a:moveTo>
                <a:lnTo>
                  <a:pt x="2823558" y="3447486"/>
                </a:lnTo>
                <a:lnTo>
                  <a:pt x="2823558" y="6864339"/>
                </a:lnTo>
                <a:lnTo>
                  <a:pt x="1427894" y="6864339"/>
                </a:lnTo>
                <a:close/>
                <a:moveTo>
                  <a:pt x="4283683" y="1442090"/>
                </a:moveTo>
                <a:lnTo>
                  <a:pt x="5001917" y="1442090"/>
                </a:lnTo>
                <a:lnTo>
                  <a:pt x="5098111" y="1451787"/>
                </a:lnTo>
                <a:cubicBezTo>
                  <a:pt x="5429822" y="1519665"/>
                  <a:pt x="5679347" y="1813163"/>
                  <a:pt x="5679347" y="2164940"/>
                </a:cubicBezTo>
                <a:lnTo>
                  <a:pt x="5679347" y="6875770"/>
                </a:lnTo>
                <a:lnTo>
                  <a:pt x="4283683" y="6875770"/>
                </a:lnTo>
                <a:close/>
                <a:moveTo>
                  <a:pt x="2855788" y="0"/>
                </a:moveTo>
                <a:lnTo>
                  <a:pt x="4251452" y="0"/>
                </a:lnTo>
                <a:lnTo>
                  <a:pt x="4251452" y="3416853"/>
                </a:lnTo>
                <a:lnTo>
                  <a:pt x="2855788" y="3416853"/>
                </a:lnTo>
                <a:close/>
                <a:moveTo>
                  <a:pt x="1427894" y="0"/>
                </a:moveTo>
                <a:lnTo>
                  <a:pt x="2823558" y="0"/>
                </a:lnTo>
                <a:lnTo>
                  <a:pt x="2823558" y="3416853"/>
                </a:lnTo>
                <a:lnTo>
                  <a:pt x="1427894" y="3416853"/>
                </a:lnTo>
                <a:close/>
                <a:moveTo>
                  <a:pt x="0" y="0"/>
                </a:moveTo>
                <a:lnTo>
                  <a:pt x="1395664" y="0"/>
                </a:lnTo>
                <a:lnTo>
                  <a:pt x="1395664" y="5433680"/>
                </a:lnTo>
                <a:lnTo>
                  <a:pt x="727933" y="5433680"/>
                </a:lnTo>
                <a:lnTo>
                  <a:pt x="581236" y="5418892"/>
                </a:lnTo>
                <a:cubicBezTo>
                  <a:pt x="249526" y="5351014"/>
                  <a:pt x="0" y="5057516"/>
                  <a:pt x="0" y="4705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xmlns="" id="{3AA858DD-5732-D62C-5397-EBE1E9F3B2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820142DC-7CAA-D291-2AD5-EB9A2A176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8E63FE10-3EE7-C466-9C34-9CB62B95E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96222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5159547C-AB38-C793-550F-7C7D6CEE22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78224" y="-1"/>
            <a:ext cx="11035552" cy="6858001"/>
          </a:xfrm>
          <a:noFill/>
        </p:spPr>
        <p:txBody>
          <a:bodyPr lIns="0" tIns="0" rIns="0" bIns="0" anchor="ctr">
            <a:noAutofit/>
          </a:bodyPr>
          <a:lstStyle>
            <a:lvl1pPr algn="l">
              <a:defRPr sz="8000" kern="1200" spc="1000" baseline="0">
                <a:ln>
                  <a:noFill/>
                </a:ln>
                <a:solidFill>
                  <a:srgbClr val="CB6E50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</a:p>
        </p:txBody>
      </p:sp>
      <p:sp>
        <p:nvSpPr>
          <p:cNvPr id="8" name="Picture Placeholder 26">
            <a:extLst>
              <a:ext uri="{FF2B5EF4-FFF2-40B4-BE49-F238E27FC236}">
                <a16:creationId xmlns:a16="http://schemas.microsoft.com/office/drawing/2014/main" xmlns="" id="{C0B4C216-E27C-7A50-CF5C-D340913FF5A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28308" y="604554"/>
            <a:ext cx="4085468" cy="5136084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tx2">
              <a:lumMod val="7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venir Book" panose="020005030200000200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E0C4CF15-8EEB-3E61-A35B-A44FACDCD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8308" y="5901989"/>
            <a:ext cx="4085468" cy="468087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800" b="0" i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9725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xmlns="" id="{F986A58D-6106-E01B-0BDC-2F992AD25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1399032"/>
            <a:ext cx="5486400" cy="676656"/>
          </a:xfrm>
        </p:spPr>
        <p:txBody>
          <a:bodyPr lIns="0" tIns="0" rIns="0" bIns="0" anchor="ctr"/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xmlns="" id="{CC404B5F-F158-CEF8-E5AF-9B7601510F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8232" y="1481328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xmlns="" id="{25014DBD-FC37-6FBB-AEBA-C826652821F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28232" y="3941064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xmlns="" id="{F62835A7-C3E7-285E-CDF2-A44B022CFA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326880" y="1481328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xmlns="" id="{EB251253-703B-546E-AB34-52E0AE4AA6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326880" y="3941064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xmlns="" id="{AAD5CDF0-03F4-067C-A930-F9EEE3F0E32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28232" y="215798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xmlns="" id="{1EA0E8C0-9652-ED9C-4CD9-6B72392D6DF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428232" y="462686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18">
            <a:extLst>
              <a:ext uri="{FF2B5EF4-FFF2-40B4-BE49-F238E27FC236}">
                <a16:creationId xmlns:a16="http://schemas.microsoft.com/office/drawing/2014/main" xmlns="" id="{50155057-5F64-A44D-EBB6-913EC89187C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26880" y="215798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xmlns="" id="{095532FA-0A0C-CF19-D640-F92609A7822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6880" y="462686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09263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26">
            <a:extLst>
              <a:ext uri="{FF2B5EF4-FFF2-40B4-BE49-F238E27FC236}">
                <a16:creationId xmlns:a16="http://schemas.microsoft.com/office/drawing/2014/main" xmlns="" id="{6A67D644-32E7-08DE-4A04-59BC59DA67E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923536" y="697867"/>
            <a:ext cx="4344928" cy="5462266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E5736C06-E9E1-16BE-139D-B69DCBBD28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0"/>
            <a:ext cx="10515600" cy="1736204"/>
          </a:xfrm>
        </p:spPr>
        <p:txBody>
          <a:bodyPr anchor="ctr">
            <a:noAutofit/>
          </a:bodyPr>
          <a:lstStyle>
            <a:lvl1pPr algn="ctr">
              <a:defRPr sz="80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xmlns="" id="{C21A91CD-FAA1-12A5-36FC-FB6877A5CFC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7235" y="5501848"/>
            <a:ext cx="10515600" cy="1356152"/>
          </a:xfrm>
        </p:spPr>
        <p:txBody>
          <a:bodyPr anchor="ctr">
            <a:noAutofit/>
          </a:bodyPr>
          <a:lstStyle>
            <a:lvl1pPr marL="0" indent="0" algn="ctr">
              <a:buNone/>
              <a:defRPr sz="8000" b="0" spc="500" baseline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4705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xmlns="" id="{610349A9-96E5-48EF-811D-326560B8C1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0572" y="1188358"/>
            <a:ext cx="5962964" cy="1335273"/>
          </a:xfrm>
        </p:spPr>
        <p:txBody>
          <a:bodyPr lIns="0" tIns="0" rIns="0" bIns="0" anchor="t">
            <a:noAutofit/>
          </a:bodyPr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Master title style</a:t>
            </a:r>
          </a:p>
        </p:txBody>
      </p:sp>
      <p:sp>
        <p:nvSpPr>
          <p:cNvPr id="15" name="Picture Placeholder 26">
            <a:extLst>
              <a:ext uri="{FF2B5EF4-FFF2-40B4-BE49-F238E27FC236}">
                <a16:creationId xmlns:a16="http://schemas.microsoft.com/office/drawing/2014/main" xmlns="" id="{E0689DF6-C6F5-534C-0D45-ED59D00312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8200" y="860958"/>
            <a:ext cx="4085468" cy="5136084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xmlns="" id="{EB251253-703B-546E-AB34-52E0AE4AA6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590571" y="3000733"/>
            <a:ext cx="5763227" cy="2996309"/>
          </a:xfrm>
        </p:spPr>
        <p:txBody>
          <a:bodyPr lIns="0" tIns="0" rIns="0" bIns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72509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192137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Click to edit Master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xmlns="" id="{08E835A2-9A63-E732-F9E2-A4F4914B176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6455" y="1834688"/>
            <a:ext cx="5310927" cy="723085"/>
          </a:xfr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2400" b="0" i="0" spc="5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xmlns="" id="{7CA4D69F-DA63-104E-3FB3-1F2D82C3B59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44466" y="1834688"/>
            <a:ext cx="5310927" cy="723085"/>
          </a:xfr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2400" b="0" i="0" spc="5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xmlns="" id="{CC404B5F-F158-CEF8-E5AF-9B7601510FA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6455" y="2557773"/>
            <a:ext cx="1769072" cy="425705"/>
          </a:xfr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xmlns="" id="{CAC50623-C141-FF48-2679-AD0F48D51D1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405526" y="2557773"/>
            <a:ext cx="1772935" cy="425705"/>
          </a:xfr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xmlns="" id="{FAAA39D6-45B2-A7D3-5DC3-C2459FFFC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78310" y="2557773"/>
            <a:ext cx="1769072" cy="425705"/>
          </a:xfr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xmlns="" id="{08456420-6A32-6316-DB13-BD852A1B7EC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244466" y="2557773"/>
            <a:ext cx="1769072" cy="425705"/>
          </a:xfrm>
          <a:solidFill>
            <a:schemeClr val="accent2"/>
          </a:solidFill>
          <a:ln>
            <a:solidFill>
              <a:schemeClr val="accent1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xmlns="" id="{4006011E-82D1-0E59-8663-132BB94A82A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013537" y="2557773"/>
            <a:ext cx="1772935" cy="425705"/>
          </a:xfrm>
          <a:solidFill>
            <a:schemeClr val="accent2"/>
          </a:solidFill>
          <a:ln>
            <a:solidFill>
              <a:schemeClr val="accent1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xmlns="" id="{979E2337-5EFF-E5EE-D81F-00E835015F4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786321" y="2557773"/>
            <a:ext cx="1769072" cy="425705"/>
          </a:xfrm>
          <a:solidFill>
            <a:schemeClr val="accent2"/>
          </a:solidFill>
          <a:ln>
            <a:solidFill>
              <a:schemeClr val="accent1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xmlns="" id="{BAB66CF5-0D1B-FF68-BB2E-8A5D28F0BC56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636455" y="2983478"/>
            <a:ext cx="1769071" cy="2707233"/>
          </a:xfrm>
          <a:ln>
            <a:solidFill>
              <a:schemeClr val="accent4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xmlns="" id="{52E7EFCE-36D7-CF86-2FEF-E3734FE9950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2405295" y="2983478"/>
            <a:ext cx="1772935" cy="2707233"/>
          </a:xfrm>
          <a:ln>
            <a:solidFill>
              <a:schemeClr val="accent4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xmlns="" id="{6E1DCC08-6799-A1AC-28C2-A872BAF1E55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4178463" y="2983478"/>
            <a:ext cx="1768919" cy="2707233"/>
          </a:xfrm>
          <a:ln>
            <a:solidFill>
              <a:schemeClr val="accent4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Text Placeholder 18">
            <a:extLst>
              <a:ext uri="{FF2B5EF4-FFF2-40B4-BE49-F238E27FC236}">
                <a16:creationId xmlns:a16="http://schemas.microsoft.com/office/drawing/2014/main" xmlns="" id="{CE1BF705-AAB1-D537-2C0D-A795D1D4D176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6244466" y="2983478"/>
            <a:ext cx="1769071" cy="2707233"/>
          </a:xfrm>
          <a:ln>
            <a:solidFill>
              <a:schemeClr val="accent1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1" name="Text Placeholder 18">
            <a:extLst>
              <a:ext uri="{FF2B5EF4-FFF2-40B4-BE49-F238E27FC236}">
                <a16:creationId xmlns:a16="http://schemas.microsoft.com/office/drawing/2014/main" xmlns="" id="{5F504EFC-46D9-97D5-DA53-4D8EB52D134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8013306" y="2983478"/>
            <a:ext cx="1772935" cy="2707233"/>
          </a:xfrm>
          <a:ln>
            <a:solidFill>
              <a:schemeClr val="accent1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xmlns="" id="{C1231552-C2DF-2460-9DCB-33B1379D7509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9786474" y="2983478"/>
            <a:ext cx="1768919" cy="2707233"/>
          </a:xfrm>
          <a:ln>
            <a:solidFill>
              <a:schemeClr val="accent1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966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xmlns="" id="{87B17915-F2EE-16C0-9704-09115209610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064" y="1655064"/>
            <a:ext cx="11164824" cy="4599432"/>
          </a:xfrm>
        </p:spPr>
        <p:txBody>
          <a:bodyPr>
            <a:noAutofit/>
          </a:bodyPr>
          <a:lstStyle>
            <a:lvl1pPr>
              <a:defRPr sz="3200"/>
            </a:lvl1pPr>
            <a:lvl2pPr marL="457200" indent="0" algn="l">
              <a:buNone/>
              <a:defRPr sz="14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1"/>
            <a:r>
              <a:rPr lang="en-US" dirty="0"/>
              <a:t>Smart Graphic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262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xmlns="" id="{2A29FDC8-4969-6E0E-767C-B89B08D3D23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2336" y="2195513"/>
            <a:ext cx="1743075" cy="3884612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30000" b="0" spc="50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914400" lvl="0" indent="-1143000">
              <a:spcBef>
                <a:spcPct val="0"/>
              </a:spcBef>
            </a:pPr>
            <a:r>
              <a:rPr lang="en-US" dirty="0"/>
              <a:t>0</a:t>
            </a:r>
          </a:p>
        </p:txBody>
      </p:sp>
      <p:sp>
        <p:nvSpPr>
          <p:cNvPr id="7" name="Text Placeholder 18">
            <a:extLst>
              <a:ext uri="{FF2B5EF4-FFF2-40B4-BE49-F238E27FC236}">
                <a16:creationId xmlns:a16="http://schemas.microsoft.com/office/drawing/2014/main" xmlns="" id="{894B01F3-B2C5-4835-6EF9-A40EB060128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55389" y="2703910"/>
            <a:ext cx="1743062" cy="250334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xmlns="" id="{49CE4F9C-B2A8-323E-0B57-0B8FD348FA1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820511" y="2196231"/>
            <a:ext cx="1743075" cy="3884612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30000" b="0" spc="50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914400" lvl="0" indent="-1143000">
              <a:spcBef>
                <a:spcPct val="0"/>
              </a:spcBef>
            </a:pPr>
            <a:r>
              <a:rPr lang="en-US" dirty="0"/>
              <a:t>0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xmlns="" id="{E9B260B4-D1BC-635B-D388-0E1A9CF2C18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30848" y="2703910"/>
            <a:ext cx="1743062" cy="250334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xmlns="" id="{6470C7D3-57C4-0583-E642-C6AB3565F6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32902" y="2196231"/>
            <a:ext cx="1743075" cy="3884612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30000" b="0" spc="50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914400" lvl="0" indent="-1143000">
              <a:spcBef>
                <a:spcPct val="0"/>
              </a:spcBef>
            </a:pPr>
            <a:r>
              <a:rPr lang="en-US" dirty="0"/>
              <a:t>0</a:t>
            </a:r>
          </a:p>
        </p:txBody>
      </p:sp>
      <p:sp>
        <p:nvSpPr>
          <p:cNvPr id="15" name="Text Placeholder 18">
            <a:extLst>
              <a:ext uri="{FF2B5EF4-FFF2-40B4-BE49-F238E27FC236}">
                <a16:creationId xmlns:a16="http://schemas.microsoft.com/office/drawing/2014/main" xmlns="" id="{6978037E-3163-1C71-E997-16A7D05981D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810474" y="2703910"/>
            <a:ext cx="1743062" cy="250334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856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Placeholder 3">
            <a:extLst>
              <a:ext uri="{FF2B5EF4-FFF2-40B4-BE49-F238E27FC236}">
                <a16:creationId xmlns:a16="http://schemas.microsoft.com/office/drawing/2014/main" xmlns="" id="{575FF4D9-84C9-19DB-9830-B3FFCD6F52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-621792"/>
            <a:ext cx="12192000" cy="7825231"/>
          </a:xfrm>
        </p:spPr>
        <p:txBody>
          <a:bodyPr lIns="0" tIns="0" rIns="0" bIns="0">
            <a:noAutofit/>
          </a:bodyPr>
          <a:lstStyle>
            <a:lvl1pPr marL="0" indent="0" algn="ctr">
              <a:spcBef>
                <a:spcPts val="0"/>
              </a:spcBef>
              <a:buNone/>
              <a:defRPr sz="8500" b="0" spc="1000" baseline="0">
                <a:solidFill>
                  <a:schemeClr val="bg1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Master 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xmlns="" id="{878CB881-B4B6-F9E5-06B7-B87D6D5300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31067" y="-2"/>
            <a:ext cx="5329866" cy="6858002"/>
          </a:xfrm>
          <a:custGeom>
            <a:avLst/>
            <a:gdLst>
              <a:gd name="connsiteX0" fmla="*/ 1468671 w 5329866"/>
              <a:gd name="connsiteY0" fmla="*/ 0 h 6858002"/>
              <a:gd name="connsiteX1" fmla="*/ 3861196 w 5329866"/>
              <a:gd name="connsiteY1" fmla="*/ 0 h 6858002"/>
              <a:gd name="connsiteX2" fmla="*/ 3935199 w 5329866"/>
              <a:gd name="connsiteY2" fmla="*/ 35649 h 6858002"/>
              <a:gd name="connsiteX3" fmla="*/ 5329866 w 5329866"/>
              <a:gd name="connsiteY3" fmla="*/ 2378940 h 6858002"/>
              <a:gd name="connsiteX4" fmla="*/ 5326197 w 5329866"/>
              <a:gd name="connsiteY4" fmla="*/ 2451598 h 6858002"/>
              <a:gd name="connsiteX5" fmla="*/ 5329866 w 5329866"/>
              <a:gd name="connsiteY5" fmla="*/ 2451598 h 6858002"/>
              <a:gd name="connsiteX6" fmla="*/ 5329866 w 5329866"/>
              <a:gd name="connsiteY6" fmla="*/ 4479063 h 6858002"/>
              <a:gd name="connsiteX7" fmla="*/ 5329866 w 5329866"/>
              <a:gd name="connsiteY7" fmla="*/ 4613615 h 6858002"/>
              <a:gd name="connsiteX8" fmla="*/ 5323072 w 5329866"/>
              <a:gd name="connsiteY8" fmla="*/ 4613615 h 6858002"/>
              <a:gd name="connsiteX9" fmla="*/ 5316108 w 5329866"/>
              <a:gd name="connsiteY9" fmla="*/ 4751537 h 6858002"/>
              <a:gd name="connsiteX10" fmla="*/ 4074162 w 5329866"/>
              <a:gd name="connsiteY10" fmla="*/ 6741332 h 6858002"/>
              <a:gd name="connsiteX11" fmla="*/ 3866899 w 5329866"/>
              <a:gd name="connsiteY11" fmla="*/ 6858002 h 6858002"/>
              <a:gd name="connsiteX12" fmla="*/ 1462968 w 5329866"/>
              <a:gd name="connsiteY12" fmla="*/ 6858002 h 6858002"/>
              <a:gd name="connsiteX13" fmla="*/ 1255705 w 5329866"/>
              <a:gd name="connsiteY13" fmla="*/ 6741332 h 6858002"/>
              <a:gd name="connsiteX14" fmla="*/ 13759 w 5329866"/>
              <a:gd name="connsiteY14" fmla="*/ 4751537 h 6858002"/>
              <a:gd name="connsiteX15" fmla="*/ 6794 w 5329866"/>
              <a:gd name="connsiteY15" fmla="*/ 4613615 h 6858002"/>
              <a:gd name="connsiteX16" fmla="*/ 2 w 5329866"/>
              <a:gd name="connsiteY16" fmla="*/ 4613615 h 6858002"/>
              <a:gd name="connsiteX17" fmla="*/ 2 w 5329866"/>
              <a:gd name="connsiteY17" fmla="*/ 4479105 h 6858002"/>
              <a:gd name="connsiteX18" fmla="*/ 0 w 5329866"/>
              <a:gd name="connsiteY18" fmla="*/ 4479063 h 6858002"/>
              <a:gd name="connsiteX19" fmla="*/ 2 w 5329866"/>
              <a:gd name="connsiteY19" fmla="*/ 4479021 h 6858002"/>
              <a:gd name="connsiteX20" fmla="*/ 2 w 5329866"/>
              <a:gd name="connsiteY20" fmla="*/ 2451598 h 6858002"/>
              <a:gd name="connsiteX21" fmla="*/ 3670 w 5329866"/>
              <a:gd name="connsiteY21" fmla="*/ 2451598 h 6858002"/>
              <a:gd name="connsiteX22" fmla="*/ 0 w 5329866"/>
              <a:gd name="connsiteY22" fmla="*/ 2378940 h 6858002"/>
              <a:gd name="connsiteX23" fmla="*/ 1394668 w 5329866"/>
              <a:gd name="connsiteY23" fmla="*/ 35649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5329866" h="6858002">
                <a:moveTo>
                  <a:pt x="1468671" y="0"/>
                </a:moveTo>
                <a:lnTo>
                  <a:pt x="3861196" y="0"/>
                </a:lnTo>
                <a:lnTo>
                  <a:pt x="3935199" y="35649"/>
                </a:lnTo>
                <a:cubicBezTo>
                  <a:pt x="4765925" y="486927"/>
                  <a:pt x="5329866" y="1367076"/>
                  <a:pt x="5329866" y="2378940"/>
                </a:cubicBezTo>
                <a:lnTo>
                  <a:pt x="5326197" y="2451598"/>
                </a:lnTo>
                <a:lnTo>
                  <a:pt x="5329866" y="2451598"/>
                </a:lnTo>
                <a:lnTo>
                  <a:pt x="5329866" y="4479063"/>
                </a:lnTo>
                <a:lnTo>
                  <a:pt x="5329866" y="4613615"/>
                </a:lnTo>
                <a:lnTo>
                  <a:pt x="5323072" y="4613615"/>
                </a:lnTo>
                <a:lnTo>
                  <a:pt x="5316108" y="4751537"/>
                </a:lnTo>
                <a:cubicBezTo>
                  <a:pt x="5230813" y="5591419"/>
                  <a:pt x="4755512" y="6316003"/>
                  <a:pt x="4074162" y="6741332"/>
                </a:cubicBezTo>
                <a:lnTo>
                  <a:pt x="3866899" y="6858002"/>
                </a:lnTo>
                <a:lnTo>
                  <a:pt x="1462968" y="6858002"/>
                </a:lnTo>
                <a:lnTo>
                  <a:pt x="1255705" y="6741332"/>
                </a:lnTo>
                <a:cubicBezTo>
                  <a:pt x="574355" y="6316003"/>
                  <a:pt x="99054" y="5591419"/>
                  <a:pt x="13759" y="4751537"/>
                </a:cubicBezTo>
                <a:lnTo>
                  <a:pt x="6794" y="4613615"/>
                </a:lnTo>
                <a:lnTo>
                  <a:pt x="2" y="4613615"/>
                </a:lnTo>
                <a:lnTo>
                  <a:pt x="2" y="4479105"/>
                </a:lnTo>
                <a:lnTo>
                  <a:pt x="0" y="4479063"/>
                </a:lnTo>
                <a:lnTo>
                  <a:pt x="2" y="4479021"/>
                </a:lnTo>
                <a:lnTo>
                  <a:pt x="2" y="2451598"/>
                </a:lnTo>
                <a:lnTo>
                  <a:pt x="3670" y="2451598"/>
                </a:lnTo>
                <a:lnTo>
                  <a:pt x="0" y="2378940"/>
                </a:lnTo>
                <a:cubicBezTo>
                  <a:pt x="0" y="1367076"/>
                  <a:pt x="563941" y="486927"/>
                  <a:pt x="1394668" y="3564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4" name="Title 2">
            <a:extLst>
              <a:ext uri="{FF2B5EF4-FFF2-40B4-BE49-F238E27FC236}">
                <a16:creationId xmlns:a16="http://schemas.microsoft.com/office/drawing/2014/main" xmlns="" id="{B731088F-47E0-33BA-856D-6E68D4A69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4054639"/>
            <a:ext cx="12192000" cy="996696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en-US" sz="8500" b="0" i="0" spc="1000" dirty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indent="0" algn="ctr"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Master Title</a:t>
            </a:r>
          </a:p>
        </p:txBody>
      </p:sp>
    </p:spTree>
    <p:extLst>
      <p:ext uri="{BB962C8B-B14F-4D97-AF65-F5344CB8AC3E}">
        <p14:creationId xmlns:p14="http://schemas.microsoft.com/office/powerpoint/2010/main" val="10907474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5736C06-E9E1-16BE-139D-B69DCBBD28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0572" y="1188358"/>
            <a:ext cx="6099858" cy="1335273"/>
          </a:xfrm>
        </p:spPr>
        <p:txBody>
          <a:bodyPr lIns="0" tIns="0" rIns="0" bIns="0" anchor="t">
            <a:noAutofit/>
          </a:bodyPr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Master title style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xmlns="" id="{67897E40-8096-E77D-E61A-A0AAC64EA41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38481" y="581371"/>
            <a:ext cx="3884344" cy="5415673"/>
          </a:xfrm>
          <a:custGeom>
            <a:avLst/>
            <a:gdLst>
              <a:gd name="connsiteX0" fmla="*/ 1942453 w 3884344"/>
              <a:gd name="connsiteY0" fmla="*/ 0 h 5415673"/>
              <a:gd name="connsiteX1" fmla="*/ 3874878 w 3884344"/>
              <a:gd name="connsiteY1" fmla="*/ 1743849 h 5415673"/>
              <a:gd name="connsiteX2" fmla="*/ 3884344 w 3884344"/>
              <a:gd name="connsiteY2" fmla="*/ 1931324 h 5415673"/>
              <a:gd name="connsiteX3" fmla="*/ 3884344 w 3884344"/>
              <a:gd name="connsiteY3" fmla="*/ 1953581 h 5415673"/>
              <a:gd name="connsiteX4" fmla="*/ 3882232 w 3884344"/>
              <a:gd name="connsiteY4" fmla="*/ 1995413 h 5415673"/>
              <a:gd name="connsiteX5" fmla="*/ 3884344 w 3884344"/>
              <a:gd name="connsiteY5" fmla="*/ 1995413 h 5415673"/>
              <a:gd name="connsiteX6" fmla="*/ 3884344 w 3884344"/>
              <a:gd name="connsiteY6" fmla="*/ 3571294 h 5415673"/>
              <a:gd name="connsiteX7" fmla="*/ 3879954 w 3884344"/>
              <a:gd name="connsiteY7" fmla="*/ 3571294 h 5415673"/>
              <a:gd name="connsiteX8" fmla="*/ 3874878 w 3884344"/>
              <a:gd name="connsiteY8" fmla="*/ 3671825 h 5415673"/>
              <a:gd name="connsiteX9" fmla="*/ 1942453 w 3884344"/>
              <a:gd name="connsiteY9" fmla="*/ 5415673 h 5415673"/>
              <a:gd name="connsiteX10" fmla="*/ 10029 w 3884344"/>
              <a:gd name="connsiteY10" fmla="*/ 3671825 h 5415673"/>
              <a:gd name="connsiteX11" fmla="*/ 4952 w 3884344"/>
              <a:gd name="connsiteY11" fmla="*/ 3571294 h 5415673"/>
              <a:gd name="connsiteX12" fmla="*/ 2 w 3884344"/>
              <a:gd name="connsiteY12" fmla="*/ 3571294 h 5415673"/>
              <a:gd name="connsiteX13" fmla="*/ 2 w 3884344"/>
              <a:gd name="connsiteY13" fmla="*/ 3473251 h 5415673"/>
              <a:gd name="connsiteX14" fmla="*/ 0 w 3884344"/>
              <a:gd name="connsiteY14" fmla="*/ 3473220 h 5415673"/>
              <a:gd name="connsiteX15" fmla="*/ 2 w 3884344"/>
              <a:gd name="connsiteY15" fmla="*/ 3473189 h 5415673"/>
              <a:gd name="connsiteX16" fmla="*/ 2 w 3884344"/>
              <a:gd name="connsiteY16" fmla="*/ 1995413 h 5415673"/>
              <a:gd name="connsiteX17" fmla="*/ 2675 w 3884344"/>
              <a:gd name="connsiteY17" fmla="*/ 1995413 h 5415673"/>
              <a:gd name="connsiteX18" fmla="*/ 0 w 3884344"/>
              <a:gd name="connsiteY18" fmla="*/ 1942453 h 5415673"/>
              <a:gd name="connsiteX19" fmla="*/ 1942453 w 3884344"/>
              <a:gd name="connsiteY19" fmla="*/ 0 h 5415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884344" h="5415673">
                <a:moveTo>
                  <a:pt x="1942453" y="0"/>
                </a:moveTo>
                <a:cubicBezTo>
                  <a:pt x="2948191" y="0"/>
                  <a:pt x="3775405" y="764355"/>
                  <a:pt x="3874878" y="1743849"/>
                </a:cubicBezTo>
                <a:lnTo>
                  <a:pt x="3884344" y="1931324"/>
                </a:lnTo>
                <a:lnTo>
                  <a:pt x="3884344" y="1953581"/>
                </a:lnTo>
                <a:lnTo>
                  <a:pt x="3882232" y="1995413"/>
                </a:lnTo>
                <a:lnTo>
                  <a:pt x="3884344" y="1995413"/>
                </a:lnTo>
                <a:lnTo>
                  <a:pt x="3884344" y="3571294"/>
                </a:lnTo>
                <a:lnTo>
                  <a:pt x="3879954" y="3571294"/>
                </a:lnTo>
                <a:lnTo>
                  <a:pt x="3874878" y="3671825"/>
                </a:lnTo>
                <a:cubicBezTo>
                  <a:pt x="3775404" y="4651319"/>
                  <a:pt x="2948192" y="5415673"/>
                  <a:pt x="1942453" y="5415673"/>
                </a:cubicBezTo>
                <a:cubicBezTo>
                  <a:pt x="936714" y="5415673"/>
                  <a:pt x="109502" y="4651319"/>
                  <a:pt x="10029" y="3671825"/>
                </a:cubicBezTo>
                <a:lnTo>
                  <a:pt x="4952" y="3571294"/>
                </a:lnTo>
                <a:lnTo>
                  <a:pt x="2" y="3571294"/>
                </a:lnTo>
                <a:lnTo>
                  <a:pt x="2" y="3473251"/>
                </a:lnTo>
                <a:lnTo>
                  <a:pt x="0" y="3473220"/>
                </a:lnTo>
                <a:lnTo>
                  <a:pt x="2" y="3473189"/>
                </a:lnTo>
                <a:lnTo>
                  <a:pt x="2" y="1995413"/>
                </a:lnTo>
                <a:lnTo>
                  <a:pt x="2675" y="1995413"/>
                </a:lnTo>
                <a:lnTo>
                  <a:pt x="0" y="1942453"/>
                </a:lnTo>
                <a:cubicBezTo>
                  <a:pt x="0" y="869666"/>
                  <a:pt x="869666" y="0"/>
                  <a:pt x="1942453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/>
            </a:lvl1pPr>
          </a:lstStyle>
          <a:p>
            <a:endParaRPr lang="en-US" dirty="0"/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xmlns="" id="{6414DEE6-A86D-4699-E6EF-CE6745F5D44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90571" y="3000733"/>
            <a:ext cx="2916821" cy="42826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xmlns="" id="{C68EE5CA-4729-4FEA-F1BC-F976BEEBC48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73609" y="3000733"/>
            <a:ext cx="2916821" cy="42826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xmlns="" id="{CA3BC7A6-D12C-160A-CB5C-E5560525089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590571" y="3530279"/>
            <a:ext cx="2916821" cy="2466764"/>
          </a:xfrm>
        </p:spPr>
        <p:txBody>
          <a:bodyPr lIns="0" tIns="0" rIns="0" bIns="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xmlns="" id="{72DF7BAB-7F6A-3D7B-F8A9-D7C4BD1D3B6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773609" y="3530279"/>
            <a:ext cx="2916821" cy="2466764"/>
          </a:xfrm>
        </p:spPr>
        <p:txBody>
          <a:bodyPr lIns="0" tIns="0" rIns="0" bIns="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292453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xmlns="" id="{1916A793-0543-8519-4E06-4D8E6A4E8CE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9100" y="1837944"/>
            <a:ext cx="11353800" cy="3019086"/>
          </a:xfrm>
        </p:spPr>
        <p:txBody>
          <a:bodyPr>
            <a:noAutofit/>
          </a:bodyPr>
          <a:lstStyle>
            <a:lvl1pPr>
              <a:defRPr sz="3200"/>
            </a:lvl1pPr>
            <a:lvl2pPr marL="457200" indent="0" algn="l">
              <a:buNone/>
              <a:defRPr sz="14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1"/>
            <a:r>
              <a:rPr lang="en-US" dirty="0"/>
              <a:t>Smart Graphic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xmlns="" id="{2FA2A82A-5FFB-EAB7-624A-E00F9EA6DEC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8459" y="5232509"/>
            <a:ext cx="2188729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xmlns="" id="{1DD59288-2C4C-BA2F-F3C9-CEEC7BBAE55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547242" y="5232509"/>
            <a:ext cx="2188728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xmlns="" id="{A221A6B3-B644-8124-2E99-CBB5C1C0B2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456023" y="5232509"/>
            <a:ext cx="2188729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xmlns="" id="{282FC433-EED8-C305-2AE2-E3BC9D42E55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64806" y="5232509"/>
            <a:ext cx="2188729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9" name="Text Placeholder 18">
            <a:extLst>
              <a:ext uri="{FF2B5EF4-FFF2-40B4-BE49-F238E27FC236}">
                <a16:creationId xmlns:a16="http://schemas.microsoft.com/office/drawing/2014/main" xmlns="" id="{0824A580-B433-CC76-2FDC-C607FC5ECF8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38459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18">
            <a:extLst>
              <a:ext uri="{FF2B5EF4-FFF2-40B4-BE49-F238E27FC236}">
                <a16:creationId xmlns:a16="http://schemas.microsoft.com/office/drawing/2014/main" xmlns="" id="{479803CA-9514-7183-8AC8-13CC5B84064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3547241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xmlns="" id="{861F1384-35C1-15D1-9228-D96AC95355B8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456023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1" name="Text Placeholder 18">
            <a:extLst>
              <a:ext uri="{FF2B5EF4-FFF2-40B4-BE49-F238E27FC236}">
                <a16:creationId xmlns:a16="http://schemas.microsoft.com/office/drawing/2014/main" xmlns="" id="{38B1D216-8DC7-A8D4-4857-4C7529D982EF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64806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2301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26">
            <a:extLst>
              <a:ext uri="{FF2B5EF4-FFF2-40B4-BE49-F238E27FC236}">
                <a16:creationId xmlns:a16="http://schemas.microsoft.com/office/drawing/2014/main" xmlns="" id="{E0689DF6-C6F5-534C-0D45-ED59D00312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8200" y="860958"/>
            <a:ext cx="4085468" cy="5136084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 b="0" i="0">
                <a:solidFill>
                  <a:schemeClr val="bg1"/>
                </a:solidFill>
                <a:latin typeface="Avenir Book" panose="020005030200000200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248A60E5-D102-7326-D77E-C6DF8BDDA7D6}"/>
              </a:ext>
            </a:extLst>
          </p:cNvPr>
          <p:cNvSpPr txBox="1"/>
          <p:nvPr userDrawn="1"/>
        </p:nvSpPr>
        <p:spPr>
          <a:xfrm>
            <a:off x="6598508" y="60795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xmlns="" id="{2D67076B-6CF0-B20E-9689-27FA1127A7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8851" y="0"/>
            <a:ext cx="8160152" cy="6858000"/>
          </a:xfrm>
        </p:spPr>
        <p:txBody>
          <a:bodyPr anchor="ctr">
            <a:noAutofit/>
          </a:bodyPr>
          <a:lstStyle>
            <a:lvl1pPr algn="l">
              <a:defRPr sz="8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</a:p>
        </p:txBody>
      </p:sp>
    </p:spTree>
    <p:extLst>
      <p:ext uri="{BB962C8B-B14F-4D97-AF65-F5344CB8AC3E}">
        <p14:creationId xmlns:p14="http://schemas.microsoft.com/office/powerpoint/2010/main" val="29235182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xmlns="" id="{F986A58D-6106-E01B-0BDC-2F992AD25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5" name="Picture Placeholder 5">
            <a:extLst>
              <a:ext uri="{FF2B5EF4-FFF2-40B4-BE49-F238E27FC236}">
                <a16:creationId xmlns:a16="http://schemas.microsoft.com/office/drawing/2014/main" xmlns="" id="{3F266306-412A-D7DE-40EF-45BBA13E556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38460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33" name="Picture Placeholder 5">
            <a:extLst>
              <a:ext uri="{FF2B5EF4-FFF2-40B4-BE49-F238E27FC236}">
                <a16:creationId xmlns:a16="http://schemas.microsoft.com/office/drawing/2014/main" xmlns="" id="{28BF9A91-4021-72CF-EEBD-43B8B2F764A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534372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xmlns="" id="{5D88CB52-BC08-9751-260B-B531030DCAB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430282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xmlns="" id="{06E6C850-58C9-7074-08C7-7D24B9A951FD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26190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xmlns="" id="{CC404B5F-F158-CEF8-E5AF-9B7601510F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46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xmlns="" id="{0A395A78-D15C-3B71-AC48-52F422FF299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53437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xmlns="" id="{C26292D0-5ED9-B06E-0FEC-5ECF9B61DA1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3028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xmlns="" id="{7025E22B-8EFC-3B41-7DF2-F2F0FBBFC2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32619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8" name="Text Placeholder 18">
            <a:extLst>
              <a:ext uri="{FF2B5EF4-FFF2-40B4-BE49-F238E27FC236}">
                <a16:creationId xmlns:a16="http://schemas.microsoft.com/office/drawing/2014/main" xmlns="" id="{459D7743-7A8F-C73A-B9D5-49190ED512A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638462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Text Placeholder 18">
            <a:extLst>
              <a:ext uri="{FF2B5EF4-FFF2-40B4-BE49-F238E27FC236}">
                <a16:creationId xmlns:a16="http://schemas.microsoft.com/office/drawing/2014/main" xmlns="" id="{D4BD1280-EFE5-3F5B-2E53-29FC62D2218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534372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6" name="Text Placeholder 18">
            <a:extLst>
              <a:ext uri="{FF2B5EF4-FFF2-40B4-BE49-F238E27FC236}">
                <a16:creationId xmlns:a16="http://schemas.microsoft.com/office/drawing/2014/main" xmlns="" id="{D7323A54-CEF7-D9AE-B43D-CCF5F95273CC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430282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5" name="Text Placeholder 18">
            <a:extLst>
              <a:ext uri="{FF2B5EF4-FFF2-40B4-BE49-F238E27FC236}">
                <a16:creationId xmlns:a16="http://schemas.microsoft.com/office/drawing/2014/main" xmlns="" id="{C50A54A3-4CD3-53F4-3FFE-F664FBFCB16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6191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53062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3">
            <a:extLst>
              <a:ext uri="{FF2B5EF4-FFF2-40B4-BE49-F238E27FC236}">
                <a16:creationId xmlns:a16="http://schemas.microsoft.com/office/drawing/2014/main" xmlns="" id="{75B86244-CE85-A100-2FAE-57F9E99595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83681" y="4554640"/>
            <a:ext cx="7156551" cy="992899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8000" b="0" spc="1000" baseline="0">
                <a:solidFill>
                  <a:schemeClr val="bg1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xmlns="" id="{41BADE24-E02E-B86B-4973-FF07C9C25E1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3681" y="1296361"/>
            <a:ext cx="7156551" cy="992899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8000" b="0" spc="1000" baseline="0">
                <a:solidFill>
                  <a:schemeClr val="bg1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Master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xmlns="" id="{096E5F1B-46ED-3EC5-71CF-9A8DF9B5AA9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78452" y="1"/>
            <a:ext cx="5329866" cy="6857999"/>
          </a:xfrm>
          <a:custGeom>
            <a:avLst/>
            <a:gdLst>
              <a:gd name="connsiteX0" fmla="*/ 1468669 w 5329866"/>
              <a:gd name="connsiteY0" fmla="*/ 0 h 6857999"/>
              <a:gd name="connsiteX1" fmla="*/ 3861198 w 5329866"/>
              <a:gd name="connsiteY1" fmla="*/ 0 h 6857999"/>
              <a:gd name="connsiteX2" fmla="*/ 3935198 w 5329866"/>
              <a:gd name="connsiteY2" fmla="*/ 35648 h 6857999"/>
              <a:gd name="connsiteX3" fmla="*/ 5329866 w 5329866"/>
              <a:gd name="connsiteY3" fmla="*/ 2378939 h 6857999"/>
              <a:gd name="connsiteX4" fmla="*/ 5326197 w 5329866"/>
              <a:gd name="connsiteY4" fmla="*/ 2451597 h 6857999"/>
              <a:gd name="connsiteX5" fmla="*/ 5329866 w 5329866"/>
              <a:gd name="connsiteY5" fmla="*/ 2451597 h 6857999"/>
              <a:gd name="connsiteX6" fmla="*/ 5329866 w 5329866"/>
              <a:gd name="connsiteY6" fmla="*/ 4479062 h 6857999"/>
              <a:gd name="connsiteX7" fmla="*/ 5329866 w 5329866"/>
              <a:gd name="connsiteY7" fmla="*/ 4613614 h 6857999"/>
              <a:gd name="connsiteX8" fmla="*/ 5323072 w 5329866"/>
              <a:gd name="connsiteY8" fmla="*/ 4613614 h 6857999"/>
              <a:gd name="connsiteX9" fmla="*/ 5316108 w 5329866"/>
              <a:gd name="connsiteY9" fmla="*/ 4751536 h 6857999"/>
              <a:gd name="connsiteX10" fmla="*/ 4074162 w 5329866"/>
              <a:gd name="connsiteY10" fmla="*/ 6741331 h 6857999"/>
              <a:gd name="connsiteX11" fmla="*/ 3866902 w 5329866"/>
              <a:gd name="connsiteY11" fmla="*/ 6857999 h 6857999"/>
              <a:gd name="connsiteX12" fmla="*/ 1462965 w 5329866"/>
              <a:gd name="connsiteY12" fmla="*/ 6857999 h 6857999"/>
              <a:gd name="connsiteX13" fmla="*/ 1255705 w 5329866"/>
              <a:gd name="connsiteY13" fmla="*/ 6741331 h 6857999"/>
              <a:gd name="connsiteX14" fmla="*/ 13759 w 5329866"/>
              <a:gd name="connsiteY14" fmla="*/ 4751536 h 6857999"/>
              <a:gd name="connsiteX15" fmla="*/ 6794 w 5329866"/>
              <a:gd name="connsiteY15" fmla="*/ 4613614 h 6857999"/>
              <a:gd name="connsiteX16" fmla="*/ 2 w 5329866"/>
              <a:gd name="connsiteY16" fmla="*/ 4613614 h 6857999"/>
              <a:gd name="connsiteX17" fmla="*/ 2 w 5329866"/>
              <a:gd name="connsiteY17" fmla="*/ 4479104 h 6857999"/>
              <a:gd name="connsiteX18" fmla="*/ 0 w 5329866"/>
              <a:gd name="connsiteY18" fmla="*/ 4479062 h 6857999"/>
              <a:gd name="connsiteX19" fmla="*/ 2 w 5329866"/>
              <a:gd name="connsiteY19" fmla="*/ 4479020 h 6857999"/>
              <a:gd name="connsiteX20" fmla="*/ 2 w 5329866"/>
              <a:gd name="connsiteY20" fmla="*/ 2451597 h 6857999"/>
              <a:gd name="connsiteX21" fmla="*/ 3670 w 5329866"/>
              <a:gd name="connsiteY21" fmla="*/ 2451597 h 6857999"/>
              <a:gd name="connsiteX22" fmla="*/ 0 w 5329866"/>
              <a:gd name="connsiteY22" fmla="*/ 2378939 h 6857999"/>
              <a:gd name="connsiteX23" fmla="*/ 1394668 w 5329866"/>
              <a:gd name="connsiteY23" fmla="*/ 3564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5329866" h="6857999">
                <a:moveTo>
                  <a:pt x="1468669" y="0"/>
                </a:moveTo>
                <a:lnTo>
                  <a:pt x="3861198" y="0"/>
                </a:lnTo>
                <a:lnTo>
                  <a:pt x="3935198" y="35648"/>
                </a:lnTo>
                <a:cubicBezTo>
                  <a:pt x="4765925" y="486926"/>
                  <a:pt x="5329866" y="1367075"/>
                  <a:pt x="5329866" y="2378939"/>
                </a:cubicBezTo>
                <a:lnTo>
                  <a:pt x="5326197" y="2451597"/>
                </a:lnTo>
                <a:lnTo>
                  <a:pt x="5329866" y="2451597"/>
                </a:lnTo>
                <a:lnTo>
                  <a:pt x="5329866" y="4479062"/>
                </a:lnTo>
                <a:lnTo>
                  <a:pt x="5329866" y="4613614"/>
                </a:lnTo>
                <a:lnTo>
                  <a:pt x="5323072" y="4613614"/>
                </a:lnTo>
                <a:lnTo>
                  <a:pt x="5316108" y="4751536"/>
                </a:lnTo>
                <a:cubicBezTo>
                  <a:pt x="5230813" y="5591417"/>
                  <a:pt x="4755512" y="6316001"/>
                  <a:pt x="4074162" y="6741331"/>
                </a:cubicBezTo>
                <a:lnTo>
                  <a:pt x="3866902" y="6857999"/>
                </a:lnTo>
                <a:lnTo>
                  <a:pt x="1462965" y="6857999"/>
                </a:lnTo>
                <a:lnTo>
                  <a:pt x="1255705" y="6741331"/>
                </a:lnTo>
                <a:cubicBezTo>
                  <a:pt x="574355" y="6316001"/>
                  <a:pt x="99054" y="5591417"/>
                  <a:pt x="13759" y="4751536"/>
                </a:cubicBezTo>
                <a:lnTo>
                  <a:pt x="6794" y="4613614"/>
                </a:lnTo>
                <a:lnTo>
                  <a:pt x="2" y="4613614"/>
                </a:lnTo>
                <a:lnTo>
                  <a:pt x="2" y="4479104"/>
                </a:lnTo>
                <a:lnTo>
                  <a:pt x="0" y="4479062"/>
                </a:lnTo>
                <a:lnTo>
                  <a:pt x="2" y="4479020"/>
                </a:lnTo>
                <a:lnTo>
                  <a:pt x="2" y="2451597"/>
                </a:lnTo>
                <a:lnTo>
                  <a:pt x="3670" y="2451597"/>
                </a:lnTo>
                <a:lnTo>
                  <a:pt x="0" y="2378939"/>
                </a:lnTo>
                <a:cubicBezTo>
                  <a:pt x="0" y="1367075"/>
                  <a:pt x="563941" y="486926"/>
                  <a:pt x="1394668" y="35648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xmlns="" id="{3E88BC5D-D10D-D2EE-8AE9-4CDCE46A20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3681" y="2404268"/>
            <a:ext cx="7217511" cy="20494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8000" b="0" i="0" spc="10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indent="0"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Master Title</a:t>
            </a:r>
          </a:p>
        </p:txBody>
      </p:sp>
    </p:spTree>
    <p:extLst>
      <p:ext uri="{BB962C8B-B14F-4D97-AF65-F5344CB8AC3E}">
        <p14:creationId xmlns:p14="http://schemas.microsoft.com/office/powerpoint/2010/main" val="31517799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>
            <a:extLst>
              <a:ext uri="{FF2B5EF4-FFF2-40B4-BE49-F238E27FC236}">
                <a16:creationId xmlns:a16="http://schemas.microsoft.com/office/drawing/2014/main" xmlns="" id="{245CA8F2-58D1-3DCE-8413-CE65DE3496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90962" y="-801666"/>
            <a:ext cx="4667994" cy="7825231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8500" b="0" spc="650" baseline="0">
                <a:solidFill>
                  <a:schemeClr val="tx2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Thank</a:t>
            </a:r>
          </a:p>
          <a:p>
            <a:pPr lvl="0"/>
            <a:r>
              <a:rPr lang="en-US" dirty="0"/>
              <a:t>Thank</a:t>
            </a:r>
          </a:p>
          <a:p>
            <a:pPr lvl="0"/>
            <a:r>
              <a:rPr lang="en-US" dirty="0"/>
              <a:t>Thank you</a:t>
            </a:r>
          </a:p>
          <a:p>
            <a:pPr lvl="0"/>
            <a:r>
              <a:rPr lang="en-US" dirty="0"/>
              <a:t>You</a:t>
            </a:r>
          </a:p>
          <a:p>
            <a:pPr lvl="0"/>
            <a:r>
              <a:rPr lang="en-US" dirty="0"/>
              <a:t>You</a:t>
            </a:r>
          </a:p>
          <a:p>
            <a:pPr lvl="0"/>
            <a:r>
              <a:rPr lang="en-US" dirty="0"/>
              <a:t>you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xmlns="" id="{DAB6B870-F337-8AB9-902B-76B31B88B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039033"/>
            <a:ext cx="3478306" cy="3186954"/>
          </a:xfrm>
        </p:spPr>
        <p:txBody>
          <a:bodyPr vert="horz" lIns="0" tIns="0" rIns="0" bIns="0" rtlCol="0" anchor="t">
            <a:noAutofit/>
          </a:bodyPr>
          <a:lstStyle>
            <a:lvl1pPr>
              <a:lnSpc>
                <a:spcPct val="150000"/>
              </a:lnSpc>
              <a:defRPr lang="en-US" sz="1600" b="1" i="0" spc="5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Click to edit Master title style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xmlns="" id="{C413E8F7-437B-CCB5-23CA-F7ABF62FD06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90962" y="1467062"/>
            <a:ext cx="4667994" cy="2420772"/>
          </a:xfrm>
        </p:spPr>
        <p:txBody>
          <a:bodyPr lIns="0" tIns="0" rIns="0" bIns="0" anchor="ctr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8500" b="0" spc="65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8208256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xmlns="" id="{7128F4A2-EE01-4CBA-242B-892F9376B8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583" y="383156"/>
            <a:ext cx="10865317" cy="3768220"/>
          </a:xfrm>
        </p:spPr>
        <p:txBody>
          <a:bodyPr anchor="b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xmlns="" id="{06F3E6C8-C3BA-6487-EC36-6942C4DAAA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3583" y="4253117"/>
            <a:ext cx="10865317" cy="1174224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xmlns="" id="{02B64614-3490-74B5-758E-8582A71C07E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3583" y="5739518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41" name="Date Placeholder 3">
            <a:extLst>
              <a:ext uri="{FF2B5EF4-FFF2-40B4-BE49-F238E27FC236}">
                <a16:creationId xmlns:a16="http://schemas.microsoft.com/office/drawing/2014/main" xmlns="" id="{1B0611EC-60B3-4B52-5BE8-A3E876EC97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42" name="Footer Placeholder 4">
            <a:extLst>
              <a:ext uri="{FF2B5EF4-FFF2-40B4-BE49-F238E27FC236}">
                <a16:creationId xmlns:a16="http://schemas.microsoft.com/office/drawing/2014/main" xmlns="" id="{13590703-55FF-F73B-5303-1591B4AED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altLang="zh-CN"/>
              <a:t>Sample Footer Text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xmlns="" id="{7A28125E-23C5-98AD-F07E-1C566FF15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xmlns="" id="{7D1D96DE-89C2-BD2A-B692-1F230A408BE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6667500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xmlns="" id="{13D87E77-30FE-04FB-AEB9-3EA6403692F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3854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7370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xmlns="" id="{962B6FC0-CD1A-BD65-FEB7-E284C451FDF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740624" y="5739518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xmlns="" id="{127A418C-2617-BA69-B155-E2F7C513B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225" y="4253117"/>
            <a:ext cx="10912199" cy="1174224"/>
          </a:xfrm>
        </p:spPr>
        <p:txBody>
          <a:bodyPr/>
          <a:lstStyle>
            <a:lvl1pPr marL="0" indent="0" algn="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xmlns="" id="{F49CB64D-D719-084C-2B74-BFFBB84F6AA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225" y="383156"/>
            <a:ext cx="10912199" cy="3768220"/>
          </a:xfrm>
        </p:spPr>
        <p:txBody>
          <a:bodyPr anchor="b"/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xmlns="" id="{AA6442EC-060A-D246-CC1B-D250262DD9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xmlns="" id="{1C3DCF65-6641-B724-7326-DD1DD9AC9E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xmlns="" id="{DE701096-2A85-8EA8-A5EC-D38F540D6A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xmlns="" id="{13D87E77-30FE-04FB-AEB9-3EA6403692F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01897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xmlns="" id="{7D1D96DE-89C2-BD2A-B692-1F230A408BE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67500"/>
            <a:ext cx="122424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5586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xmlns="" id="{6B506746-8C45-7F37-9AFA-B89A7E4B41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2600" y="258991"/>
            <a:ext cx="8667749" cy="3869961"/>
          </a:xfrm>
        </p:spPr>
        <p:txBody>
          <a:bodyPr anchor="b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xmlns="" id="{61F45EC4-F660-165A-7E92-5E4D61FF2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2600" y="4253117"/>
            <a:ext cx="8667749" cy="1174224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xmlns="" id="{BBDC9E52-28EA-4972-BBAC-559097CE3A4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752600" y="5501906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xmlns="" id="{05735AC1-FB26-8EA1-D027-17E089CC71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xmlns="" id="{48419612-CEB2-94CD-7A31-DCA2B214A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xmlns="" id="{22EF214D-7620-1A42-7B18-3AB9F24AB6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0" name="Straight Connector 31">
            <a:extLst>
              <a:ext uri="{FF2B5EF4-FFF2-40B4-BE49-F238E27FC236}">
                <a16:creationId xmlns:a16="http://schemas.microsoft.com/office/drawing/2014/main" xmlns="" id="{5405B0AF-EA77-026D-D39C-F2BDC1C05CD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67500"/>
            <a:ext cx="122424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2">
            <a:extLst>
              <a:ext uri="{FF2B5EF4-FFF2-40B4-BE49-F238E27FC236}">
                <a16:creationId xmlns:a16="http://schemas.microsoft.com/office/drawing/2014/main" xmlns="" id="{1A7CF60F-B95D-2C6B-49CD-826DAEBA8C0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01897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5348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37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BAFF9E1B-D277-3CD7-0505-70A3DF503C8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26571" y="3939701"/>
            <a:ext cx="11517086" cy="1424780"/>
          </a:xfrm>
        </p:spPr>
        <p:txBody>
          <a:bodyPr anchor="b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xmlns="" id="{D3C34CE9-1C8A-039B-8096-4B97AF95A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6571" y="5387064"/>
            <a:ext cx="11517086" cy="43849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xmlns="" id="{8BAD26A8-E2F7-88F3-1B9C-84798D9CA70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" y="0"/>
            <a:ext cx="12192001" cy="3771900"/>
          </a:xfrm>
          <a:custGeom>
            <a:avLst/>
            <a:gdLst>
              <a:gd name="connsiteX0" fmla="*/ 2060179 w 12192001"/>
              <a:gd name="connsiteY0" fmla="*/ 2536316 h 3771900"/>
              <a:gd name="connsiteX1" fmla="*/ 12192001 w 12192001"/>
              <a:gd name="connsiteY1" fmla="*/ 2536316 h 3771900"/>
              <a:gd name="connsiteX2" fmla="*/ 12192001 w 12192001"/>
              <a:gd name="connsiteY2" fmla="*/ 3771900 h 3771900"/>
              <a:gd name="connsiteX3" fmla="*/ 2060179 w 12192001"/>
              <a:gd name="connsiteY3" fmla="*/ 3771900 h 3771900"/>
              <a:gd name="connsiteX4" fmla="*/ 6112791 w 12192001"/>
              <a:gd name="connsiteY4" fmla="*/ 1262587 h 3771900"/>
              <a:gd name="connsiteX5" fmla="*/ 12192000 w 12192001"/>
              <a:gd name="connsiteY5" fmla="*/ 1262587 h 3771900"/>
              <a:gd name="connsiteX6" fmla="*/ 12192000 w 12192001"/>
              <a:gd name="connsiteY6" fmla="*/ 2498171 h 3771900"/>
              <a:gd name="connsiteX7" fmla="*/ 6112791 w 12192001"/>
              <a:gd name="connsiteY7" fmla="*/ 2498171 h 3771900"/>
              <a:gd name="connsiteX8" fmla="*/ 0 w 12192001"/>
              <a:gd name="connsiteY8" fmla="*/ 1262587 h 3771900"/>
              <a:gd name="connsiteX9" fmla="*/ 6079209 w 12192001"/>
              <a:gd name="connsiteY9" fmla="*/ 1262587 h 3771900"/>
              <a:gd name="connsiteX10" fmla="*/ 6079209 w 12192001"/>
              <a:gd name="connsiteY10" fmla="*/ 2498171 h 3771900"/>
              <a:gd name="connsiteX11" fmla="*/ 0 w 12192001"/>
              <a:gd name="connsiteY11" fmla="*/ 2498171 h 3771900"/>
              <a:gd name="connsiteX12" fmla="*/ 0 w 12192001"/>
              <a:gd name="connsiteY12" fmla="*/ 0 h 3771900"/>
              <a:gd name="connsiteX13" fmla="*/ 10131822 w 12192001"/>
              <a:gd name="connsiteY13" fmla="*/ 0 h 3771900"/>
              <a:gd name="connsiteX14" fmla="*/ 10131822 w 12192001"/>
              <a:gd name="connsiteY14" fmla="*/ 1235584 h 3771900"/>
              <a:gd name="connsiteX15" fmla="*/ 0 w 12192001"/>
              <a:gd name="connsiteY15" fmla="*/ 1235584 h 377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92001" h="3771900">
                <a:moveTo>
                  <a:pt x="2060179" y="2536316"/>
                </a:moveTo>
                <a:lnTo>
                  <a:pt x="12192001" y="2536316"/>
                </a:lnTo>
                <a:lnTo>
                  <a:pt x="12192001" y="3771900"/>
                </a:lnTo>
                <a:lnTo>
                  <a:pt x="2060179" y="3771900"/>
                </a:lnTo>
                <a:close/>
                <a:moveTo>
                  <a:pt x="6112791" y="1262587"/>
                </a:moveTo>
                <a:lnTo>
                  <a:pt x="12192000" y="1262587"/>
                </a:lnTo>
                <a:lnTo>
                  <a:pt x="12192000" y="2498171"/>
                </a:lnTo>
                <a:lnTo>
                  <a:pt x="6112791" y="2498171"/>
                </a:lnTo>
                <a:close/>
                <a:moveTo>
                  <a:pt x="0" y="1262587"/>
                </a:moveTo>
                <a:lnTo>
                  <a:pt x="6079209" y="1262587"/>
                </a:lnTo>
                <a:lnTo>
                  <a:pt x="6079209" y="2498171"/>
                </a:lnTo>
                <a:lnTo>
                  <a:pt x="0" y="2498171"/>
                </a:lnTo>
                <a:close/>
                <a:moveTo>
                  <a:pt x="0" y="0"/>
                </a:moveTo>
                <a:lnTo>
                  <a:pt x="10131822" y="0"/>
                </a:lnTo>
                <a:lnTo>
                  <a:pt x="10131822" y="1235584"/>
                </a:lnTo>
                <a:lnTo>
                  <a:pt x="0" y="1235584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xmlns="" id="{26AA2219-FD98-03D2-BB5C-E2321D2249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571" y="6030083"/>
            <a:ext cx="1733607" cy="27432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xmlns="" id="{CD31E19E-99D1-8CD0-E566-4E2F20A471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xmlns="" id="{3698B7D1-C36E-DFB0-A661-A5E474A68D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xmlns="" id="{DC35F19D-FD15-4BE1-660D-0643E54DA9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327059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xmlns="" id="{8DB78E43-591B-FC77-A959-A64AB0D49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7870" y="383156"/>
            <a:ext cx="6022764" cy="3768220"/>
          </a:xfrm>
        </p:spPr>
        <p:txBody>
          <a:bodyPr anchor="b"/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xmlns="" id="{15093B11-F806-67DA-C9D7-48A738FD97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7870" y="4253117"/>
            <a:ext cx="6022764" cy="1174224"/>
          </a:xfrm>
        </p:spPr>
        <p:txBody>
          <a:bodyPr/>
          <a:lstStyle>
            <a:lvl1pPr marL="0" indent="0" algn="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xmlns="" id="{70C32A11-D80D-8895-B299-F84B774E25E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700" y="-12700"/>
            <a:ext cx="5679347" cy="6875770"/>
          </a:xfrm>
          <a:custGeom>
            <a:avLst/>
            <a:gdLst>
              <a:gd name="connsiteX0" fmla="*/ 2855788 w 5679347"/>
              <a:gd name="connsiteY0" fmla="*/ 3447486 h 6875770"/>
              <a:gd name="connsiteX1" fmla="*/ 4251452 w 5679347"/>
              <a:gd name="connsiteY1" fmla="*/ 3447486 h 6875770"/>
              <a:gd name="connsiteX2" fmla="*/ 4251452 w 5679347"/>
              <a:gd name="connsiteY2" fmla="*/ 6864339 h 6875770"/>
              <a:gd name="connsiteX3" fmla="*/ 2855788 w 5679347"/>
              <a:gd name="connsiteY3" fmla="*/ 6864339 h 6875770"/>
              <a:gd name="connsiteX4" fmla="*/ 1427894 w 5679347"/>
              <a:gd name="connsiteY4" fmla="*/ 3447486 h 6875770"/>
              <a:gd name="connsiteX5" fmla="*/ 2823558 w 5679347"/>
              <a:gd name="connsiteY5" fmla="*/ 3447486 h 6875770"/>
              <a:gd name="connsiteX6" fmla="*/ 2823558 w 5679347"/>
              <a:gd name="connsiteY6" fmla="*/ 6864339 h 6875770"/>
              <a:gd name="connsiteX7" fmla="*/ 1427894 w 5679347"/>
              <a:gd name="connsiteY7" fmla="*/ 6864339 h 6875770"/>
              <a:gd name="connsiteX8" fmla="*/ 4283683 w 5679347"/>
              <a:gd name="connsiteY8" fmla="*/ 1442090 h 6875770"/>
              <a:gd name="connsiteX9" fmla="*/ 5001917 w 5679347"/>
              <a:gd name="connsiteY9" fmla="*/ 1442090 h 6875770"/>
              <a:gd name="connsiteX10" fmla="*/ 5098111 w 5679347"/>
              <a:gd name="connsiteY10" fmla="*/ 1451787 h 6875770"/>
              <a:gd name="connsiteX11" fmla="*/ 5679347 w 5679347"/>
              <a:gd name="connsiteY11" fmla="*/ 2164940 h 6875770"/>
              <a:gd name="connsiteX12" fmla="*/ 5679347 w 5679347"/>
              <a:gd name="connsiteY12" fmla="*/ 6875770 h 6875770"/>
              <a:gd name="connsiteX13" fmla="*/ 4283683 w 5679347"/>
              <a:gd name="connsiteY13" fmla="*/ 6875770 h 6875770"/>
              <a:gd name="connsiteX14" fmla="*/ 2855788 w 5679347"/>
              <a:gd name="connsiteY14" fmla="*/ 0 h 6875770"/>
              <a:gd name="connsiteX15" fmla="*/ 4251452 w 5679347"/>
              <a:gd name="connsiteY15" fmla="*/ 0 h 6875770"/>
              <a:gd name="connsiteX16" fmla="*/ 4251452 w 5679347"/>
              <a:gd name="connsiteY16" fmla="*/ 3416853 h 6875770"/>
              <a:gd name="connsiteX17" fmla="*/ 2855788 w 5679347"/>
              <a:gd name="connsiteY17" fmla="*/ 3416853 h 6875770"/>
              <a:gd name="connsiteX18" fmla="*/ 1427894 w 5679347"/>
              <a:gd name="connsiteY18" fmla="*/ 0 h 6875770"/>
              <a:gd name="connsiteX19" fmla="*/ 2823558 w 5679347"/>
              <a:gd name="connsiteY19" fmla="*/ 0 h 6875770"/>
              <a:gd name="connsiteX20" fmla="*/ 2823558 w 5679347"/>
              <a:gd name="connsiteY20" fmla="*/ 3416853 h 6875770"/>
              <a:gd name="connsiteX21" fmla="*/ 1427894 w 5679347"/>
              <a:gd name="connsiteY21" fmla="*/ 3416853 h 6875770"/>
              <a:gd name="connsiteX22" fmla="*/ 0 w 5679347"/>
              <a:gd name="connsiteY22" fmla="*/ 0 h 6875770"/>
              <a:gd name="connsiteX23" fmla="*/ 1395664 w 5679347"/>
              <a:gd name="connsiteY23" fmla="*/ 0 h 6875770"/>
              <a:gd name="connsiteX24" fmla="*/ 1395664 w 5679347"/>
              <a:gd name="connsiteY24" fmla="*/ 5433680 h 6875770"/>
              <a:gd name="connsiteX25" fmla="*/ 727933 w 5679347"/>
              <a:gd name="connsiteY25" fmla="*/ 5433680 h 6875770"/>
              <a:gd name="connsiteX26" fmla="*/ 581236 w 5679347"/>
              <a:gd name="connsiteY26" fmla="*/ 5418892 h 6875770"/>
              <a:gd name="connsiteX27" fmla="*/ 0 w 5679347"/>
              <a:gd name="connsiteY27" fmla="*/ 4705739 h 6875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679347" h="6875770">
                <a:moveTo>
                  <a:pt x="2855788" y="3447486"/>
                </a:moveTo>
                <a:lnTo>
                  <a:pt x="4251452" y="3447486"/>
                </a:lnTo>
                <a:lnTo>
                  <a:pt x="4251452" y="6864339"/>
                </a:lnTo>
                <a:lnTo>
                  <a:pt x="2855788" y="6864339"/>
                </a:lnTo>
                <a:close/>
                <a:moveTo>
                  <a:pt x="1427894" y="3447486"/>
                </a:moveTo>
                <a:lnTo>
                  <a:pt x="2823558" y="3447486"/>
                </a:lnTo>
                <a:lnTo>
                  <a:pt x="2823558" y="6864339"/>
                </a:lnTo>
                <a:lnTo>
                  <a:pt x="1427894" y="6864339"/>
                </a:lnTo>
                <a:close/>
                <a:moveTo>
                  <a:pt x="4283683" y="1442090"/>
                </a:moveTo>
                <a:lnTo>
                  <a:pt x="5001917" y="1442090"/>
                </a:lnTo>
                <a:lnTo>
                  <a:pt x="5098111" y="1451787"/>
                </a:lnTo>
                <a:cubicBezTo>
                  <a:pt x="5429822" y="1519665"/>
                  <a:pt x="5679347" y="1813163"/>
                  <a:pt x="5679347" y="2164940"/>
                </a:cubicBezTo>
                <a:lnTo>
                  <a:pt x="5679347" y="6875770"/>
                </a:lnTo>
                <a:lnTo>
                  <a:pt x="4283683" y="6875770"/>
                </a:lnTo>
                <a:close/>
                <a:moveTo>
                  <a:pt x="2855788" y="0"/>
                </a:moveTo>
                <a:lnTo>
                  <a:pt x="4251452" y="0"/>
                </a:lnTo>
                <a:lnTo>
                  <a:pt x="4251452" y="3416853"/>
                </a:lnTo>
                <a:lnTo>
                  <a:pt x="2855788" y="3416853"/>
                </a:lnTo>
                <a:close/>
                <a:moveTo>
                  <a:pt x="1427894" y="0"/>
                </a:moveTo>
                <a:lnTo>
                  <a:pt x="2823558" y="0"/>
                </a:lnTo>
                <a:lnTo>
                  <a:pt x="2823558" y="3416853"/>
                </a:lnTo>
                <a:lnTo>
                  <a:pt x="1427894" y="3416853"/>
                </a:lnTo>
                <a:close/>
                <a:moveTo>
                  <a:pt x="0" y="0"/>
                </a:moveTo>
                <a:lnTo>
                  <a:pt x="1395664" y="0"/>
                </a:lnTo>
                <a:lnTo>
                  <a:pt x="1395664" y="5433680"/>
                </a:lnTo>
                <a:lnTo>
                  <a:pt x="727933" y="5433680"/>
                </a:lnTo>
                <a:lnTo>
                  <a:pt x="581236" y="5418892"/>
                </a:lnTo>
                <a:cubicBezTo>
                  <a:pt x="249526" y="5351014"/>
                  <a:pt x="0" y="5057516"/>
                  <a:pt x="0" y="4705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xmlns="" id="{1274702A-06E8-AD73-62B2-B3A4A32E5DB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930785" y="5739518"/>
            <a:ext cx="1909848" cy="274320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xmlns="" id="{70A1C19A-4E5E-C742-32A1-2115149FC1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xmlns="" id="{A9A9E029-23F0-CEC4-BA46-3EEC97738E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xmlns="" id="{2D900CB6-F919-93D0-C1AC-3EFB92BA75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30141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xmlns="" id="{113277B1-D0ED-1F93-2B04-7EF3B163864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5431" y="190500"/>
            <a:ext cx="5777442" cy="3960876"/>
          </a:xfrm>
        </p:spPr>
        <p:txBody>
          <a:bodyPr anchor="b"/>
          <a:lstStyle>
            <a:lvl1pPr algn="l">
              <a:spcBef>
                <a:spcPts val="0"/>
              </a:spcBef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xmlns="" id="{3530B387-44F6-F673-C06B-5BE9725D9B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5431" y="4253117"/>
            <a:ext cx="5779314" cy="1174224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AECFB4E9-DF6F-079B-673E-93FD784A7E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5431" y="5739518"/>
            <a:ext cx="1738083" cy="2743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xmlns="" id="{995CACC6-5EE3-524B-F9DF-9D1D8C066A5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12653" y="0"/>
            <a:ext cx="5679347" cy="6875770"/>
          </a:xfrm>
          <a:custGeom>
            <a:avLst/>
            <a:gdLst>
              <a:gd name="connsiteX0" fmla="*/ 2855788 w 5679347"/>
              <a:gd name="connsiteY0" fmla="*/ 3447486 h 6875770"/>
              <a:gd name="connsiteX1" fmla="*/ 4251452 w 5679347"/>
              <a:gd name="connsiteY1" fmla="*/ 3447486 h 6875770"/>
              <a:gd name="connsiteX2" fmla="*/ 4251452 w 5679347"/>
              <a:gd name="connsiteY2" fmla="*/ 6864339 h 6875770"/>
              <a:gd name="connsiteX3" fmla="*/ 2855788 w 5679347"/>
              <a:gd name="connsiteY3" fmla="*/ 6864339 h 6875770"/>
              <a:gd name="connsiteX4" fmla="*/ 1427894 w 5679347"/>
              <a:gd name="connsiteY4" fmla="*/ 3447486 h 6875770"/>
              <a:gd name="connsiteX5" fmla="*/ 2823558 w 5679347"/>
              <a:gd name="connsiteY5" fmla="*/ 3447486 h 6875770"/>
              <a:gd name="connsiteX6" fmla="*/ 2823558 w 5679347"/>
              <a:gd name="connsiteY6" fmla="*/ 6864339 h 6875770"/>
              <a:gd name="connsiteX7" fmla="*/ 1427894 w 5679347"/>
              <a:gd name="connsiteY7" fmla="*/ 6864339 h 6875770"/>
              <a:gd name="connsiteX8" fmla="*/ 4283683 w 5679347"/>
              <a:gd name="connsiteY8" fmla="*/ 1442090 h 6875770"/>
              <a:gd name="connsiteX9" fmla="*/ 5001917 w 5679347"/>
              <a:gd name="connsiteY9" fmla="*/ 1442090 h 6875770"/>
              <a:gd name="connsiteX10" fmla="*/ 5098111 w 5679347"/>
              <a:gd name="connsiteY10" fmla="*/ 1451787 h 6875770"/>
              <a:gd name="connsiteX11" fmla="*/ 5679347 w 5679347"/>
              <a:gd name="connsiteY11" fmla="*/ 2164940 h 6875770"/>
              <a:gd name="connsiteX12" fmla="*/ 5679347 w 5679347"/>
              <a:gd name="connsiteY12" fmla="*/ 6875770 h 6875770"/>
              <a:gd name="connsiteX13" fmla="*/ 4283683 w 5679347"/>
              <a:gd name="connsiteY13" fmla="*/ 6875770 h 6875770"/>
              <a:gd name="connsiteX14" fmla="*/ 2855788 w 5679347"/>
              <a:gd name="connsiteY14" fmla="*/ 0 h 6875770"/>
              <a:gd name="connsiteX15" fmla="*/ 4251452 w 5679347"/>
              <a:gd name="connsiteY15" fmla="*/ 0 h 6875770"/>
              <a:gd name="connsiteX16" fmla="*/ 4251452 w 5679347"/>
              <a:gd name="connsiteY16" fmla="*/ 3416853 h 6875770"/>
              <a:gd name="connsiteX17" fmla="*/ 2855788 w 5679347"/>
              <a:gd name="connsiteY17" fmla="*/ 3416853 h 6875770"/>
              <a:gd name="connsiteX18" fmla="*/ 1427894 w 5679347"/>
              <a:gd name="connsiteY18" fmla="*/ 0 h 6875770"/>
              <a:gd name="connsiteX19" fmla="*/ 2823558 w 5679347"/>
              <a:gd name="connsiteY19" fmla="*/ 0 h 6875770"/>
              <a:gd name="connsiteX20" fmla="*/ 2823558 w 5679347"/>
              <a:gd name="connsiteY20" fmla="*/ 3416853 h 6875770"/>
              <a:gd name="connsiteX21" fmla="*/ 1427894 w 5679347"/>
              <a:gd name="connsiteY21" fmla="*/ 3416853 h 6875770"/>
              <a:gd name="connsiteX22" fmla="*/ 0 w 5679347"/>
              <a:gd name="connsiteY22" fmla="*/ 0 h 6875770"/>
              <a:gd name="connsiteX23" fmla="*/ 1395664 w 5679347"/>
              <a:gd name="connsiteY23" fmla="*/ 0 h 6875770"/>
              <a:gd name="connsiteX24" fmla="*/ 1395664 w 5679347"/>
              <a:gd name="connsiteY24" fmla="*/ 5433680 h 6875770"/>
              <a:gd name="connsiteX25" fmla="*/ 727933 w 5679347"/>
              <a:gd name="connsiteY25" fmla="*/ 5433680 h 6875770"/>
              <a:gd name="connsiteX26" fmla="*/ 581236 w 5679347"/>
              <a:gd name="connsiteY26" fmla="*/ 5418892 h 6875770"/>
              <a:gd name="connsiteX27" fmla="*/ 0 w 5679347"/>
              <a:gd name="connsiteY27" fmla="*/ 4705739 h 6875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679347" h="6875770">
                <a:moveTo>
                  <a:pt x="2855788" y="3447486"/>
                </a:moveTo>
                <a:lnTo>
                  <a:pt x="4251452" y="3447486"/>
                </a:lnTo>
                <a:lnTo>
                  <a:pt x="4251452" y="6864339"/>
                </a:lnTo>
                <a:lnTo>
                  <a:pt x="2855788" y="6864339"/>
                </a:lnTo>
                <a:close/>
                <a:moveTo>
                  <a:pt x="1427894" y="3447486"/>
                </a:moveTo>
                <a:lnTo>
                  <a:pt x="2823558" y="3447486"/>
                </a:lnTo>
                <a:lnTo>
                  <a:pt x="2823558" y="6864339"/>
                </a:lnTo>
                <a:lnTo>
                  <a:pt x="1427894" y="6864339"/>
                </a:lnTo>
                <a:close/>
                <a:moveTo>
                  <a:pt x="4283683" y="1442090"/>
                </a:moveTo>
                <a:lnTo>
                  <a:pt x="5001917" y="1442090"/>
                </a:lnTo>
                <a:lnTo>
                  <a:pt x="5098111" y="1451787"/>
                </a:lnTo>
                <a:cubicBezTo>
                  <a:pt x="5429822" y="1519665"/>
                  <a:pt x="5679347" y="1813163"/>
                  <a:pt x="5679347" y="2164940"/>
                </a:cubicBezTo>
                <a:lnTo>
                  <a:pt x="5679347" y="6875770"/>
                </a:lnTo>
                <a:lnTo>
                  <a:pt x="4283683" y="6875770"/>
                </a:lnTo>
                <a:close/>
                <a:moveTo>
                  <a:pt x="2855788" y="0"/>
                </a:moveTo>
                <a:lnTo>
                  <a:pt x="4251452" y="0"/>
                </a:lnTo>
                <a:lnTo>
                  <a:pt x="4251452" y="3416853"/>
                </a:lnTo>
                <a:lnTo>
                  <a:pt x="2855788" y="3416853"/>
                </a:lnTo>
                <a:close/>
                <a:moveTo>
                  <a:pt x="1427894" y="0"/>
                </a:moveTo>
                <a:lnTo>
                  <a:pt x="2823558" y="0"/>
                </a:lnTo>
                <a:lnTo>
                  <a:pt x="2823558" y="3416853"/>
                </a:lnTo>
                <a:lnTo>
                  <a:pt x="1427894" y="3416853"/>
                </a:lnTo>
                <a:close/>
                <a:moveTo>
                  <a:pt x="0" y="0"/>
                </a:moveTo>
                <a:lnTo>
                  <a:pt x="1395664" y="0"/>
                </a:lnTo>
                <a:lnTo>
                  <a:pt x="1395664" y="5433680"/>
                </a:lnTo>
                <a:lnTo>
                  <a:pt x="727933" y="5433680"/>
                </a:lnTo>
                <a:lnTo>
                  <a:pt x="581236" y="5418892"/>
                </a:lnTo>
                <a:cubicBezTo>
                  <a:pt x="249526" y="5351014"/>
                  <a:pt x="0" y="5057516"/>
                  <a:pt x="0" y="4705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xmlns="" id="{3AA858DD-5732-D62C-5397-EBE1E9F3B2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820142DC-7CAA-D291-2AD5-EB9A2A176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8E63FE10-3EE7-C466-9C34-9CB62B95E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945485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Freeform: Shape 32">
            <a:extLst>
              <a:ext uri="{FF2B5EF4-FFF2-40B4-BE49-F238E27FC236}">
                <a16:creationId xmlns:a16="http://schemas.microsoft.com/office/drawing/2014/main" xmlns="" id="{C346275D-4318-15D0-8F4A-3820A657D8B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5590624" y="0"/>
            <a:ext cx="784776" cy="1295400"/>
          </a:xfrm>
          <a:custGeom>
            <a:avLst/>
            <a:gdLst>
              <a:gd name="connsiteX0" fmla="*/ 0 w 784776"/>
              <a:gd name="connsiteY0" fmla="*/ 0 h 1295400"/>
              <a:gd name="connsiteX1" fmla="*/ 784776 w 784776"/>
              <a:gd name="connsiteY1" fmla="*/ 0 h 1295400"/>
              <a:gd name="connsiteX2" fmla="*/ 784776 w 784776"/>
              <a:gd name="connsiteY2" fmla="*/ 1295400 h 1295400"/>
              <a:gd name="connsiteX3" fmla="*/ 0 w 784776"/>
              <a:gd name="connsiteY3" fmla="*/ 1295400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4776" h="1295400">
                <a:moveTo>
                  <a:pt x="0" y="0"/>
                </a:moveTo>
                <a:lnTo>
                  <a:pt x="784776" y="0"/>
                </a:lnTo>
                <a:lnTo>
                  <a:pt x="784776" y="1295400"/>
                </a:lnTo>
                <a:lnTo>
                  <a:pt x="0" y="12954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xmlns="" id="{76E3E36D-049D-0336-4B5E-9DB64D9DE6D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91175" y="355600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xmlns="" id="{8F8921EF-D008-97BC-E5BE-5056735440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75400" y="452387"/>
            <a:ext cx="5420360" cy="3897865"/>
          </a:xfrm>
        </p:spPr>
        <p:txBody>
          <a:bodyPr lIns="0" tIns="0" rIns="0" bIns="0" anchor="b" anchorCtr="0">
            <a:noAutofit/>
          </a:bodyPr>
          <a:lstStyle>
            <a:lvl1pPr algn="l">
              <a:defRPr sz="54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xmlns="" id="{F6355481-CCC4-3C4D-A9BD-DF34116B1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5400" y="4521200"/>
            <a:ext cx="542036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xmlns="" id="{73459998-3AA2-B134-8816-E21159D0BAD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xmlns="" id="{D539F209-2985-7BF1-0F75-55A5560B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xmlns="" id="{67550591-5FE9-F140-4E34-5256EBCCB5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19EC5884-5885-014A-39B9-D4A0445EFC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95667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quence Number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xmlns="" id="{6F65BDE1-4C58-E0CC-97CA-4695152C2FD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5816601" y="0"/>
            <a:ext cx="784776" cy="1295400"/>
          </a:xfrm>
          <a:custGeom>
            <a:avLst/>
            <a:gdLst>
              <a:gd name="connsiteX0" fmla="*/ 0 w 784776"/>
              <a:gd name="connsiteY0" fmla="*/ 0 h 1295400"/>
              <a:gd name="connsiteX1" fmla="*/ 784776 w 784776"/>
              <a:gd name="connsiteY1" fmla="*/ 0 h 1295400"/>
              <a:gd name="connsiteX2" fmla="*/ 784776 w 784776"/>
              <a:gd name="connsiteY2" fmla="*/ 1295400 h 1295400"/>
              <a:gd name="connsiteX3" fmla="*/ 0 w 784776"/>
              <a:gd name="connsiteY3" fmla="*/ 1295400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4776" h="1295400">
                <a:moveTo>
                  <a:pt x="0" y="0"/>
                </a:moveTo>
                <a:lnTo>
                  <a:pt x="784776" y="0"/>
                </a:lnTo>
                <a:lnTo>
                  <a:pt x="784776" y="1295400"/>
                </a:lnTo>
                <a:lnTo>
                  <a:pt x="0" y="12954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xmlns="" id="{E517E50D-F7E2-253D-428F-1DA3EFBC285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816600" y="355600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xmlns="" id="{777D0816-A0A9-20C1-B42A-95D1C13F84D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800" y="284480"/>
            <a:ext cx="5384800" cy="4100194"/>
          </a:xfrm>
        </p:spPr>
        <p:txBody>
          <a:bodyPr anchor="b">
            <a:noAutofit/>
          </a:bodyPr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D51E97C1-0EB0-B109-7BE3-9012BD59B8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800" y="4521200"/>
            <a:ext cx="538480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xmlns="" id="{A8ED90A8-7525-1B2C-FACF-0A70191543F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 flipH="1">
            <a:off x="6601377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xmlns="" id="{EC5FC4FE-969C-3430-8E2D-D1961B0E5B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xmlns="" id="{02AF8041-59E3-15F2-6902-E9C22C333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xmlns="" id="{D27CEAE8-ACAD-92D0-B0A7-F2FED32A53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5501811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quence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xmlns="" id="{004FD6E8-9410-CD68-AD6A-4F21B02BAA9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5429250" y="1"/>
            <a:ext cx="1333500" cy="1046131"/>
          </a:xfrm>
          <a:custGeom>
            <a:avLst/>
            <a:gdLst>
              <a:gd name="connsiteX0" fmla="*/ 0 w 1333500"/>
              <a:gd name="connsiteY0" fmla="*/ 0 h 1046131"/>
              <a:gd name="connsiteX1" fmla="*/ 1333500 w 1333500"/>
              <a:gd name="connsiteY1" fmla="*/ 0 h 1046131"/>
              <a:gd name="connsiteX2" fmla="*/ 1333500 w 1333500"/>
              <a:gd name="connsiteY2" fmla="*/ 828110 h 1046131"/>
              <a:gd name="connsiteX3" fmla="*/ 1115479 w 1333500"/>
              <a:gd name="connsiteY3" fmla="*/ 1046131 h 1046131"/>
              <a:gd name="connsiteX4" fmla="*/ 218021 w 1333500"/>
              <a:gd name="connsiteY4" fmla="*/ 1046131 h 1046131"/>
              <a:gd name="connsiteX5" fmla="*/ 0 w 1333500"/>
              <a:gd name="connsiteY5" fmla="*/ 828110 h 1046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3500" h="1046131">
                <a:moveTo>
                  <a:pt x="0" y="0"/>
                </a:moveTo>
                <a:lnTo>
                  <a:pt x="1333500" y="0"/>
                </a:lnTo>
                <a:lnTo>
                  <a:pt x="1333500" y="828110"/>
                </a:lnTo>
                <a:cubicBezTo>
                  <a:pt x="1333500" y="948520"/>
                  <a:pt x="1235889" y="1046131"/>
                  <a:pt x="1115479" y="1046131"/>
                </a:cubicBezTo>
                <a:lnTo>
                  <a:pt x="218021" y="1046131"/>
                </a:lnTo>
                <a:cubicBezTo>
                  <a:pt x="97611" y="1046131"/>
                  <a:pt x="0" y="948520"/>
                  <a:pt x="0" y="82811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xmlns="" id="{E0C08F07-3AD6-984D-4638-073B6C0B859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716587" y="165378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92300" y="1028699"/>
            <a:ext cx="8432800" cy="3683001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92300" y="4876799"/>
            <a:ext cx="8432800" cy="1099109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xmlns="" id="{20EA5083-CBDA-234C-ADF4-DE0F10961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xmlns="" id="{3B46CB32-AE1A-C161-F8AD-B5C4C197C0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xmlns="" id="{DB321B52-8912-5727-807C-9B371A898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52609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xmlns="" id="{8F8921EF-D008-97BC-E5BE-5056735440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452387"/>
            <a:ext cx="5699760" cy="3897865"/>
          </a:xfrm>
        </p:spPr>
        <p:txBody>
          <a:bodyPr lIns="0" tIns="0" rIns="0" bIns="0" anchor="b" anchorCtr="0">
            <a:noAutofit/>
          </a:bodyPr>
          <a:lstStyle>
            <a:lvl1pPr algn="l">
              <a:defRPr sz="54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xmlns="" id="{032671BA-90EF-59B5-C249-F7C3652155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4521200"/>
            <a:ext cx="569976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xmlns="" id="{73459998-3AA2-B134-8816-E21159D0BAD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xmlns="" id="{D539F209-2985-7BF1-0F75-55A5560B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xmlns="" id="{67550591-5FE9-F140-4E34-5256EBCCB5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19EC5884-5885-014A-39B9-D4A0445EFC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9691171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xmlns="" id="{777D0816-A0A9-20C1-B42A-95D1C13F84D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800" y="213868"/>
            <a:ext cx="5943600" cy="3977640"/>
          </a:xfrm>
        </p:spPr>
        <p:txBody>
          <a:bodyPr anchor="b">
            <a:noAutofit/>
          </a:bodyPr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xmlns="" id="{1F53C620-9E4A-9463-32D9-EAB787FF616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2883" y="4405376"/>
            <a:ext cx="5952189" cy="1487424"/>
          </a:xfrm>
        </p:spPr>
        <p:txBody>
          <a:bodyPr anchor="t">
            <a:noAutofit/>
          </a:bodyPr>
          <a:lstStyle>
            <a:lvl1pPr marL="0" indent="0" algn="l">
              <a:buNone/>
              <a:defRPr sz="26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xmlns="" id="{A8ED90A8-7525-1B2C-FACF-0A70191543F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 flipH="1">
            <a:off x="6601377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xmlns="" id="{EC5FC4FE-969C-3430-8E2D-D1961B0E5B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xmlns="" id="{02AF8041-59E3-15F2-6902-E9C22C333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xmlns="" id="{D27CEAE8-ACAD-92D0-B0A7-F2FED32A53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529182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92300" y="1028699"/>
            <a:ext cx="8432800" cy="3683001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92300" y="4876799"/>
            <a:ext cx="8432800" cy="1099109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xmlns="" id="{20EA5083-CBDA-234C-ADF4-DE0F10961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xmlns="" id="{3B46CB32-AE1A-C161-F8AD-B5C4C197C0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xmlns="" id="{DB321B52-8912-5727-807C-9B371A898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063207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, 5 Text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8">
            <a:extLst>
              <a:ext uri="{FF2B5EF4-FFF2-40B4-BE49-F238E27FC236}">
                <a16:creationId xmlns:a16="http://schemas.microsoft.com/office/drawing/2014/main" xmlns="" id="{D3B1BB6E-B06C-A17C-8C3E-79EABCBE4EF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257699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7" name="Rectangle 40">
            <a:extLst>
              <a:ext uri="{FF2B5EF4-FFF2-40B4-BE49-F238E27FC236}">
                <a16:creationId xmlns:a16="http://schemas.microsoft.com/office/drawing/2014/main" xmlns="" id="{0731A7D4-E0B1-9EFC-60E9-55B28D5F029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37265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8" name="Rectangle 48">
            <a:extLst>
              <a:ext uri="{FF2B5EF4-FFF2-40B4-BE49-F238E27FC236}">
                <a16:creationId xmlns:a16="http://schemas.microsoft.com/office/drawing/2014/main" xmlns="" id="{F379DD77-5A9A-AFFB-A8F9-07D52E7790A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489057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0" name="Rectangle 89">
            <a:extLst>
              <a:ext uri="{FF2B5EF4-FFF2-40B4-BE49-F238E27FC236}">
                <a16:creationId xmlns:a16="http://schemas.microsoft.com/office/drawing/2014/main" xmlns="" id="{8D81854D-7A68-8152-BE67-C5FD9CA58AA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307406" y="257699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9" name="Rectangle 81">
            <a:extLst>
              <a:ext uri="{FF2B5EF4-FFF2-40B4-BE49-F238E27FC236}">
                <a16:creationId xmlns:a16="http://schemas.microsoft.com/office/drawing/2014/main" xmlns="" id="{EA9BC805-8AC0-6973-6307-402D4873D25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307406" y="37265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915" y="1058974"/>
            <a:ext cx="7839200" cy="814279"/>
          </a:xfrm>
        </p:spPr>
        <p:txBody>
          <a:bodyPr lIns="0" tIns="0" rIns="0" bIns="0" anchor="b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7922A121-F74E-1DBB-F90E-9ECA5D2738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64941" y="2587692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xmlns="" id="{41A28972-BB4A-9DE5-EC1C-17EC2CEC12C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722438" y="225583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>
              <a:lnSpc>
                <a:spcPct val="100000"/>
              </a:lnSpc>
              <a:defRPr sz="1800" b="1"/>
            </a:lvl2pPr>
            <a:lvl3pPr>
              <a:lnSpc>
                <a:spcPct val="100000"/>
              </a:lnSpc>
              <a:defRPr sz="1800" b="1"/>
            </a:lvl3pPr>
            <a:lvl4pPr>
              <a:lnSpc>
                <a:spcPct val="100000"/>
              </a:lnSpc>
              <a:defRPr sz="1800" b="1"/>
            </a:lvl4pPr>
            <a:lvl5pPr>
              <a:lnSpc>
                <a:spcPct val="100000"/>
              </a:lnSpc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xmlns="" id="{A1934284-00BE-576C-F2BA-050CD34490B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4941" y="3736734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xmlns="" id="{2D4614F8-0641-9496-CFCF-28C79812257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722438" y="340955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xmlns="" id="{104425C6-1E3A-2D07-F971-EA5DD926CB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4941" y="4888713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xmlns="" id="{F10C586E-C370-0572-962A-51D7AD99CB1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722438" y="456327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xmlns="" id="{676BF66F-CB64-BBEF-FBC9-3B4A250FF5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85543" y="2590187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xmlns="" id="{C15F872C-5958-E6E3-B049-C7D76BD6022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047318" y="2244289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xmlns="" id="{09563155-4732-CF95-38F9-9E62545CF2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85543" y="3736734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xmlns="" id="{48632D52-9F72-E6F7-9843-8646F95B5FA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047318" y="3398009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CE8E960A-184B-47C0-C68F-43E1F03C64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xmlns="" id="{34D0DFAE-ECB5-DB29-9C6B-1662CE0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xmlns="" id="{909268C7-DA35-8A6D-469A-DEC704288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xmlns="" id="{EF0DBA6A-1CB5-96D5-F35C-B3AFB4AB370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xmlns="" id="{D5ED06C3-D451-CC0C-50D8-69D1AB8723A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020874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915" y="1058974"/>
            <a:ext cx="7839200" cy="814279"/>
          </a:xfrm>
        </p:spPr>
        <p:txBody>
          <a:bodyPr lIns="0" tIns="0" rIns="0" bIns="0" anchor="b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021915AA-7D4E-CEF2-0E27-CA6FB479DB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81914" y="2032000"/>
            <a:ext cx="10371883" cy="398303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CE8E960A-184B-47C0-C68F-43E1F03C64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800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xmlns="" id="{34D0DFAE-ECB5-DB29-9C6B-1662CE0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xmlns="" id="{909268C7-DA35-8A6D-469A-DEC704288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xmlns="" id="{EF0DBA6A-1CB5-96D5-F35C-B3AFB4AB370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xmlns="" id="{D5ED06C3-D451-CC0C-50D8-69D1AB8723A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747888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1" y="831919"/>
            <a:ext cx="10504000" cy="528186"/>
          </a:xfrm>
        </p:spPr>
        <p:txBody>
          <a:bodyPr anchor="ctr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05E18C40-517B-C014-D81B-823BAE2FD5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49798" y="1542474"/>
            <a:ext cx="10504000" cy="447256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xmlns="" id="{5526D3A9-25EF-273F-0E13-3524534685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xmlns="" id="{3636B9F0-0AA4-2C68-C74E-D1921EFEE7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xmlns="" id="{DA9B5B83-6D7B-707F-F948-6BD712772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xmlns="" id="{4E29DE8E-07F5-D1B2-C0AF-4DDB3060CAB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xmlns="" id="{25AFC956-0159-EEB8-6BC1-9C3F1B1AE45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4598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xmlns="" id="{04095B0E-61E1-13CE-6F7F-EE3F7FD0FD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198" y="314036"/>
            <a:ext cx="10515600" cy="570100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379A793-2C0E-8F06-4362-96A1983B58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02C9044-6596-30C3-95FD-F186F8096A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6E5F415-CF39-9236-9576-0DF9F95C15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843250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8"/>
            <a:ext cx="10504000" cy="848979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3304FB75-D5E0-9511-4FD2-C68C1C091E5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49799" y="1847276"/>
            <a:ext cx="10498202" cy="416776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xmlns="" id="{C1F12379-188A-C977-1150-3E5925DBE4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xmlns="" id="{CBBEF7DA-BA6D-A07F-F03E-2BC9F8B311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xmlns="" id="{FC858912-AA2F-5EAF-FCD4-B77FA992F0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xmlns="" id="{D429890D-AAF9-8BC9-BD12-23ABDAA0454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xmlns="" id="{4611981F-BBC7-0DC8-FC22-8FF2B06CB48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798546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385975"/>
            <a:ext cx="4325112" cy="245479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xmlns="" id="{74D1E701-C09D-5C9D-D6F0-B24CF24DE8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24949" y="2385975"/>
            <a:ext cx="5728848" cy="245479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DFB65093-A00A-3EDD-C0C5-4CDFFD32BA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83D35FF5-CE2E-247E-ACA9-67EA0D2584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AC35B66F-F94E-7191-89B2-9BC080EC5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9" name="Straight Connector 31">
            <a:extLst>
              <a:ext uri="{FF2B5EF4-FFF2-40B4-BE49-F238E27FC236}">
                <a16:creationId xmlns:a16="http://schemas.microsoft.com/office/drawing/2014/main" xmlns="" id="{318DEC2A-2948-AEF3-C9E8-2ED520DE083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2">
            <a:extLst>
              <a:ext uri="{FF2B5EF4-FFF2-40B4-BE49-F238E27FC236}">
                <a16:creationId xmlns:a16="http://schemas.microsoft.com/office/drawing/2014/main" xmlns="" id="{6F8E1B26-93AA-F87D-FBC9-B4B64DEAF7D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2561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258568"/>
            <a:ext cx="3813048" cy="355701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xmlns="" id="{67179A23-77F8-DF71-F294-EBB8C50418C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126188" y="2258569"/>
            <a:ext cx="6227609" cy="35570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BDE5B8C-BD87-04ED-9CEF-4AFD2D0C89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671EFC9-7505-F7FF-CF6B-86AB99437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11F0AB1-6FFC-E765-BFAA-96D0299632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xmlns="" id="{4489C308-841C-D2A7-8515-411CB016866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xmlns="" id="{B60E0D5B-082D-4EB9-B1D4-EF2D236B05E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xmlns="" id="{5B814A6C-6187-44A9-CE55-07E0F6A33C0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xmlns="" id="{CCF56FCA-E9F5-CED2-901F-8A806CBEC2E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40363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1109587"/>
            <a:ext cx="4145582" cy="4638825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8BE3F9A9-6F1E-9A87-9F34-719BDBBB17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A034BEAC-979B-C481-66E0-57CBE849F2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1633B9A1-B856-0C6C-BE29-3F7047578B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xmlns="" id="{574AC177-8C09-79F3-8CC6-DA60495C446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xmlns="" id="{B15B36F5-13CB-A1A3-0ECD-756964BC068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xmlns="" id="{8D56DEF8-59B1-77EC-4BF9-9B1E066C877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xmlns="" id="{EAC0D963-F67D-C0B7-83D7-35313281638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xmlns="" id="{18E2A2FC-47FE-82C3-DDCE-775263AF6B3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27784" y="1109588"/>
            <a:ext cx="6126013" cy="463882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7842261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7456"/>
            <a:ext cx="4142232" cy="4940661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xmlns="" id="{24B042FA-40F9-5B1B-253A-F9E4CE1EFE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xmlns="" id="{8217913B-B30A-FA59-DEB0-EE00CE0E24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xmlns="" id="{E0BC0D2D-F6C3-AAB2-BE9B-976038A367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8" name="Straight Connector 31">
            <a:extLst>
              <a:ext uri="{FF2B5EF4-FFF2-40B4-BE49-F238E27FC236}">
                <a16:creationId xmlns:a16="http://schemas.microsoft.com/office/drawing/2014/main" xmlns="" id="{233E3486-94FE-93B7-B905-AD9FCF0CBC2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xmlns="" id="{911974C7-CCAB-1907-BE37-42979777A4C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2">
            <a:extLst>
              <a:ext uri="{FF2B5EF4-FFF2-40B4-BE49-F238E27FC236}">
                <a16:creationId xmlns:a16="http://schemas.microsoft.com/office/drawing/2014/main" xmlns="" id="{06A3D12A-2FB9-F068-52F8-5ECB59CF790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xmlns="" id="{F5C18F72-C84F-D063-4732-84EC0978CB8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xmlns="" id="{9D273858-FBFD-DEAE-AD96-5C657A6EFD3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18548" y="877457"/>
            <a:ext cx="6135249" cy="494066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1473779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494314" cy="5194161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xmlns="" id="{ADE26A1A-0C2E-AA4F-2BFD-2FC457BEE9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xmlns="" id="{CE13558B-C550-D97A-0993-90E482774F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xmlns="" id="{FB01AD3E-A936-38B4-4A48-03DBD2461E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xmlns="" id="{6F7CAE20-16AA-488D-A148-9F47CEF0D16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xmlns="" id="{11F815CC-EECB-FB5B-68C1-C48FC508C7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xmlns="" id="{EF9D6568-E832-17EE-6E8D-6D4F80BEF1A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xmlns="" id="{2EC9985A-8A31-E099-A519-A003E3B94C4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xmlns="" id="{0781B36D-31CE-2315-D28B-4F83E6A869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25829" y="831919"/>
            <a:ext cx="6822170" cy="5194159"/>
          </a:xfrm>
        </p:spPr>
        <p:txBody>
          <a:bodyPr anchor="ctr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41775370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503" y="740002"/>
            <a:ext cx="10664992" cy="1108799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DCFBB123-E35D-F0AD-599A-36331CA67F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63503" y="1930401"/>
            <a:ext cx="10664981" cy="110879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xmlns="" id="{FAD5CE30-2042-C9F0-1D52-67FF1CCCF5B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 flipH="1">
            <a:off x="763503" y="3125456"/>
            <a:ext cx="10664990" cy="3003882"/>
          </a:xfrm>
          <a:custGeom>
            <a:avLst/>
            <a:gdLst>
              <a:gd name="connsiteX0" fmla="*/ 717565 w 10664990"/>
              <a:gd name="connsiteY0" fmla="*/ 0 h 3003882"/>
              <a:gd name="connsiteX1" fmla="*/ 10664990 w 10664990"/>
              <a:gd name="connsiteY1" fmla="*/ 0 h 3003882"/>
              <a:gd name="connsiteX2" fmla="*/ 10664990 w 10664990"/>
              <a:gd name="connsiteY2" fmla="*/ 2040791 h 3003882"/>
              <a:gd name="connsiteX3" fmla="*/ 9701899 w 10664990"/>
              <a:gd name="connsiteY3" fmla="*/ 3003882 h 3003882"/>
              <a:gd name="connsiteX4" fmla="*/ 0 w 10664990"/>
              <a:gd name="connsiteY4" fmla="*/ 3003882 h 3003882"/>
              <a:gd name="connsiteX5" fmla="*/ 0 w 10664990"/>
              <a:gd name="connsiteY5" fmla="*/ 807576 h 3003882"/>
              <a:gd name="connsiteX6" fmla="*/ 6866 w 10664990"/>
              <a:gd name="connsiteY6" fmla="*/ 739470 h 3003882"/>
              <a:gd name="connsiteX7" fmla="*/ 663997 w 10664990"/>
              <a:gd name="connsiteY7" fmla="*/ 13774 h 3003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664990" h="3003882">
                <a:moveTo>
                  <a:pt x="717565" y="0"/>
                </a:moveTo>
                <a:lnTo>
                  <a:pt x="10664990" y="0"/>
                </a:lnTo>
                <a:lnTo>
                  <a:pt x="10664990" y="2040791"/>
                </a:lnTo>
                <a:cubicBezTo>
                  <a:pt x="10664990" y="2572691"/>
                  <a:pt x="10233799" y="3003882"/>
                  <a:pt x="9701899" y="3003882"/>
                </a:cubicBezTo>
                <a:lnTo>
                  <a:pt x="0" y="3003882"/>
                </a:lnTo>
                <a:lnTo>
                  <a:pt x="0" y="807576"/>
                </a:lnTo>
                <a:lnTo>
                  <a:pt x="6866" y="739470"/>
                </a:lnTo>
                <a:cubicBezTo>
                  <a:pt x="77427" y="394648"/>
                  <a:pt x="332267" y="116953"/>
                  <a:pt x="663997" y="13774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xmlns="" id="{8CA2A0CC-FD1D-090E-B032-2727A33C2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xmlns="" id="{614E31B0-796E-475E-1937-AD368956E3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xmlns="" id="{AF8FA102-64A1-8ADA-C519-B41858DD31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xmlns="" id="{EBE4D70A-6370-D227-8C8A-E57CB8CE718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xmlns="" id="{270487BC-62D0-8122-EE28-32BF73CE6AC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592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439" y="1447057"/>
            <a:ext cx="5950364" cy="2033790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xmlns="" id="{07F25448-0DAF-84AF-957A-8B7DD3CAE29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0440" y="3666843"/>
            <a:ext cx="5950361" cy="17814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xmlns="" id="{F619FEFE-FA24-AF33-24CC-8CF8C2EA533E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41163" y="1447057"/>
            <a:ext cx="4570398" cy="4001232"/>
          </a:xfrm>
          <a:custGeom>
            <a:avLst/>
            <a:gdLst>
              <a:gd name="connsiteX0" fmla="*/ 850828 w 4570398"/>
              <a:gd name="connsiteY0" fmla="*/ 0 h 4001232"/>
              <a:gd name="connsiteX1" fmla="*/ 4570398 w 4570398"/>
              <a:gd name="connsiteY1" fmla="*/ 0 h 4001232"/>
              <a:gd name="connsiteX2" fmla="*/ 4570398 w 4570398"/>
              <a:gd name="connsiteY2" fmla="*/ 4001232 h 4001232"/>
              <a:gd name="connsiteX3" fmla="*/ 0 w 4570398"/>
              <a:gd name="connsiteY3" fmla="*/ 4001232 h 4001232"/>
              <a:gd name="connsiteX4" fmla="*/ 0 w 4570398"/>
              <a:gd name="connsiteY4" fmla="*/ 850828 h 4001232"/>
              <a:gd name="connsiteX5" fmla="*/ 850828 w 4570398"/>
              <a:gd name="connsiteY5" fmla="*/ 0 h 4001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70398" h="4001232">
                <a:moveTo>
                  <a:pt x="850828" y="0"/>
                </a:moveTo>
                <a:lnTo>
                  <a:pt x="4570398" y="0"/>
                </a:lnTo>
                <a:lnTo>
                  <a:pt x="4570398" y="4001232"/>
                </a:lnTo>
                <a:lnTo>
                  <a:pt x="0" y="4001232"/>
                </a:lnTo>
                <a:lnTo>
                  <a:pt x="0" y="850828"/>
                </a:lnTo>
                <a:cubicBezTo>
                  <a:pt x="0" y="380929"/>
                  <a:pt x="380929" y="0"/>
                  <a:pt x="85082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xmlns="" id="{4ABCDF30-736E-DDCD-8995-04081136DC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xmlns="" id="{4DCB8639-0E62-F8EE-441C-1B7A70F4D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xmlns="" id="{E1946413-27AA-1378-FE96-418D83493E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46" name="Straight Connector 31">
            <a:extLst>
              <a:ext uri="{FF2B5EF4-FFF2-40B4-BE49-F238E27FC236}">
                <a16:creationId xmlns:a16="http://schemas.microsoft.com/office/drawing/2014/main" xmlns="" id="{6E886974-A437-755C-8DD2-D1FAF1F4CD2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70087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32">
            <a:extLst>
              <a:ext uri="{FF2B5EF4-FFF2-40B4-BE49-F238E27FC236}">
                <a16:creationId xmlns:a16="http://schemas.microsoft.com/office/drawing/2014/main" xmlns="" id="{A9ECFDDC-497E-4477-382E-22B08D2D266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16934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0099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0000" y="825622"/>
            <a:ext cx="6858000" cy="93268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337403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xmlns="" id="{0173E1F8-C04C-8FCF-9E14-B4E1DB2FFAA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490001" y="1876088"/>
            <a:ext cx="6858000" cy="41389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xmlns="" id="{FC540298-18F9-BB50-4F7D-8DBF53B1A0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xmlns="" id="{3470C8BC-9567-FE0B-27FF-87FC864EAB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xmlns="" id="{D7C8A89B-AF92-C4D9-9581-EF8D76660C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sp>
        <p:nvSpPr>
          <p:cNvPr id="20" name="Freeform: Shape 8">
            <a:extLst>
              <a:ext uri="{FF2B5EF4-FFF2-40B4-BE49-F238E27FC236}">
                <a16:creationId xmlns:a16="http://schemas.microsoft.com/office/drawing/2014/main" xmlns="" id="{6D6A59D5-A266-1465-E5EF-E8F22D2CF90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688000" y="1215042"/>
            <a:ext cx="504000" cy="661046"/>
          </a:xfrm>
          <a:custGeom>
            <a:avLst/>
            <a:gdLst>
              <a:gd name="connsiteX0" fmla="*/ 0 w 3383176"/>
              <a:gd name="connsiteY0" fmla="*/ 0 h 661046"/>
              <a:gd name="connsiteX1" fmla="*/ 3383176 w 3383176"/>
              <a:gd name="connsiteY1" fmla="*/ 0 h 661046"/>
              <a:gd name="connsiteX2" fmla="*/ 3383176 w 3383176"/>
              <a:gd name="connsiteY2" fmla="*/ 661046 h 661046"/>
              <a:gd name="connsiteX3" fmla="*/ 0 w 3383176"/>
              <a:gd name="connsiteY3" fmla="*/ 661046 h 661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3176" h="661046">
                <a:moveTo>
                  <a:pt x="0" y="0"/>
                </a:moveTo>
                <a:lnTo>
                  <a:pt x="3383176" y="0"/>
                </a:lnTo>
                <a:lnTo>
                  <a:pt x="3383176" y="661046"/>
                </a:lnTo>
                <a:lnTo>
                  <a:pt x="0" y="661046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800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xmlns="" id="{AC124138-469D-E937-2DC9-48342587481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xmlns="" id="{4DCD94ED-A7C3-B922-5276-E0CFC541EDD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74271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xmlns="" id="{F416DC19-3EE2-3837-631A-80C6DAE26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439" y="1447057"/>
            <a:ext cx="5950364" cy="2033790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xmlns="" id="{DFD5174A-D175-9F7D-91D2-BF215C7FAC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60401" y="3629901"/>
            <a:ext cx="5970402" cy="181837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25" name="Freeform: Shape 23">
            <a:extLst>
              <a:ext uri="{FF2B5EF4-FFF2-40B4-BE49-F238E27FC236}">
                <a16:creationId xmlns:a16="http://schemas.microsoft.com/office/drawing/2014/main" xmlns="" id="{89FDD3A7-399A-2E72-FF25-BF24500FF674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41163" y="1447057"/>
            <a:ext cx="4570398" cy="4001232"/>
          </a:xfrm>
          <a:custGeom>
            <a:avLst/>
            <a:gdLst>
              <a:gd name="connsiteX0" fmla="*/ 850828 w 4570398"/>
              <a:gd name="connsiteY0" fmla="*/ 0 h 4001232"/>
              <a:gd name="connsiteX1" fmla="*/ 4570398 w 4570398"/>
              <a:gd name="connsiteY1" fmla="*/ 0 h 4001232"/>
              <a:gd name="connsiteX2" fmla="*/ 4570398 w 4570398"/>
              <a:gd name="connsiteY2" fmla="*/ 4001232 h 4001232"/>
              <a:gd name="connsiteX3" fmla="*/ 0 w 4570398"/>
              <a:gd name="connsiteY3" fmla="*/ 4001232 h 4001232"/>
              <a:gd name="connsiteX4" fmla="*/ 0 w 4570398"/>
              <a:gd name="connsiteY4" fmla="*/ 850828 h 4001232"/>
              <a:gd name="connsiteX5" fmla="*/ 850828 w 4570398"/>
              <a:gd name="connsiteY5" fmla="*/ 0 h 4001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70398" h="4001232">
                <a:moveTo>
                  <a:pt x="850828" y="0"/>
                </a:moveTo>
                <a:lnTo>
                  <a:pt x="4570398" y="0"/>
                </a:lnTo>
                <a:lnTo>
                  <a:pt x="4570398" y="4001232"/>
                </a:lnTo>
                <a:lnTo>
                  <a:pt x="0" y="4001232"/>
                </a:lnTo>
                <a:lnTo>
                  <a:pt x="0" y="850828"/>
                </a:lnTo>
                <a:cubicBezTo>
                  <a:pt x="0" y="380929"/>
                  <a:pt x="380929" y="0"/>
                  <a:pt x="85082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6CF167BF-3D71-20AF-2E69-EA5752A6EF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xmlns="" id="{BC953D09-438D-5340-80C3-D1668C25A4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xmlns="" id="{91737F91-61A6-9573-FAEE-32AB394D0B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xmlns="" id="{143CB0A4-DCC7-ECD1-D1DC-7A37717979B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31">
            <a:extLst>
              <a:ext uri="{FF2B5EF4-FFF2-40B4-BE49-F238E27FC236}">
                <a16:creationId xmlns:a16="http://schemas.microsoft.com/office/drawing/2014/main" xmlns="" id="{A52A0D3B-29E2-5893-0F38-FC610A31DC1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912167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613" y="831918"/>
            <a:ext cx="4361688" cy="152704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576750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xmlns="" id="{3D902598-98B0-111E-C570-D294DFF63A0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85613" y="2530765"/>
            <a:ext cx="4361688" cy="348427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xmlns="" id="{F530FC37-80EF-0A07-0887-E72EE2F2E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xmlns="" id="{5B5D7C95-B96F-1B15-0186-8CF2D27B0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xmlns="" id="{E8935CD5-5B1B-FE89-B83F-E43E648ADA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xmlns="" id="{CFFC6615-4187-7A83-63EE-BF6CF6B2BD1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xmlns="" id="{4A13F58F-07D6-B33D-BD64-C72F39E3D60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013404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xmlns="" id="{B0E64AB3-51D9-9992-E51A-78ADA62E2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63" y="831918"/>
            <a:ext cx="4361688" cy="152704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xmlns="" id="{C65082D8-BAB5-0BFE-8BA8-E50FFE04E27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2521529"/>
            <a:ext cx="4361688" cy="349351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xmlns="" id="{992B4E0B-09D2-1770-AF0A-79593CF5C03A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0428" y="831918"/>
            <a:ext cx="576750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xmlns="" id="{F3135D21-9D7B-C592-F9B1-C45527BFFF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xmlns="" id="{076E13FC-6FF0-0B11-2B96-ECCD78FC3A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xmlns="" id="{0F63308A-4914-FAA4-AF71-EA8AB8B74D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xmlns="" id="{1BFCDEF0-A571-1775-D666-DD70D4326BA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32">
            <a:extLst>
              <a:ext uri="{FF2B5EF4-FFF2-40B4-BE49-F238E27FC236}">
                <a16:creationId xmlns:a16="http://schemas.microsoft.com/office/drawing/2014/main" xmlns="" id="{B6AF83C9-36E2-6852-74FB-AB9B9B4846C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068839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5064" y="825622"/>
            <a:ext cx="4522936" cy="93268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8"/>
            <a:ext cx="5648242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xmlns="" id="{E1EB3780-5266-3444-3317-22ACFFCE49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25065" y="1902698"/>
            <a:ext cx="4522936" cy="411234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xmlns="" id="{27B9E5B2-7325-82CA-6062-3169FE7D5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xmlns="" id="{4C01CB96-C098-D789-185D-0A6FED880F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xmlns="" id="{D270D577-1A93-F8B5-EC60-749030FF6F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6" name="Straight Connector 31">
            <a:extLst>
              <a:ext uri="{FF2B5EF4-FFF2-40B4-BE49-F238E27FC236}">
                <a16:creationId xmlns:a16="http://schemas.microsoft.com/office/drawing/2014/main" xmlns="" id="{F95D4149-5D4A-C071-F2F9-529F92199B3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xmlns="" id="{5F2CF751-80F5-AC12-9235-FEBCA21CF7F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21997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490" y="831919"/>
            <a:ext cx="4572000" cy="932688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xmlns="" id="{B882F52C-7359-FD40-71A5-15E3C8B2A1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3491" y="1921164"/>
            <a:ext cx="4572000" cy="40938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1" y="831919"/>
            <a:ext cx="543028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21FFE30C-67A7-0896-8382-BABCD70340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04E6BC6-9D59-8976-032A-6B639BC50D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E030EEB-A8D0-4D9B-FDE5-0FCE3DC7DD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xmlns="" id="{FA6FBC27-AA27-A480-F758-AA0A0E34876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xmlns="" id="{3181070F-26E0-0C0D-6747-547B88616A0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512257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432" y="831918"/>
            <a:ext cx="3401568" cy="1527048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6740144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xmlns="" id="{265AB92A-BAA8-BA88-5315-6CDEB9B7170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946433" y="2512293"/>
            <a:ext cx="3401568" cy="35027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ECD858A2-3AA3-29EC-34E4-F6890BAEEF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43321516-7241-6346-DEBE-42DAA310AB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44A23FE0-8FD5-337D-C29C-60458812C0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0" name="Straight Connector 31">
            <a:extLst>
              <a:ext uri="{FF2B5EF4-FFF2-40B4-BE49-F238E27FC236}">
                <a16:creationId xmlns:a16="http://schemas.microsoft.com/office/drawing/2014/main" xmlns="" id="{01CF247D-9042-90FD-312C-A1D50781EA0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xmlns="" id="{DB84D435-085C-D7FE-B28F-B6977BBEA6D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620857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401568" cy="1527048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xmlns="" id="{D69C6F0A-B174-5013-4DDB-AB20BA8268B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2549236"/>
            <a:ext cx="3401568" cy="346580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1" y="831919"/>
            <a:ext cx="658622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33E85C36-1ED6-1795-08DB-23696B5302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192E76A4-FFBE-61B8-F59B-EC1CE3BF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F082745D-51FE-069C-245E-4F44EB7798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6" name="Straight Connector 31">
            <a:extLst>
              <a:ext uri="{FF2B5EF4-FFF2-40B4-BE49-F238E27FC236}">
                <a16:creationId xmlns:a16="http://schemas.microsoft.com/office/drawing/2014/main" xmlns="" id="{E4F783A1-78AA-BF8E-8A22-FCBFCE05B01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32">
            <a:extLst>
              <a:ext uri="{FF2B5EF4-FFF2-40B4-BE49-F238E27FC236}">
                <a16:creationId xmlns:a16="http://schemas.microsoft.com/office/drawing/2014/main" xmlns="" id="{F749601C-05D8-E636-3210-CF2A8713AE7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60736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3454" y="831919"/>
            <a:ext cx="3273552" cy="2035696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6937365" cy="509168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xmlns="" id="{A1A6011F-285F-BCE2-F758-C63F33675A0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80245" y="2983345"/>
            <a:ext cx="3273552" cy="303169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609FF9B-D63D-5137-0473-E4C0988E77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xmlns="" id="{8104BA7A-7438-73D7-F9C7-AB3C9A7E00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96204760-0885-A02F-0067-BD4AC55CCC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xmlns="" id="{385EA8A6-8678-1948-5F2D-5CF4833E07B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xmlns="" id="{3B9F398C-FAF1-1B27-836C-F97B88F7821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79594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9"/>
            <a:ext cx="10504001" cy="347206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998" y="4509559"/>
            <a:ext cx="4579339" cy="1516522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xmlns="" id="{3F99E67D-47D5-3842-1385-6C2F08D20E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69531" y="4509558"/>
            <a:ext cx="5778466" cy="151651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BD78DFD8-B1C6-7604-1671-4CDAC39128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B9921C03-3153-09AF-0D57-A0D96EBE1D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E86E0734-2C6E-8C3B-65F2-133B94CFCF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xmlns="" id="{BE6A6E60-0F31-180B-5E3F-E85797977EC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xmlns="" id="{DE8990BD-673C-BFDE-354D-14C949F2431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233068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65938"/>
            <a:ext cx="10504001" cy="2556004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999" y="3785800"/>
            <a:ext cx="2953618" cy="2240280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xmlns="" id="{BC2A94BD-34CC-6470-1478-1D549D046B8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62400" y="3785795"/>
            <a:ext cx="7391397" cy="224028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182F43E7-55DC-C610-6DA1-0251237351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4AE1085B-0F8A-711E-D721-A4D350D794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0738CBE5-2DAC-95AD-3EE9-B0A0F5340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xmlns="" id="{F8884F71-7DBC-7C26-DB2C-731FCBC2EA6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7712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xmlns="" id="{813CFB62-5831-FDE1-34F0-38FCD7614D8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962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765857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8"/>
            <a:ext cx="2953618" cy="2240279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xmlns="" id="{03CBF087-ADB9-D746-ED3D-8EAC47AF3E1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71639" y="824390"/>
            <a:ext cx="7376359" cy="224780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3310759"/>
            <a:ext cx="10504001" cy="272285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79BA7EC8-1425-F948-FB17-5F51DEC987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694AE2EC-59C3-D91C-8CD6-658F68BC54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36BBD3BD-F630-46F9-25B2-85A0E608D8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xmlns="" id="{76BDEB52-5B02-AD88-F4C8-F7406429984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xmlns="" id="{3778D6D3-2293-3FE4-3124-63EF2E3A5E3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080589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963" y="858337"/>
            <a:ext cx="10504000" cy="970463"/>
          </a:xfrm>
        </p:spPr>
        <p:txBody>
          <a:bodyPr anchor="ctr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3963" y="2081048"/>
            <a:ext cx="6157458" cy="3945032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xmlns="" id="{EF023DEB-EBD2-ECA5-19D2-F448BDC7606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238998" y="2081048"/>
            <a:ext cx="4114800" cy="394503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524FB994-9B85-2B55-198D-4925FB1F2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9FCC0375-2AE8-A777-C3E0-7D2E3B0F61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0637823D-6C6E-38BE-B6BE-096424E8DF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xmlns="" id="{BE6A6E60-0F31-180B-5E3F-E85797977EC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2833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xmlns="" id="{DE8990BD-673C-BFDE-354D-14C949F2431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79475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38845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52884"/>
            <a:ext cx="4672584" cy="1453896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2459420"/>
            <a:ext cx="4672584" cy="354569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xmlns="" id="{5D55DF58-60BC-15D0-99C3-6E7F78EBD70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708073" y="852884"/>
            <a:ext cx="5645724" cy="516215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D12407CB-320D-5895-BDF5-2C4178E05B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4CFCA35D-4F04-2227-AD9D-98F1BD01B7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C8A1129D-5B96-F258-CFFC-CF58226A7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xmlns="" id="{BE6A6E60-0F31-180B-5E3F-E85797977EC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xmlns="" id="{DE8990BD-673C-BFDE-354D-14C949F2431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873347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73725"/>
            <a:ext cx="3657603" cy="145389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2490951"/>
            <a:ext cx="3657603" cy="3493323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xmlns="" id="{39B8D2C3-5A67-946F-8429-CD7583E6B2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73600" y="873726"/>
            <a:ext cx="6680197" cy="514131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7E0A59B4-299A-C00C-5665-5D12C9EBBA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E9C32A1D-8E68-C458-3E60-D6054C9204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E1D864DC-4F3D-BA46-DED4-8D088584F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4" name="Straight Connector 31">
            <a:extLst>
              <a:ext uri="{FF2B5EF4-FFF2-40B4-BE49-F238E27FC236}">
                <a16:creationId xmlns:a16="http://schemas.microsoft.com/office/drawing/2014/main" xmlns="" id="{E5C9C418-CC1A-8074-2930-D5627551538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32">
            <a:extLst>
              <a:ext uri="{FF2B5EF4-FFF2-40B4-BE49-F238E27FC236}">
                <a16:creationId xmlns:a16="http://schemas.microsoft.com/office/drawing/2014/main" xmlns="" id="{87758AAB-3FDA-3A2F-37ED-381B84536B9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06171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831918"/>
            <a:ext cx="10521992" cy="4069265"/>
          </a:xfrm>
        </p:spPr>
        <p:txBody>
          <a:bodyPr anchor="b">
            <a:normAutofit/>
          </a:bodyPr>
          <a:lstStyle>
            <a:lvl1pPr algn="l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3999" y="5076496"/>
            <a:ext cx="7559021" cy="949583"/>
          </a:xfrm>
        </p:spPr>
        <p:txBody>
          <a:bodyPr anchor="t">
            <a:normAutofit/>
          </a:bodyPr>
          <a:lstStyle>
            <a:lvl1pPr marL="0" indent="0" algn="l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xmlns="" id="{8607FA20-5F9E-5F1A-2995-42DE292E25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EE53118E-49A5-7AAB-EB8C-E3E57CD9F9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xmlns="" id="{8D755146-626F-5951-A77D-DC3012AB50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9" name="Straight Connector 31">
            <a:extLst>
              <a:ext uri="{FF2B5EF4-FFF2-40B4-BE49-F238E27FC236}">
                <a16:creationId xmlns:a16="http://schemas.microsoft.com/office/drawing/2014/main" xmlns="" id="{2F96DE7D-2B90-57E1-B338-BE484C51932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xmlns="" id="{92356EB0-27E3-E63B-5A46-EF32523AD5C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1231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xmlns="" id="{54679631-7C3B-D21E-7FA5-358FCF45E9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EBEAF229-1E32-0FE6-E4A3-E02C9FAAAF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xmlns="" id="{9676071C-D183-B427-F1DA-639AE2B348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9" name="Straight Connector 31">
            <a:extLst>
              <a:ext uri="{FF2B5EF4-FFF2-40B4-BE49-F238E27FC236}">
                <a16:creationId xmlns:a16="http://schemas.microsoft.com/office/drawing/2014/main" xmlns="" id="{47BC41E4-A5C6-BE0D-6E66-8326796424A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xmlns="" id="{8E0779B7-1774-CFF8-ED50-658BA7EEBF8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4711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xmlns="" id="{1F4F8927-891C-4D7A-C2D3-6EB5EF671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xmlns="" id="{0489314B-CDC1-7F7E-C4DD-AAC0E5222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xmlns="" id="{F81D3DD9-10C8-C207-1E50-5F75DFD05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xmlns="" id="{5AA3F5E3-D7B9-CD19-945F-38980AEB92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xmlns="" id="{4FC4A806-42ED-564D-542E-AAAA4EAFD3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xmlns="" id="{36CD38AE-A66F-08B7-774A-86EA48DC6D3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32">
            <a:extLst>
              <a:ext uri="{FF2B5EF4-FFF2-40B4-BE49-F238E27FC236}">
                <a16:creationId xmlns:a16="http://schemas.microsoft.com/office/drawing/2014/main" xmlns="" id="{96229C75-1749-7A15-57EA-3F40239C072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7427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1103858D-9532-D59F-FE73-A52EB24F30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BA34F1EA-1A45-A729-FE88-FBF390F44E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57189E61-2D87-C5BC-948B-835B50188A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xmlns="" id="{B99A632E-EAA8-D126-AC93-60A78F8F8DC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xmlns="" id="{28CDBC42-8DE5-DE9A-947A-15C0C6B2D5F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5793369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A2BA1728-455B-BDAB-6419-C04536C197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ADDBA5A5-E947-E342-A677-E3AFE378DD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EEDC2686-2DAB-B424-F10D-506D01DF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xmlns="" id="{6D22A03E-28FE-53DA-5B6A-383215ED133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xmlns="" id="{81A987AB-C78C-597A-CC63-6E545EDEC9D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126909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E4E269EE-28E5-BB8D-160A-2C905B350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A2D3A4CC-2170-D513-478A-C60C50FE1F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7F018A10-98B1-2374-E4F2-709B641CBA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3" name="Straight Connector 31">
            <a:extLst>
              <a:ext uri="{FF2B5EF4-FFF2-40B4-BE49-F238E27FC236}">
                <a16:creationId xmlns:a16="http://schemas.microsoft.com/office/drawing/2014/main" xmlns="" id="{173B7D00-3E0F-D372-F868-E62DE8E2C9F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xmlns="" id="{D187FA62-E4DF-283A-B2BB-2DADBA4EECE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6720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428752"/>
            <a:ext cx="9198864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xmlns="" id="{C9EFA2AD-E749-9F60-705D-DE0941E262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98138B0B-E7B2-93DE-E6AD-66530C4A9C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708BC1B4-A19E-EF55-F8A5-8DB265F1C1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24" name="Straight Connector 31">
            <a:extLst>
              <a:ext uri="{FF2B5EF4-FFF2-40B4-BE49-F238E27FC236}">
                <a16:creationId xmlns:a16="http://schemas.microsoft.com/office/drawing/2014/main" xmlns="" id="{B3027282-55C0-23E2-F9D0-56E4079574A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32">
            <a:extLst>
              <a:ext uri="{FF2B5EF4-FFF2-40B4-BE49-F238E27FC236}">
                <a16:creationId xmlns:a16="http://schemas.microsoft.com/office/drawing/2014/main" xmlns="" id="{DC379414-CF7D-9895-A99E-1AA396B90C4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3091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349240"/>
            <a:ext cx="9198864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xmlns="" id="{FC19029B-E3E6-1F4D-FA22-F5BD874176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B740A4B2-F740-621D-1480-FB55668AE4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A1A48FF9-74DF-1DDE-C86D-58BAE32E8B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xmlns="" id="{43E09413-BF03-4EDB-7DA9-C0CBF04FEE0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xmlns="" id="{873150D4-24A2-988A-C893-A637A2FA911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97754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1234440"/>
            <a:ext cx="8961120" cy="316992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4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1793" y="5540026"/>
            <a:ext cx="8961120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xmlns="" id="{824B5ABA-190E-BEB5-573F-F64D2D575B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1FB98919-5529-CCFE-1092-A9D62454CE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81631FAD-95BD-D50C-3496-63D8FB39DB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xmlns="" id="{68B23DD3-BCFF-9795-0CA9-AE9401F8832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xmlns="" id="{535FCD9B-34CE-58F0-8CB6-B7CB1EEF848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99524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919"/>
            <a:ext cx="10515600" cy="1132258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xmlns="" id="{0961250B-543A-6F37-305B-5397B2D57B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4000" y="2115128"/>
            <a:ext cx="5157788" cy="39038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xmlns="" id="{101C122A-4474-6AF3-590D-B93E5FF99B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64812" y="2115128"/>
            <a:ext cx="5183188" cy="39038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A7404D35-FA36-303B-9506-3CD0CAF6E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AABACB02-8504-5F46-9D13-168C82E2BC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xmlns="" id="{7F408501-24D6-36DD-2B2F-A53D1749A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xmlns="" id="{6295426D-7EC9-29C7-0CAD-C64EF81840D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xmlns="" id="{692CB063-86B6-5775-3AD2-DF4E29DD1CB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46127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374" y="838988"/>
            <a:ext cx="10461626" cy="1143292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000" y="21429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xmlns="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4000" y="2844801"/>
            <a:ext cx="5157788" cy="31742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4812" y="21429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xmlns="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64812" y="2844801"/>
            <a:ext cx="5183188" cy="31742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A415B9C-3B12-7D73-101A-B7FF5D456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D95282CE-2FB9-AAD9-5683-E23E63D4438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xmlns="" id="{5607876E-CDDA-8EC2-D2D8-B041DA0D0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8" name="Straight Connector 31">
            <a:extLst>
              <a:ext uri="{FF2B5EF4-FFF2-40B4-BE49-F238E27FC236}">
                <a16:creationId xmlns:a16="http://schemas.microsoft.com/office/drawing/2014/main" xmlns="" id="{54FAAA69-6617-A985-B5BC-8A450B7E45D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xmlns="" id="{F7CDD230-E1EB-AB97-AA97-B6811E8B3A8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10653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6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29006"/>
            <a:ext cx="10504000" cy="1101394"/>
          </a:xfrm>
        </p:spPr>
        <p:txBody>
          <a:bodyPr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" name="Rectangle 18">
            <a:extLst>
              <a:ext uri="{FF2B5EF4-FFF2-40B4-BE49-F238E27FC236}">
                <a16:creationId xmlns:a16="http://schemas.microsoft.com/office/drawing/2014/main" xmlns="" id="{8208A5D7-2403-1350-DEF6-007D02B9287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25990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xmlns="" id="{1CA25D2A-079E-516D-CCAD-920165503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529139" y="259873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xmlns="" id="{BC32326B-44AF-69A5-8950-3E83EB14E4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2790" y="2076889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xmlns="" id="{CCC11960-F75C-F63F-D4E4-8C19C5B899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2792" y="2851360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9" name="Rectangle 40">
            <a:extLst>
              <a:ext uri="{FF2B5EF4-FFF2-40B4-BE49-F238E27FC236}">
                <a16:creationId xmlns:a16="http://schemas.microsoft.com/office/drawing/2014/main" xmlns="" id="{FF347C45-9CAA-BA8B-3731-BEB81073E14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392420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xmlns="" id="{6CDFDE77-EF7F-9B62-D5CB-295BB8C3EBB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29139" y="3922159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xmlns="" id="{0290AD35-CF09-6504-D01E-4C05D706F1C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2162" y="3407356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xmlns="" id="{05368349-BD70-533F-1B19-8FD3F67FB7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2164" y="4181827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0" name="Rectangle 48">
            <a:extLst>
              <a:ext uri="{FF2B5EF4-FFF2-40B4-BE49-F238E27FC236}">
                <a16:creationId xmlns:a16="http://schemas.microsoft.com/office/drawing/2014/main" xmlns="" id="{CAC0BE5A-3FD4-01C0-EFCD-142421774C0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5249415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xmlns="" id="{867C06B3-86F3-BA14-C074-170923D252F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29139" y="524558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xmlns="" id="{C7E3638A-E47B-2C16-051A-8CB00B9F895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32162" y="4732585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xmlns="" id="{5A4CC468-3A85-49F0-099C-BC1F0F566DC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2164" y="5507056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3" name="Rectangle 89">
            <a:extLst>
              <a:ext uri="{FF2B5EF4-FFF2-40B4-BE49-F238E27FC236}">
                <a16:creationId xmlns:a16="http://schemas.microsoft.com/office/drawing/2014/main" xmlns="" id="{B592A1D3-2017-F169-B0A7-3173FF77C1A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5249415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xmlns="" id="{2E5F3B0A-2795-1AB7-EDA7-048B8FFC180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181203" y="524558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04</a:t>
            </a:r>
            <a:endParaRPr lang="zh-CN" altLang="en-US"/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xmlns="" id="{0F680350-5C6D-05CD-2861-1CBCFF6E39D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817532" y="4732585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xmlns="" id="{66541D57-A12D-E924-D596-DE278CD7F4D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817534" y="5507056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2" name="Rectangle 81">
            <a:extLst>
              <a:ext uri="{FF2B5EF4-FFF2-40B4-BE49-F238E27FC236}">
                <a16:creationId xmlns:a16="http://schemas.microsoft.com/office/drawing/2014/main" xmlns="" id="{E8A6C772-C164-3CEA-A046-D9723CBD9FC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392420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xmlns="" id="{E73C2B03-4A5F-AABA-EC88-7F080083184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1203" y="3922160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05</a:t>
            </a:r>
            <a:endParaRPr lang="zh-CN" altLang="en-US"/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xmlns="" id="{9EBEE5F4-6259-F130-927E-7FFB60A40FD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817532" y="3407356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xmlns="" id="{66237AC4-EBD4-DD9E-69D9-8D385F6C75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17534" y="4181827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1" name="Rectangle 56">
            <a:extLst>
              <a:ext uri="{FF2B5EF4-FFF2-40B4-BE49-F238E27FC236}">
                <a16:creationId xmlns:a16="http://schemas.microsoft.com/office/drawing/2014/main" xmlns="" id="{3C5137EE-3743-D56F-8A63-2370A4C0D4E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25990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xmlns="" id="{5DB5C80C-26F8-0C95-154F-6DEEEDB323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181203" y="259873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06</a:t>
            </a:r>
            <a:endParaRPr lang="zh-CN" altLang="en-US"/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xmlns="" id="{1580A2FB-D18E-CCE5-D7D5-AB29B0225C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818160" y="2076889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xmlns="" id="{8B832846-EB9F-5EFA-F397-ED05D7CD5CB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818162" y="2851360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0B4CA34A-70A6-28B9-6E95-DFAAFE588C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xmlns="" id="{53CF4D40-3350-82F9-020E-252774AD81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xmlns="" id="{74E27F63-E2E4-6C68-FD7F-46614FECBA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sp>
        <p:nvSpPr>
          <p:cNvPr id="24" name="Oval 14">
            <a:extLst>
              <a:ext uri="{FF2B5EF4-FFF2-40B4-BE49-F238E27FC236}">
                <a16:creationId xmlns:a16="http://schemas.microsoft.com/office/drawing/2014/main" xmlns="" id="{6F924045-417C-C278-4D5D-0671DFFEA1D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5096307" y="2769072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5" name="Oval 42">
            <a:extLst>
              <a:ext uri="{FF2B5EF4-FFF2-40B4-BE49-F238E27FC236}">
                <a16:creationId xmlns:a16="http://schemas.microsoft.com/office/drawing/2014/main" xmlns="" id="{5BC3F4C5-4FB3-F517-627A-E393C3CE2B6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5096307" y="4094196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6" name="Oval 50">
            <a:extLst>
              <a:ext uri="{FF2B5EF4-FFF2-40B4-BE49-F238E27FC236}">
                <a16:creationId xmlns:a16="http://schemas.microsoft.com/office/drawing/2014/main" xmlns="" id="{1B466D3D-3E71-2F97-7F18-51F8A46E48E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5142873" y="5419411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7" name="Oval 58">
            <a:extLst>
              <a:ext uri="{FF2B5EF4-FFF2-40B4-BE49-F238E27FC236}">
                <a16:creationId xmlns:a16="http://schemas.microsoft.com/office/drawing/2014/main" xmlns="" id="{00CD6578-9EEA-5E52-3E03-6000B3C4C6E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6926073" y="2769072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8" name="Oval 83">
            <a:extLst>
              <a:ext uri="{FF2B5EF4-FFF2-40B4-BE49-F238E27FC236}">
                <a16:creationId xmlns:a16="http://schemas.microsoft.com/office/drawing/2014/main" xmlns="" id="{CD7CB540-1BF1-F1AC-AE10-C8B626E0A59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6926073" y="4094196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9" name="Oval 91">
            <a:extLst>
              <a:ext uri="{FF2B5EF4-FFF2-40B4-BE49-F238E27FC236}">
                <a16:creationId xmlns:a16="http://schemas.microsoft.com/office/drawing/2014/main" xmlns="" id="{B18690F7-0CC3-4A81-2333-82F55190063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6879507" y="5419411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30" name="Freeform: Shape 8">
            <a:extLst>
              <a:ext uri="{FF2B5EF4-FFF2-40B4-BE49-F238E27FC236}">
                <a16:creationId xmlns:a16="http://schemas.microsoft.com/office/drawing/2014/main" xmlns="" id="{2AD7E1B5-43F5-AA4B-C9F4-7A7B6668FB3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5160311" y="2094269"/>
            <a:ext cx="1831860" cy="3988301"/>
          </a:xfrm>
          <a:custGeom>
            <a:avLst/>
            <a:gdLst>
              <a:gd name="connsiteX0" fmla="*/ 1134319 w 2268638"/>
              <a:gd name="connsiteY0" fmla="*/ 0 h 5034987"/>
              <a:gd name="connsiteX1" fmla="*/ 2268638 w 2268638"/>
              <a:gd name="connsiteY1" fmla="*/ 1134319 h 5034987"/>
              <a:gd name="connsiteX2" fmla="*/ 2268637 w 2268638"/>
              <a:gd name="connsiteY2" fmla="*/ 5034987 h 5034987"/>
              <a:gd name="connsiteX3" fmla="*/ 0 w 2268638"/>
              <a:gd name="connsiteY3" fmla="*/ 5034987 h 5034987"/>
              <a:gd name="connsiteX4" fmla="*/ 0 w 2268638"/>
              <a:gd name="connsiteY4" fmla="*/ 1134319 h 5034987"/>
              <a:gd name="connsiteX5" fmla="*/ 1134319 w 2268638"/>
              <a:gd name="connsiteY5" fmla="*/ 0 h 5034987"/>
              <a:gd name="connsiteX0" fmla="*/ 1134319 w 2268638"/>
              <a:gd name="connsiteY0" fmla="*/ 0 h 5034987"/>
              <a:gd name="connsiteX1" fmla="*/ 2268638 w 2268638"/>
              <a:gd name="connsiteY1" fmla="*/ 1134319 h 5034987"/>
              <a:gd name="connsiteX2" fmla="*/ 2268637 w 2268638"/>
              <a:gd name="connsiteY2" fmla="*/ 5034987 h 5034987"/>
              <a:gd name="connsiteX3" fmla="*/ 486137 w 2268638"/>
              <a:gd name="connsiteY3" fmla="*/ 5023412 h 5034987"/>
              <a:gd name="connsiteX4" fmla="*/ 0 w 2268638"/>
              <a:gd name="connsiteY4" fmla="*/ 5034987 h 5034987"/>
              <a:gd name="connsiteX5" fmla="*/ 0 w 2268638"/>
              <a:gd name="connsiteY5" fmla="*/ 1134319 h 5034987"/>
              <a:gd name="connsiteX6" fmla="*/ 1134319 w 2268638"/>
              <a:gd name="connsiteY6" fmla="*/ 0 h 5034987"/>
              <a:gd name="connsiteX0" fmla="*/ 486137 w 2268638"/>
              <a:gd name="connsiteY0" fmla="*/ 5023412 h 5114852"/>
              <a:gd name="connsiteX1" fmla="*/ 0 w 2268638"/>
              <a:gd name="connsiteY1" fmla="*/ 5034987 h 5114852"/>
              <a:gd name="connsiteX2" fmla="*/ 0 w 2268638"/>
              <a:gd name="connsiteY2" fmla="*/ 1134319 h 5114852"/>
              <a:gd name="connsiteX3" fmla="*/ 1134319 w 2268638"/>
              <a:gd name="connsiteY3" fmla="*/ 0 h 5114852"/>
              <a:gd name="connsiteX4" fmla="*/ 2268638 w 2268638"/>
              <a:gd name="connsiteY4" fmla="*/ 1134319 h 5114852"/>
              <a:gd name="connsiteX5" fmla="*/ 2268637 w 2268638"/>
              <a:gd name="connsiteY5" fmla="*/ 5034987 h 5114852"/>
              <a:gd name="connsiteX6" fmla="*/ 577577 w 2268638"/>
              <a:gd name="connsiteY6" fmla="*/ 5114852 h 5114852"/>
              <a:gd name="connsiteX0" fmla="*/ 486137 w 2268638"/>
              <a:gd name="connsiteY0" fmla="*/ 5023412 h 5034987"/>
              <a:gd name="connsiteX1" fmla="*/ 0 w 2268638"/>
              <a:gd name="connsiteY1" fmla="*/ 5034987 h 5034987"/>
              <a:gd name="connsiteX2" fmla="*/ 0 w 2268638"/>
              <a:gd name="connsiteY2" fmla="*/ 1134319 h 5034987"/>
              <a:gd name="connsiteX3" fmla="*/ 1134319 w 2268638"/>
              <a:gd name="connsiteY3" fmla="*/ 0 h 5034987"/>
              <a:gd name="connsiteX4" fmla="*/ 2268638 w 2268638"/>
              <a:gd name="connsiteY4" fmla="*/ 1134319 h 5034987"/>
              <a:gd name="connsiteX5" fmla="*/ 2268637 w 2268638"/>
              <a:gd name="connsiteY5" fmla="*/ 5034987 h 5034987"/>
              <a:gd name="connsiteX0" fmla="*/ 0 w 2268638"/>
              <a:gd name="connsiteY0" fmla="*/ 5034987 h 5034987"/>
              <a:gd name="connsiteX1" fmla="*/ 0 w 2268638"/>
              <a:gd name="connsiteY1" fmla="*/ 1134319 h 5034987"/>
              <a:gd name="connsiteX2" fmla="*/ 1134319 w 2268638"/>
              <a:gd name="connsiteY2" fmla="*/ 0 h 5034987"/>
              <a:gd name="connsiteX3" fmla="*/ 2268638 w 2268638"/>
              <a:gd name="connsiteY3" fmla="*/ 1134319 h 5034987"/>
              <a:gd name="connsiteX4" fmla="*/ 2268637 w 2268638"/>
              <a:gd name="connsiteY4" fmla="*/ 5034987 h 5034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8638" h="5034987">
                <a:moveTo>
                  <a:pt x="0" y="5034987"/>
                </a:moveTo>
                <a:lnTo>
                  <a:pt x="0" y="1134319"/>
                </a:lnTo>
                <a:cubicBezTo>
                  <a:pt x="0" y="507852"/>
                  <a:pt x="507852" y="0"/>
                  <a:pt x="1134319" y="0"/>
                </a:cubicBezTo>
                <a:cubicBezTo>
                  <a:pt x="1760786" y="0"/>
                  <a:pt x="2268638" y="507852"/>
                  <a:pt x="2268638" y="1134319"/>
                </a:cubicBezTo>
                <a:cubicBezTo>
                  <a:pt x="2268638" y="2434542"/>
                  <a:pt x="2268637" y="3734764"/>
                  <a:pt x="2268637" y="5034987"/>
                </a:cubicBezTo>
              </a:path>
            </a:pathLst>
          </a:custGeom>
          <a:noFill/>
          <a:ln>
            <a:solidFill>
              <a:schemeClr val="tx1">
                <a:alpha val="40000"/>
              </a:schemeClr>
            </a:solidFill>
            <a:prstDash val="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cxnSp>
        <p:nvCxnSpPr>
          <p:cNvPr id="34" name="Straight Connector 31">
            <a:extLst>
              <a:ext uri="{FF2B5EF4-FFF2-40B4-BE49-F238E27FC236}">
                <a16:creationId xmlns:a16="http://schemas.microsoft.com/office/drawing/2014/main" xmlns="" id="{170072F3-485C-71D2-6614-C68EABC5F06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xmlns="" id="{2CED45EB-CA8D-2EBD-0965-E6FEC427252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512699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2013" y="835983"/>
            <a:ext cx="10504000" cy="1101394"/>
          </a:xfrm>
        </p:spPr>
        <p:txBody>
          <a:bodyPr anchor="b"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xmlns="" id="{FC3AD345-5725-4194-30F5-9464DB0F892D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22685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xmlns="" id="{F0B2A43A-4011-3150-37FF-CDAA00D1FC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6250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xmlns="" id="{3CF7AD25-AB7B-EDB3-88D7-930BD82D99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86250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xmlns="" id="{CA43D5B7-B43F-3988-E9BA-9EC6DD74C15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877948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xmlns="" id="{C28D490E-BCD9-F5BD-3001-E54CAE54888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46046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xmlns="" id="{2E90F1AF-FABC-69A4-57F9-02FEEC2D804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46046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xmlns="" id="{A248B268-9019-F21D-A6D5-820E2928E5F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33211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xmlns="" id="{ACC85C39-CD2C-6707-E229-98AD380D0A5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02143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xmlns="" id="{A5BCFE58-E213-AF4E-97E9-0F38693F3E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02143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xmlns="" id="{526F3044-7765-F477-D32C-4962CDBB2954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388473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xmlns="" id="{A098182F-B410-1A03-C48A-02C44658BDA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71564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xmlns="" id="{DF18BA57-4ECA-6719-5A69-A5A04C9F224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1564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4F9CFA80-D4AA-3368-BD6D-83BCAE936C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xmlns="" id="{EA3242F8-9F2E-AD2D-10CD-37A53D94F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xmlns="" id="{331078A5-5A4A-623A-01B6-2AAAAF90E9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8" name="Straight Connector 14">
            <a:extLst>
              <a:ext uri="{FF2B5EF4-FFF2-40B4-BE49-F238E27FC236}">
                <a16:creationId xmlns:a16="http://schemas.microsoft.com/office/drawing/2014/main" xmlns="" id="{31074CC2-5937-AFC8-1A1A-7A015DAE7ED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3282042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5">
            <a:extLst>
              <a:ext uri="{FF2B5EF4-FFF2-40B4-BE49-F238E27FC236}">
                <a16:creationId xmlns:a16="http://schemas.microsoft.com/office/drawing/2014/main" xmlns="" id="{64DE9D23-BE63-F4BA-C094-88F0662C2EE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6041804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6">
            <a:extLst>
              <a:ext uri="{FF2B5EF4-FFF2-40B4-BE49-F238E27FC236}">
                <a16:creationId xmlns:a16="http://schemas.microsoft.com/office/drawing/2014/main" xmlns="" id="{EE609DF1-B11E-F16C-4627-773F9ED60CC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8801566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1">
            <a:extLst>
              <a:ext uri="{FF2B5EF4-FFF2-40B4-BE49-F238E27FC236}">
                <a16:creationId xmlns:a16="http://schemas.microsoft.com/office/drawing/2014/main" xmlns="" id="{4489C308-841C-D2A7-8515-411CB016866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2">
            <a:extLst>
              <a:ext uri="{FF2B5EF4-FFF2-40B4-BE49-F238E27FC236}">
                <a16:creationId xmlns:a16="http://schemas.microsoft.com/office/drawing/2014/main" xmlns="" id="{B60E0D5B-082D-4EB9-B1D4-EF2D236B05E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2">
            <a:extLst>
              <a:ext uri="{FF2B5EF4-FFF2-40B4-BE49-F238E27FC236}">
                <a16:creationId xmlns:a16="http://schemas.microsoft.com/office/drawing/2014/main" xmlns="" id="{5B814A6C-6187-44A9-CE55-07E0F6A33C0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1">
            <a:extLst>
              <a:ext uri="{FF2B5EF4-FFF2-40B4-BE49-F238E27FC236}">
                <a16:creationId xmlns:a16="http://schemas.microsoft.com/office/drawing/2014/main" xmlns="" id="{CCF56FCA-E9F5-CED2-901F-8A806CBEC2E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096453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41447"/>
            <a:ext cx="10504000" cy="1101394"/>
          </a:xfrm>
        </p:spPr>
        <p:txBody>
          <a:bodyPr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xmlns="" id="{D7EF3883-1825-BE98-6A0D-E5F37120BEC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179810" y="2486482"/>
            <a:ext cx="4338570" cy="739384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xmlns="" id="{9B5B1545-4ACF-EE87-EB8A-9B9EA972A53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9812" y="3237946"/>
            <a:ext cx="4338568" cy="806939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xmlns="" id="{A356766D-F5E2-7904-2225-4694EA48833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179810" y="4181052"/>
            <a:ext cx="4338570" cy="739384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xmlns="" id="{47425909-B584-C128-E335-0223B010439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179812" y="4932516"/>
            <a:ext cx="4338568" cy="806939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xmlns="" id="{FBF39DC5-6867-0012-C4D0-DEE4708FC8E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73618" y="2453583"/>
            <a:ext cx="4338570" cy="739384"/>
          </a:xfr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xmlns="" id="{1B999FF2-3B3C-CAE5-8C40-0534622067F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73618" y="3205047"/>
            <a:ext cx="4338568" cy="806939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xmlns="" id="{7278CD6C-407A-4526-79EE-4485678B97A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673618" y="4148153"/>
            <a:ext cx="4338570" cy="739384"/>
          </a:xfr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xmlns="" id="{CAD15B38-6459-7007-6121-FBC970B5333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73618" y="4899617"/>
            <a:ext cx="4338568" cy="806939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CD31E811-3CD5-0EFF-DE01-1A00973F08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xmlns="" id="{029B724C-47BD-4F2A-3B9E-0708E9CC80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xmlns="" id="{4C7665F0-017D-E5C3-9424-10E68875DA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4" name="Straight Connector 31">
            <a:extLst>
              <a:ext uri="{FF2B5EF4-FFF2-40B4-BE49-F238E27FC236}">
                <a16:creationId xmlns:a16="http://schemas.microsoft.com/office/drawing/2014/main" xmlns="" id="{05921472-2B94-11CA-0EA0-AF6AEF589FE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2">
            <a:extLst>
              <a:ext uri="{FF2B5EF4-FFF2-40B4-BE49-F238E27FC236}">
                <a16:creationId xmlns:a16="http://schemas.microsoft.com/office/drawing/2014/main" xmlns="" id="{03DC96CF-757E-BC05-38D0-8715C9F696D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xmlns="" id="{237CA06D-1180-342A-AFB2-C32BF9EEB71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1">
            <a:extLst>
              <a:ext uri="{FF2B5EF4-FFF2-40B4-BE49-F238E27FC236}">
                <a16:creationId xmlns:a16="http://schemas.microsoft.com/office/drawing/2014/main" xmlns="" id="{62DA1D6D-422E-EEDA-8DC9-5C5EAC47371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xmlns="" id="{E1840308-043D-3A53-DA0F-093E337CA8B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568068" y="4071131"/>
            <a:ext cx="90558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xmlns="" id="{B6E90AB7-76A7-3140-4836-F21F7772022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598756"/>
            <a:ext cx="0" cy="32720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01443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8">
            <a:extLst>
              <a:ext uri="{FF2B5EF4-FFF2-40B4-BE49-F238E27FC236}">
                <a16:creationId xmlns:a16="http://schemas.microsoft.com/office/drawing/2014/main" xmlns="" id="{312063DD-D3D1-D48D-11EA-EDAC9FBACD3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2586118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7" name="Rectangle 40">
            <a:extLst>
              <a:ext uri="{FF2B5EF4-FFF2-40B4-BE49-F238E27FC236}">
                <a16:creationId xmlns:a16="http://schemas.microsoft.com/office/drawing/2014/main" xmlns="" id="{4C921615-3B06-6595-B602-0F0849223C9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3548489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8" name="Rectangle 48">
            <a:extLst>
              <a:ext uri="{FF2B5EF4-FFF2-40B4-BE49-F238E27FC236}">
                <a16:creationId xmlns:a16="http://schemas.microsoft.com/office/drawing/2014/main" xmlns="" id="{E9E2CA2E-652A-8147-2CBE-16BDA07231F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450451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9" name="Rectangle 89">
            <a:extLst>
              <a:ext uri="{FF2B5EF4-FFF2-40B4-BE49-F238E27FC236}">
                <a16:creationId xmlns:a16="http://schemas.microsoft.com/office/drawing/2014/main" xmlns="" id="{1DF87C2B-8C15-4832-1A18-30D66F9D5F1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5473231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7048" y="481646"/>
            <a:ext cx="7016816" cy="1642534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6" name="Picture Placeholder 35">
            <a:extLst>
              <a:ext uri="{FF2B5EF4-FFF2-40B4-BE49-F238E27FC236}">
                <a16:creationId xmlns:a16="http://schemas.microsoft.com/office/drawing/2014/main" xmlns="" id="{87DD0197-E213-DF84-42CD-9887AC3B20D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74559" y="1660358"/>
            <a:ext cx="3284621" cy="4393308"/>
          </a:xfrm>
          <a:custGeom>
            <a:avLst/>
            <a:gdLst>
              <a:gd name="connsiteX0" fmla="*/ 0 w 3284621"/>
              <a:gd name="connsiteY0" fmla="*/ 0 h 4393308"/>
              <a:gd name="connsiteX1" fmla="*/ 3284621 w 3284621"/>
              <a:gd name="connsiteY1" fmla="*/ 0 h 4393308"/>
              <a:gd name="connsiteX2" fmla="*/ 3284621 w 3284621"/>
              <a:gd name="connsiteY2" fmla="*/ 3448155 h 4393308"/>
              <a:gd name="connsiteX3" fmla="*/ 2529949 w 3284621"/>
              <a:gd name="connsiteY3" fmla="*/ 4374107 h 4393308"/>
              <a:gd name="connsiteX4" fmla="*/ 2339477 w 3284621"/>
              <a:gd name="connsiteY4" fmla="*/ 4393308 h 4393308"/>
              <a:gd name="connsiteX5" fmla="*/ 0 w 3284621"/>
              <a:gd name="connsiteY5" fmla="*/ 4393308 h 4393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84621" h="4393308">
                <a:moveTo>
                  <a:pt x="0" y="0"/>
                </a:moveTo>
                <a:lnTo>
                  <a:pt x="3284621" y="0"/>
                </a:lnTo>
                <a:lnTo>
                  <a:pt x="3284621" y="3448155"/>
                </a:lnTo>
                <a:cubicBezTo>
                  <a:pt x="3284621" y="3904900"/>
                  <a:pt x="2960639" y="4285975"/>
                  <a:pt x="2529949" y="4374107"/>
                </a:cubicBezTo>
                <a:lnTo>
                  <a:pt x="2339477" y="4393308"/>
                </a:lnTo>
                <a:lnTo>
                  <a:pt x="0" y="4393308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xmlns="" id="{60AA0A21-9643-792E-B40A-5DB89874EBD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99627" y="2583005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xmlns="" id="{BB4B5D46-5C52-2DA2-8089-EA46733694B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71558" y="2528003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xmlns="" id="{2A504FA2-31FE-468B-69A7-13D5BA10A66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71557" y="2846802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xmlns="" id="{2356F2BD-7A25-B79B-656B-55AA898FA31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699627" y="3545436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xmlns="" id="{008D75F3-D873-218C-C569-C3DBD13C44E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371558" y="3476717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xmlns="" id="{A37C09B9-3E6B-9A4E-4AA0-F5217106EA6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71557" y="3795516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xmlns="" id="{447D3529-314A-3D85-945A-77F8AFC1051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699627" y="4507867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xmlns="" id="{CBE0DD6D-C751-78D6-C3E6-B5A77EC802E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371558" y="4425427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xmlns="" id="{CDDB38E9-51B6-8E45-20E9-889F943BBB5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371557" y="4744226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xmlns="" id="{979B2345-6BEF-29F4-02D1-5CE78871ABF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699627" y="5470299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04</a:t>
            </a:r>
            <a:endParaRPr lang="zh-CN" altLang="en-US"/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xmlns="" id="{4751958F-7DE9-CA8B-AD8C-3B50910872C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371558" y="5375724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xmlns="" id="{FC535E19-3BFE-726B-0921-3D3C814BB8A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71557" y="5694523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xmlns="" id="{613182C9-E43B-4F41-1699-C6BD1ACD7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xmlns="" id="{A9C277D2-123D-59B7-B6D8-233FA49BB4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xmlns="" id="{D8AE435D-BDC8-3958-F039-8FE4CF186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xmlns="" id="{50484DEC-5F3C-C8B6-FF32-A87C00F2ACF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54978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32">
            <a:extLst>
              <a:ext uri="{FF2B5EF4-FFF2-40B4-BE49-F238E27FC236}">
                <a16:creationId xmlns:a16="http://schemas.microsoft.com/office/drawing/2014/main" xmlns="" id="{71BB0B2E-198F-B445-B5B4-A2D4125BA2D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0003524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194" y="664753"/>
            <a:ext cx="10404806" cy="1336218"/>
          </a:xfrm>
        </p:spPr>
        <p:txBody>
          <a:bodyPr/>
          <a:lstStyle>
            <a:lvl1pPr algn="l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3" name="Text Placeholder 1">
            <a:extLst>
              <a:ext uri="{FF2B5EF4-FFF2-40B4-BE49-F238E27FC236}">
                <a16:creationId xmlns:a16="http://schemas.microsoft.com/office/drawing/2014/main" xmlns="" id="{A28BEF0A-3979-E72C-A4EE-5F1F637674D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38153" y="2421470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xmlns="" id="{420A46D8-C1DF-89B6-4A51-7FEB6D1AB11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8153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xmlns="" id="{2558D232-6427-2E85-B213-F223738026B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679357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xmlns="" id="{0645D0BC-A9DA-E12F-8E3A-D92E84DFAE4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679357" y="3805737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xmlns="" id="{C29BC67B-8DB8-ED49-A71F-203D191FFC6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21374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0" name="Text Placeholder 6">
            <a:extLst>
              <a:ext uri="{FF2B5EF4-FFF2-40B4-BE49-F238E27FC236}">
                <a16:creationId xmlns:a16="http://schemas.microsoft.com/office/drawing/2014/main" xmlns="" id="{5A65D9FC-079A-41A1-AD63-4FC557FAFE4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21374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xmlns="" id="{35C612D0-E6BA-201C-B813-2AF097C4451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163391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8">
            <a:extLst>
              <a:ext uri="{FF2B5EF4-FFF2-40B4-BE49-F238E27FC236}">
                <a16:creationId xmlns:a16="http://schemas.microsoft.com/office/drawing/2014/main" xmlns="" id="{40A4EBF8-90AB-2AD7-7DE7-28533F6841D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163391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53E57881-0F22-B028-F6F5-D6CC95E7B6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xmlns="" id="{19CDC47F-058C-1544-C172-0CF7FD50F2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xmlns="" id="{F013B132-4B65-6444-B551-EFCA3C00F5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xmlns="" id="{9737AD9D-036B-D686-E1F7-D96BA9CE44E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xmlns="" id="{31C53475-91B5-C2EE-3B43-0929FF081C9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xmlns="" id="{9DD4FCC2-EFD7-465D-BCEC-F58C8C87931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1">
            <a:extLst>
              <a:ext uri="{FF2B5EF4-FFF2-40B4-BE49-F238E27FC236}">
                <a16:creationId xmlns:a16="http://schemas.microsoft.com/office/drawing/2014/main" xmlns="" id="{CC192184-488F-FD72-3C76-41CA9EA4F19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4">
            <a:extLst>
              <a:ext uri="{FF2B5EF4-FFF2-40B4-BE49-F238E27FC236}">
                <a16:creationId xmlns:a16="http://schemas.microsoft.com/office/drawing/2014/main" xmlns="" id="{5842CD27-CDAB-FAF1-4CE8-A5000A35671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3377173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15">
            <a:extLst>
              <a:ext uri="{FF2B5EF4-FFF2-40B4-BE49-F238E27FC236}">
                <a16:creationId xmlns:a16="http://schemas.microsoft.com/office/drawing/2014/main" xmlns="" id="{935411DC-B457-41AD-D330-F241093DB0D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6119191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xmlns="" id="{792ABE52-35D0-6CC6-55AA-1493BF6FB37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8861209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77177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8">
            <a:extLst>
              <a:ext uri="{FF2B5EF4-FFF2-40B4-BE49-F238E27FC236}">
                <a16:creationId xmlns:a16="http://schemas.microsoft.com/office/drawing/2014/main" xmlns="" id="{F219FF9B-2AB2-FF14-1C42-2676138295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2886571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xmlns="" id="{90DC9388-2CF6-5752-E430-B0454588A1F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4175909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1" name="Rectangle 48">
            <a:extLst>
              <a:ext uri="{FF2B5EF4-FFF2-40B4-BE49-F238E27FC236}">
                <a16:creationId xmlns:a16="http://schemas.microsoft.com/office/drawing/2014/main" xmlns="" id="{4800356D-3D68-4E92-38D5-018F74A5471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5465247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7048" y="481646"/>
            <a:ext cx="7016816" cy="1642534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xmlns="" id="{5BA2974B-49DF-3651-519D-5AB366F004D0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0" y="0"/>
            <a:ext cx="4210774" cy="6858000"/>
          </a:xfrm>
          <a:custGeom>
            <a:avLst/>
            <a:gdLst>
              <a:gd name="connsiteX0" fmla="*/ 0 w 4210774"/>
              <a:gd name="connsiteY0" fmla="*/ 0 h 6858000"/>
              <a:gd name="connsiteX1" fmla="*/ 660400 w 4210774"/>
              <a:gd name="connsiteY1" fmla="*/ 0 h 6858000"/>
              <a:gd name="connsiteX2" fmla="*/ 1028700 w 4210774"/>
              <a:gd name="connsiteY2" fmla="*/ 0 h 6858000"/>
              <a:gd name="connsiteX3" fmla="*/ 3466332 w 4210774"/>
              <a:gd name="connsiteY3" fmla="*/ 0 h 6858000"/>
              <a:gd name="connsiteX4" fmla="*/ 4210774 w 4210774"/>
              <a:gd name="connsiteY4" fmla="*/ 744442 h 6858000"/>
              <a:gd name="connsiteX5" fmla="*/ 4210774 w 4210774"/>
              <a:gd name="connsiteY5" fmla="*/ 6858000 h 6858000"/>
              <a:gd name="connsiteX6" fmla="*/ 1028700 w 4210774"/>
              <a:gd name="connsiteY6" fmla="*/ 6858000 h 6858000"/>
              <a:gd name="connsiteX7" fmla="*/ 660400 w 4210774"/>
              <a:gd name="connsiteY7" fmla="*/ 6858000 h 6858000"/>
              <a:gd name="connsiteX8" fmla="*/ 0 w 4210774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210774" h="6858000">
                <a:moveTo>
                  <a:pt x="0" y="0"/>
                </a:moveTo>
                <a:lnTo>
                  <a:pt x="660400" y="0"/>
                </a:lnTo>
                <a:lnTo>
                  <a:pt x="1028700" y="0"/>
                </a:lnTo>
                <a:lnTo>
                  <a:pt x="3466332" y="0"/>
                </a:lnTo>
                <a:cubicBezTo>
                  <a:pt x="3877476" y="0"/>
                  <a:pt x="4210774" y="333298"/>
                  <a:pt x="4210774" y="744442"/>
                </a:cubicBezTo>
                <a:lnTo>
                  <a:pt x="4210774" y="6858000"/>
                </a:lnTo>
                <a:lnTo>
                  <a:pt x="1028700" y="6858000"/>
                </a:lnTo>
                <a:lnTo>
                  <a:pt x="66040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xmlns="" id="{BFE3AEC9-EFD5-752C-B069-C72EB6BC680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776360" y="289026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xmlns="" id="{6F9B8F46-AC0B-8FA1-C523-CF07533604B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71558" y="2826851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xmlns="" id="{54C1C2E9-CE9E-CB42-8A96-9163BED4027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71557" y="3145650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xmlns="" id="{B093FF2F-B192-CE88-DD52-228CC59E68D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76360" y="4173480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xmlns="" id="{341B4613-7F18-F348-A0D5-1A6F1E22A6D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371555" y="4103192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xmlns="" id="{196AABFD-E1D2-F043-514A-DE1FF59810C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71554" y="4434691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xmlns="" id="{C96F6E1F-8FDA-954E-935D-511AD1C1C36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776360" y="546509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xmlns="" id="{3FCF7760-891C-DE83-4D8A-42471D96740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371555" y="5375953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xmlns="" id="{D9CF86D2-5E53-A8AE-8C23-3A6D4607E88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371554" y="5705922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xmlns="" id="{B4B489D2-4AE6-F4D6-9934-750DACF527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xmlns="" id="{FE49C402-28ED-C05F-9B69-1D2B67A10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xmlns="" id="{4FD68EAB-FDC4-C6A2-ADBB-1C2A4C0B12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xmlns="" id="{987C3128-989C-3D0C-C502-4AEEE57A2B0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2000626" y="8950"/>
            <a:ext cx="0" cy="6849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xmlns="" id="{44B57F24-6A05-F896-ADC6-5E62E1764C3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63462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056508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xmlns="" id="{29411AC7-7C73-0770-E586-60D7DF67D7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889A02A4-90B2-F621-2C48-0538569276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xmlns="" id="{BB2197B5-4EE8-CC14-4097-04B951FD94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566424376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595634" cy="1757505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4000" y="2724912"/>
            <a:ext cx="3595634" cy="330116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7742" y="831919"/>
            <a:ext cx="6440258" cy="519416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xmlns="" id="{E8C5D408-FFA2-C974-5FEF-CC27E5CC84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xmlns="" id="{DACDBC60-5DF7-DE99-0EC9-EBE53A356C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xmlns="" id="{E36DCDC3-178E-8B95-7074-DE6CCA64F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xmlns="" id="{CDAA91D8-83E5-F6A5-73F7-332B82EF9AA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xmlns="" id="{D21357E9-5725-711B-9A81-C74A9E581FB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85319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55169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595634" cy="2212313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9024" y="3260034"/>
            <a:ext cx="3585586" cy="2766045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9571C769-CEC8-962A-01E6-15B0E056791E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831919"/>
            <a:ext cx="6284681" cy="519416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xmlns="" id="{568B94C1-75B8-863F-960B-8786E9F6E6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xmlns="" id="{B6F973C8-8AF3-68C3-3AD0-FB5CD9ECA9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xmlns="" id="{8B8209AD-BB7C-894A-7EE2-639C0FC37B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xmlns="" id="{4193EBB3-CE5F-A8BE-28F8-FC0734E9299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xmlns="" id="{196F95E7-D1CA-3B84-305B-BF7A682866E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85319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2562226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175" y="831919"/>
            <a:ext cx="7342307" cy="1791217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xmlns="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60427" y="3280496"/>
            <a:ext cx="10504000" cy="27432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F8D387AC-5041-4BBD-7A52-6E3AE9E5B8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xmlns="" id="{06385A3C-B30C-0D20-0384-965032C543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95E3BB09-562E-C7FE-E47E-94C117C17E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xmlns="" id="{8018DAF8-7D84-87BB-5E5A-4E2B4E47CFF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xmlns="" id="{F8DD68C9-ACCE-74DD-5873-5F94A7E756C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1718461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1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228600" indent="0">
              <a:buNone/>
              <a:defRPr sz="1200">
                <a:solidFill>
                  <a:schemeClr val="tx1"/>
                </a:solidFill>
              </a:defRPr>
            </a:lvl2pPr>
            <a:lvl3pPr marL="457200" indent="0">
              <a:buNone/>
              <a:defRPr sz="1100">
                <a:solidFill>
                  <a:schemeClr val="tx1"/>
                </a:solidFill>
              </a:defRPr>
            </a:lvl3pPr>
            <a:lvl4pPr marL="685800" indent="0">
              <a:buNone/>
              <a:defRPr sz="1050">
                <a:solidFill>
                  <a:schemeClr val="tx1"/>
                </a:solidFill>
              </a:defRPr>
            </a:lvl4pPr>
            <a:lvl5pPr marL="914400" indent="0"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xmlns="" id="{C23B652D-563A-C94A-A80F-37E30BB00C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xmlns="" id="{6B469B7B-575C-C7B6-33FA-91A14DEF47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xmlns="" id="{F4084A6E-E5C4-0F80-C9A8-1A03B598C6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xmlns="" id="{83A4E4F4-19A2-02D9-2198-CCD4837C1FD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xmlns="" id="{0E658B9B-3A7A-CA54-A5EF-D656D0A1F57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2712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xmlns="" id="{DA82AABF-6C46-C7AD-A4C0-E45FB61940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4015" y="1597866"/>
            <a:ext cx="9758710" cy="357025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ctr">
              <a:defRPr sz="60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xmlns="" id="{CCB038B6-4602-D699-13D8-B547493FEF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xmlns="" id="{E2F764CB-3F63-304F-B1A6-306F5B1505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32152872-FA9B-0540-760C-C649EEBA0B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  <p:cxnSp>
        <p:nvCxnSpPr>
          <p:cNvPr id="37" name="Straight Connector 31">
            <a:extLst>
              <a:ext uri="{FF2B5EF4-FFF2-40B4-BE49-F238E27FC236}">
                <a16:creationId xmlns:a16="http://schemas.microsoft.com/office/drawing/2014/main" xmlns="" id="{9E7F9F25-6C66-45A9-994C-15E946ED2C6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26102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xmlns="" id="{A37C7A4F-3518-6695-ED4C-3D6F39E827C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/>
          </p:cNvCxnSpPr>
          <p:nvPr userDrawn="1"/>
        </p:nvCxnSpPr>
        <p:spPr>
          <a:xfrm>
            <a:off x="1195853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8189144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4C4D56CB-7729-4F9B-B383-5D5EDD1C4FA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V="1">
            <a:off x="9821333" y="4558433"/>
            <a:ext cx="2370667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xmlns="" id="{39E53A78-6591-EEDA-1DFD-F106ECC52DB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9821333" y="4558438"/>
            <a:ext cx="2370667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xmlns="" id="{6F5ADCC5-3878-853E-8614-59CF8B2810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21208" y="837382"/>
            <a:ext cx="7837069" cy="3696518"/>
          </a:xfrm>
        </p:spPr>
        <p:txBody>
          <a:bodyPr anchor="t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xmlns="" id="{899E747C-251E-F759-ABCD-CD941BA33A5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1208" y="4648199"/>
            <a:ext cx="7837070" cy="891581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xmlns="" id="{C031AA0C-A2A7-B56D-9661-B2A56DD37D19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21208" y="5730282"/>
            <a:ext cx="2349499" cy="266701"/>
          </a:xfrm>
        </p:spPr>
        <p:txBody>
          <a:bodyPr lIns="0" tIns="0" rIns="0" bIns="0" anchor="b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018A332-DECC-D8DD-0E19-762C6FFB93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xmlns="" id="{94EB1C08-1A28-5224-563E-C8AF24A3F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xmlns="" id="{45529DAF-CFD3-BC3E-C570-099DAEEB0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Rectangle 9">
            <a:extLst>
              <a:ext uri="{FF2B5EF4-FFF2-40B4-BE49-F238E27FC236}">
                <a16:creationId xmlns:a16="http://schemas.microsoft.com/office/drawing/2014/main" xmlns="" id="{1C113ED2-FAFE-A686-C43C-7C104C28E34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03515" y="-103514"/>
            <a:ext cx="274322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7" name="Rectangle 8">
            <a:extLst>
              <a:ext uri="{FF2B5EF4-FFF2-40B4-BE49-F238E27FC236}">
                <a16:creationId xmlns:a16="http://schemas.microsoft.com/office/drawing/2014/main" xmlns="" id="{1580C5C3-0FF4-BA92-445D-48CC4C54FBD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xmlns="" id="{EAB71EF6-F4ED-6CD6-E0C2-EAB75D0F052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9821333" y="0"/>
            <a:ext cx="2370665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xmlns="" id="{B24268F0-A8A4-E399-5FC5-6384B8BD966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9835107" y="-1"/>
            <a:ext cx="2356893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70AC4EA9-78A7-EDEB-A4B1-0E44AB2263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9821331" y="2456493"/>
            <a:ext cx="2370668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Freeform: Shape 18">
            <a:extLst>
              <a:ext uri="{FF2B5EF4-FFF2-40B4-BE49-F238E27FC236}">
                <a16:creationId xmlns:a16="http://schemas.microsoft.com/office/drawing/2014/main" xmlns="" id="{ACCD3CEE-6646-969D-7160-69226A1B783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 flipV="1">
            <a:off x="10444462" y="2810904"/>
            <a:ext cx="1124412" cy="2370664"/>
          </a:xfrm>
          <a:custGeom>
            <a:avLst/>
            <a:gdLst>
              <a:gd name="connsiteX0" fmla="*/ 600765 w 600765"/>
              <a:gd name="connsiteY0" fmla="*/ 0 h 1266628"/>
              <a:gd name="connsiteX1" fmla="*/ 600765 w 600765"/>
              <a:gd name="connsiteY1" fmla="*/ 1266628 h 1266628"/>
              <a:gd name="connsiteX2" fmla="*/ 508593 w 600765"/>
              <a:gd name="connsiteY2" fmla="*/ 1257336 h 1266628"/>
              <a:gd name="connsiteX3" fmla="*/ 0 w 600765"/>
              <a:gd name="connsiteY3" fmla="*/ 633314 h 1266628"/>
              <a:gd name="connsiteX4" fmla="*/ 508593 w 600765"/>
              <a:gd name="connsiteY4" fmla="*/ 9292 h 1266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0765" h="1266628">
                <a:moveTo>
                  <a:pt x="600765" y="0"/>
                </a:moveTo>
                <a:lnTo>
                  <a:pt x="600765" y="1266628"/>
                </a:lnTo>
                <a:lnTo>
                  <a:pt x="508593" y="1257336"/>
                </a:lnTo>
                <a:cubicBezTo>
                  <a:pt x="218339" y="1197942"/>
                  <a:pt x="0" y="941126"/>
                  <a:pt x="0" y="633314"/>
                </a:cubicBezTo>
                <a:cubicBezTo>
                  <a:pt x="0" y="325502"/>
                  <a:pt x="218339" y="68686"/>
                  <a:pt x="508593" y="929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86043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6">
            <a:extLst>
              <a:ext uri="{FF2B5EF4-FFF2-40B4-BE49-F238E27FC236}">
                <a16:creationId xmlns:a16="http://schemas.microsoft.com/office/drawing/2014/main" xmlns="" id="{3184A5B9-E2EB-CB8F-9FCE-B435678BB4B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9937750" y="3696527"/>
            <a:ext cx="2254248" cy="3163005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Freeform: Shape 9">
            <a:extLst>
              <a:ext uri="{FF2B5EF4-FFF2-40B4-BE49-F238E27FC236}">
                <a16:creationId xmlns:a16="http://schemas.microsoft.com/office/drawing/2014/main" xmlns="" id="{BEF628E3-8F76-0E9D-3DEE-A459731EFF5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9937750" y="5736197"/>
            <a:ext cx="2254250" cy="1121803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xmlns="" id="{794A9AA8-C219-474F-E074-634356B77D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225" y="837382"/>
            <a:ext cx="7837069" cy="3696518"/>
          </a:xfrm>
        </p:spPr>
        <p:txBody>
          <a:bodyPr anchor="b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xmlns="" id="{12979924-61C7-4C37-EAF2-46A0A2A2D13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57225" y="4648199"/>
            <a:ext cx="7837070" cy="1042877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xmlns="" id="{946F423E-A433-4DDE-A3C0-3165FE754F65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57225" y="5883110"/>
            <a:ext cx="2349499" cy="266701"/>
          </a:xfrm>
        </p:spPr>
        <p:txBody>
          <a:bodyPr lIns="0" tIns="0" rIns="0" bIns="0" anchor="b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F24AAE30-F15B-1702-BB62-5EF514C387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BFE3F5C5-ED4D-E322-2AF6-F166C684C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C3C27666-6814-D528-A7CD-540241E7C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2" name="Rectangle 8">
            <a:extLst>
              <a:ext uri="{FF2B5EF4-FFF2-40B4-BE49-F238E27FC236}">
                <a16:creationId xmlns:a16="http://schemas.microsoft.com/office/drawing/2014/main" xmlns="" id="{75F1C151-830E-3940-1AE4-FB8D2BD625B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Rectangle 9">
            <a:extLst>
              <a:ext uri="{FF2B5EF4-FFF2-40B4-BE49-F238E27FC236}">
                <a16:creationId xmlns:a16="http://schemas.microsoft.com/office/drawing/2014/main" xmlns="" id="{219F9CAC-9EAC-C1A6-0F7E-3F8E87DFD82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04574" y="-104573"/>
            <a:ext cx="274322" cy="48347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xmlns="" id="{1173937D-CDC9-73E6-6B3E-2447EC17AC9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9937750" y="1"/>
            <a:ext cx="2254248" cy="369499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xmlns="" id="{CBC384E9-DFB8-C4B8-FD41-571F33CD64E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9937750" y="-2"/>
            <a:ext cx="2254250" cy="369651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76486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8">
            <a:extLst>
              <a:ext uri="{FF2B5EF4-FFF2-40B4-BE49-F238E27FC236}">
                <a16:creationId xmlns:a16="http://schemas.microsoft.com/office/drawing/2014/main" xmlns="" id="{B97416E4-EDCD-B6B0-871B-59B52393417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H="1" flipV="1">
            <a:off x="0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Freeform: Shape 59">
            <a:extLst>
              <a:ext uri="{FF2B5EF4-FFF2-40B4-BE49-F238E27FC236}">
                <a16:creationId xmlns:a16="http://schemas.microsoft.com/office/drawing/2014/main" xmlns="" id="{E2D01E03-0AE5-38F7-B2E7-A561D2D8E80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0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31" name="Rectangle 8">
            <a:extLst>
              <a:ext uri="{FF2B5EF4-FFF2-40B4-BE49-F238E27FC236}">
                <a16:creationId xmlns:a16="http://schemas.microsoft.com/office/drawing/2014/main" xmlns="" id="{F6DBF5FB-1D7F-AA76-089E-78475F22BF9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Freeform: Shape 59">
            <a:extLst>
              <a:ext uri="{FF2B5EF4-FFF2-40B4-BE49-F238E27FC236}">
                <a16:creationId xmlns:a16="http://schemas.microsoft.com/office/drawing/2014/main" xmlns="" id="{44A1C6DB-DBF1-64FE-805A-746B1CA7C39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xmlns="" id="{F57D558E-B648-BBEB-46E0-F39608643FF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025650" y="1122363"/>
            <a:ext cx="8140700" cy="2387600"/>
          </a:xfrm>
        </p:spPr>
        <p:txBody>
          <a:bodyPr anchor="b">
            <a:no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xmlns="" id="{6764C513-A87E-FCB7-156B-282EBAF0198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025650" y="3602038"/>
            <a:ext cx="8140700" cy="881062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xmlns="" id="{3D9CC7D7-743B-85D5-5C99-E91249AF7EA0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981200" y="5793918"/>
            <a:ext cx="1801825" cy="266701"/>
          </a:xfrm>
        </p:spPr>
        <p:txBody>
          <a:bodyPr lIns="0" tIns="0" rIns="0" bIns="0" anchor="b">
            <a:noAutofit/>
          </a:bodyPr>
          <a:lstStyle>
            <a:lvl1pPr marL="0" indent="0" algn="l">
              <a:spcBef>
                <a:spcPts val="0"/>
              </a:spcBef>
              <a:buNone/>
              <a:defRPr sz="16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0FA3A1DD-04DE-1541-1FFF-3A707AF505F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BA47C9CB-6FF6-0287-178B-6CADEEB9D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4084A680-FB9E-E42D-DDAA-5791A07BD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xmlns="" id="{B3A19901-5D82-7B65-7782-E6852337B2D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H="1">
            <a:off x="1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7" name="Freeform: Shape 59">
            <a:extLst>
              <a:ext uri="{FF2B5EF4-FFF2-40B4-BE49-F238E27FC236}">
                <a16:creationId xmlns:a16="http://schemas.microsoft.com/office/drawing/2014/main" xmlns="" id="{8F412048-B308-2DFC-686A-6DA38261703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0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2" name="Rectangle 6">
            <a:extLst>
              <a:ext uri="{FF2B5EF4-FFF2-40B4-BE49-F238E27FC236}">
                <a16:creationId xmlns:a16="http://schemas.microsoft.com/office/drawing/2014/main" xmlns="" id="{EA419E24-8272-CD51-84D8-E7CA5E6F751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H="1">
            <a:off x="1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2" name="Freeform: Shape 9">
            <a:extLst>
              <a:ext uri="{FF2B5EF4-FFF2-40B4-BE49-F238E27FC236}">
                <a16:creationId xmlns:a16="http://schemas.microsoft.com/office/drawing/2014/main" xmlns="" id="{FC750F5C-AF95-4BA8-1FF7-DF14E175BFC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0" y="3812957"/>
            <a:ext cx="1498042" cy="745484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xmlns="" id="{8EB19805-760B-FC22-27FF-2642CF681B2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33" name="Freeform: Shape 59">
            <a:extLst>
              <a:ext uri="{FF2B5EF4-FFF2-40B4-BE49-F238E27FC236}">
                <a16:creationId xmlns:a16="http://schemas.microsoft.com/office/drawing/2014/main" xmlns="" id="{16723D4D-CE24-1BFA-381F-67A51CF4987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xmlns="" id="{EDD86B10-8265-2F8F-A1C8-E1C52EB80BB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3" name="Freeform: Shape 9">
            <a:extLst>
              <a:ext uri="{FF2B5EF4-FFF2-40B4-BE49-F238E27FC236}">
                <a16:creationId xmlns:a16="http://schemas.microsoft.com/office/drawing/2014/main" xmlns="" id="{4EDA9D06-9457-35FD-607C-E7105181A1B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10693957" y="3812957"/>
            <a:ext cx="1498042" cy="745484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164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xmlns="" id="{149885F5-BCBD-1B93-4BD0-913F4539EC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1973" y="3986909"/>
            <a:ext cx="11288052" cy="1331597"/>
          </a:xfrm>
        </p:spPr>
        <p:txBody>
          <a:bodyPr anchor="b">
            <a:no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xmlns="" id="{B044FD8C-6C45-EC5E-5CA3-79C3C87BF83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1973" y="5416550"/>
            <a:ext cx="11288052" cy="615950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xmlns="" id="{035CA494-5B62-D1F6-0DF6-40D86758938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699621" y="964"/>
            <a:ext cx="5578791" cy="3888401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xmlns="" id="{E6436228-797E-53A8-A7F9-52AD1B8E0F3F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1973" y="6087722"/>
            <a:ext cx="1801825" cy="266701"/>
          </a:xfrm>
        </p:spPr>
        <p:txBody>
          <a:bodyPr lIns="0" tIns="0" rIns="0" bIns="0" anchor="b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3B84172-860D-1647-047C-C3738A9C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xmlns="" id="{1F49D81A-40A1-67EF-AB98-6D6B47001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xmlns="" id="{7D469B88-8070-4714-51D1-F43A0AFE3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xmlns="" id="{2DA13429-7FDC-7187-2143-8A9EEDD8A62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 flipH="1">
            <a:off x="193548" y="-195013"/>
            <a:ext cx="1957956" cy="234798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xmlns="" id="{F34876CF-E930-1022-BFB1-831273576E5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-7597" y="3"/>
            <a:ext cx="2351132" cy="117001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CF763CC7-EA2E-97AB-5E20-B44890F7E68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 flipH="1">
            <a:off x="203865" y="1754093"/>
            <a:ext cx="1940257" cy="23479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00CA88D6-0F39-DB96-BA62-7586959D18D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 flipH="1">
            <a:off x="2544101" y="-198088"/>
            <a:ext cx="1954953" cy="23511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2B13202E-A252-90D1-ED83-5D7FB9C4FA6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 flipV="1">
            <a:off x="2551501" y="1746727"/>
            <a:ext cx="1940259" cy="235102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xmlns="" id="{DD2B2E8D-ECD5-FF51-A5CA-5FB0750DAAC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 flipV="1">
            <a:off x="2554974" y="1743143"/>
            <a:ext cx="1933202" cy="2351131"/>
          </a:xfrm>
          <a:custGeom>
            <a:avLst/>
            <a:gdLst>
              <a:gd name="connsiteX0" fmla="*/ 0 w 2115288"/>
              <a:gd name="connsiteY0" fmla="*/ 2092083 h 2092083"/>
              <a:gd name="connsiteX1" fmla="*/ 0 w 2115288"/>
              <a:gd name="connsiteY1" fmla="*/ 0 h 2092083"/>
              <a:gd name="connsiteX2" fmla="*/ 2115288 w 2115288"/>
              <a:gd name="connsiteY2" fmla="*/ 0 h 2092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15288" h="2092083">
                <a:moveTo>
                  <a:pt x="0" y="2092083"/>
                </a:moveTo>
                <a:lnTo>
                  <a:pt x="0" y="0"/>
                </a:lnTo>
                <a:lnTo>
                  <a:pt x="21152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5" name="Rectangle 15">
            <a:extLst>
              <a:ext uri="{FF2B5EF4-FFF2-40B4-BE49-F238E27FC236}">
                <a16:creationId xmlns:a16="http://schemas.microsoft.com/office/drawing/2014/main" xmlns="" id="{BE33DCB4-EBE4-F9F4-40E1-A1109F436F2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 flipH="1">
            <a:off x="10253534" y="22400"/>
            <a:ext cx="1960861" cy="191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8C9D37B0-DB36-8B46-3EE5-848EE070FA1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 flipH="1">
            <a:off x="10265341" y="1968544"/>
            <a:ext cx="1937248" cy="19160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xmlns="" id="{C49AE85A-7CA3-CA3E-CAC1-2D64B46897D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 flipV="1">
            <a:off x="10263835" y="1970054"/>
            <a:ext cx="1940259" cy="1916066"/>
          </a:xfrm>
          <a:custGeom>
            <a:avLst/>
            <a:gdLst>
              <a:gd name="connsiteX0" fmla="*/ 0 w 2115288"/>
              <a:gd name="connsiteY0" fmla="*/ 2092083 h 2092083"/>
              <a:gd name="connsiteX1" fmla="*/ 0 w 2115288"/>
              <a:gd name="connsiteY1" fmla="*/ 0 h 2092083"/>
              <a:gd name="connsiteX2" fmla="*/ 2115288 w 2115288"/>
              <a:gd name="connsiteY2" fmla="*/ 0 h 2092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15288" h="2092083">
                <a:moveTo>
                  <a:pt x="0" y="2092083"/>
                </a:moveTo>
                <a:lnTo>
                  <a:pt x="0" y="0"/>
                </a:lnTo>
                <a:lnTo>
                  <a:pt x="21152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3142562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xmlns="" id="{41F45E22-547F-B6E1-5F51-CFECC13B28B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-7621" y="6245509"/>
            <a:ext cx="5134119" cy="6124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CN" alt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xmlns="" id="{AD43FFF1-DDFA-80AA-76D1-22BD8FF1A0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32261" y="482261"/>
            <a:ext cx="5828395" cy="3987800"/>
          </a:xfrm>
        </p:spPr>
        <p:txBody>
          <a:bodyPr lIns="0" tIns="0" rIns="0" bIns="0"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xmlns="" id="{A507D3A1-9DD8-7489-4AF4-BA29A6CDB4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32260" y="4625351"/>
            <a:ext cx="5828396" cy="891675"/>
          </a:xfr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xmlns="" id="{035CA494-5B62-D1F6-0DF6-40D86758938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64491" y="1339850"/>
            <a:ext cx="3762007" cy="4905375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xmlns="" id="{00F3AF08-58B8-1240-DC7F-D213996B2AE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71050" y="5982369"/>
            <a:ext cx="1589606" cy="266701"/>
          </a:xfrm>
        </p:spPr>
        <p:txBody>
          <a:bodyPr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xmlns="" id="{CAC3F6DD-F963-7D20-7D44-A9471028FB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xmlns="" id="{9D3E5DEB-74C0-2DEA-0038-2F0044213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xmlns="" id="{8EFCC32E-F87E-343D-5B5C-6507310CA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xmlns="" id="{30E8E679-660F-5B58-91D7-9E0CDF0AB69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1" y="-3"/>
            <a:ext cx="1360674" cy="22320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5" name="Freeform: Shape 59">
            <a:extLst>
              <a:ext uri="{FF2B5EF4-FFF2-40B4-BE49-F238E27FC236}">
                <a16:creationId xmlns:a16="http://schemas.microsoft.com/office/drawing/2014/main" xmlns="" id="{8587E180-57E3-C8FA-E365-AB365B7F460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7937" y="-5"/>
            <a:ext cx="1352738" cy="2232015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9C2F644D-1D4F-6486-A506-5B5A7BE4984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0" y="2232018"/>
            <a:ext cx="1360677" cy="1916648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8" name="Freeform: Shape 9">
            <a:extLst>
              <a:ext uri="{FF2B5EF4-FFF2-40B4-BE49-F238E27FC236}">
                <a16:creationId xmlns:a16="http://schemas.microsoft.com/office/drawing/2014/main" xmlns="" id="{155A9F5C-6C2B-B9A0-9DF2-D4B82FBE66C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0" y="3471537"/>
            <a:ext cx="1360678" cy="677127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21" name="Rectangle 8">
            <a:extLst>
              <a:ext uri="{FF2B5EF4-FFF2-40B4-BE49-F238E27FC236}">
                <a16:creationId xmlns:a16="http://schemas.microsoft.com/office/drawing/2014/main" xmlns="" id="{6B928C87-B3CE-A38B-38D7-B0948D3E440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V="1">
            <a:off x="-2" y="4148664"/>
            <a:ext cx="1360677" cy="209684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Freeform: Shape 59">
            <a:extLst>
              <a:ext uri="{FF2B5EF4-FFF2-40B4-BE49-F238E27FC236}">
                <a16:creationId xmlns:a16="http://schemas.microsoft.com/office/drawing/2014/main" xmlns="" id="{1F867251-402A-C2DE-7D05-B8E48B7E7C9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0" y="4148663"/>
            <a:ext cx="1360678" cy="209684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xmlns="" id="{1B4E1136-DFDD-32BF-5846-514278A0F77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10734332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xmlns="" id="{4973B099-8DFA-53FB-1105-A26CC36014D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11814480" y="-103514"/>
            <a:ext cx="274322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172139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xmlns="" id="{41F45E22-547F-B6E1-5F51-CFECC13B28B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7065818" y="6245509"/>
            <a:ext cx="5134119" cy="6124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xmlns="" id="{F1C19B4F-DFB6-9576-9DF4-96FE43A1EC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0628" y="482261"/>
            <a:ext cx="5824186" cy="3987799"/>
          </a:xfrm>
        </p:spPr>
        <p:txBody>
          <a:bodyPr lIns="0" tIns="0" rIns="0" bIns="0" anchor="b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xmlns="" id="{D99BC2BC-8A72-7BB8-D8C8-CB385D30BB7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0628" y="4640704"/>
            <a:ext cx="5824186" cy="876323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xmlns="" id="{EC403ECD-0E61-4F10-7162-E98E5D2C68D4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10629" y="5978808"/>
            <a:ext cx="1737322" cy="266701"/>
          </a:xfrm>
        </p:spPr>
        <p:txBody>
          <a:bodyPr lIns="0" tIns="0" rIns="0" bIns="0" anchor="b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xmlns="" id="{035CA494-5B62-D1F6-0DF6-40D86758938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065818" y="1331046"/>
            <a:ext cx="3772303" cy="4914460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B742842F-049E-5CE5-521C-3D7CF4664B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F57807E5-619C-C6C7-6226-8A9540B6D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9873A478-35CD-870F-0A0C-AD044CED3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xmlns="" id="{1B4E1136-DFDD-32BF-5846-514278A0F77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xmlns="" id="{4973B099-8DFA-53FB-1105-A26CC36014D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04574" y="-104573"/>
            <a:ext cx="274322" cy="48347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xmlns="" id="{F5FF0307-7223-2A57-49F7-205DFC3CADD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10833956" y="-2"/>
            <a:ext cx="1365980" cy="22320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6" name="Freeform: Shape 59">
            <a:extLst>
              <a:ext uri="{FF2B5EF4-FFF2-40B4-BE49-F238E27FC236}">
                <a16:creationId xmlns:a16="http://schemas.microsoft.com/office/drawing/2014/main" xmlns="" id="{AB33DB86-5F38-0CF7-F613-511E8B1B199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0841892" y="-3"/>
            <a:ext cx="1358044" cy="2232015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41" name="Rectangle 6">
            <a:extLst>
              <a:ext uri="{FF2B5EF4-FFF2-40B4-BE49-F238E27FC236}">
                <a16:creationId xmlns:a16="http://schemas.microsoft.com/office/drawing/2014/main" xmlns="" id="{B297F7B8-C42C-1B4A-C596-DA9004187DE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10833956" y="2232018"/>
            <a:ext cx="1358044" cy="1916648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Freeform: Shape 9">
            <a:extLst>
              <a:ext uri="{FF2B5EF4-FFF2-40B4-BE49-F238E27FC236}">
                <a16:creationId xmlns:a16="http://schemas.microsoft.com/office/drawing/2014/main" xmlns="" id="{3CDB4C82-C1F2-7A31-B0C0-EC7A16E86E0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10833888" y="3428999"/>
            <a:ext cx="1366047" cy="71966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33" name="Rectangle 8">
            <a:extLst>
              <a:ext uri="{FF2B5EF4-FFF2-40B4-BE49-F238E27FC236}">
                <a16:creationId xmlns:a16="http://schemas.microsoft.com/office/drawing/2014/main" xmlns="" id="{D03B5295-1DAD-F67E-A9D1-1EDDEDAE034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V="1">
            <a:off x="10833955" y="4148664"/>
            <a:ext cx="1365981" cy="209684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xmlns="" id="{C681F86B-1EB2-1ABD-11BE-7405C317D11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0833955" y="4148663"/>
            <a:ext cx="1365980" cy="209684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780604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591D9F7-2AF5-7E15-28CD-C5189318CC9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0010775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FF402BE0-455F-CF23-B696-A4F06F44109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191875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xmlns="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2364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022365" y="1649960"/>
            <a:ext cx="831916" cy="597807"/>
          </a:xfrm>
        </p:spPr>
        <p:txBody>
          <a:bodyPr lIns="0" tIns="0" rIns="0" bIns="0" anchor="b">
            <a:noAutofit/>
          </a:bodyPr>
          <a:lstStyle>
            <a:lvl1pPr marL="0" indent="0" algn="l">
              <a:buNone/>
              <a:defRPr sz="3000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xmlns="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1313" y="1306802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xmlns="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xmlns="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xmlns="" id="{EADD3443-0734-5152-8D04-B2D94110150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697230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xmlns="" id="{90703BCA-69C2-3D24-7F07-71DD32C3B70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760095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3984274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591D9F7-2AF5-7E15-28CD-C5189318CC9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xmlns="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653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xmlns="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flipH="1">
            <a:off x="1000125" y="1316037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0350334" y="1649960"/>
            <a:ext cx="831916" cy="597807"/>
          </a:xfrm>
        </p:spPr>
        <p:txBody>
          <a:bodyPr lIns="0" tIns="0" rIns="0" bIns="0" anchor="b">
            <a:noAutofit/>
          </a:bodyPr>
          <a:lstStyle>
            <a:lvl1pPr marL="0" indent="0" algn="r">
              <a:buNone/>
              <a:defRPr sz="2600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xmlns="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xmlns="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xmlns="" id="{90703BCA-69C2-3D24-7F07-71DD32C3B70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02907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xmlns="" id="{EADD3443-0734-5152-8D04-B2D94110150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65772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FF402BE0-455F-CF23-B696-A4F06F44109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3547648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8">
            <a:extLst>
              <a:ext uri="{FF2B5EF4-FFF2-40B4-BE49-F238E27FC236}">
                <a16:creationId xmlns:a16="http://schemas.microsoft.com/office/drawing/2014/main" xmlns="" id="{5EA40962-D6F9-CBBE-FF2C-4EC3830F9DA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H="1" flipV="1">
            <a:off x="0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Freeform: Shape 59">
            <a:extLst>
              <a:ext uri="{FF2B5EF4-FFF2-40B4-BE49-F238E27FC236}">
                <a16:creationId xmlns:a16="http://schemas.microsoft.com/office/drawing/2014/main" xmlns="" id="{EC816DDB-9EA2-DF6E-AAED-1B18863E588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0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xmlns="" id="{A04F26B9-B28E-8D10-94D1-04FE26C51C1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xmlns="" id="{4947CEF4-1632-7EBE-80C3-C52AE183F60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80042" y="1649960"/>
            <a:ext cx="831916" cy="597807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 sz="2600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xmlns="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28202" y="2558836"/>
            <a:ext cx="6735597" cy="2536289"/>
          </a:xfrm>
        </p:spPr>
        <p:txBody>
          <a:bodyPr lIns="0" tIns="0" rIns="0" bIns="0" anchor="t">
            <a:noAutofit/>
          </a:bodyPr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xmlns="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xmlns="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xmlns="" id="{AE61E74D-D5FA-5080-2F53-0087775B372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H="1">
            <a:off x="1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8" name="Freeform: Shape 59">
            <a:extLst>
              <a:ext uri="{FF2B5EF4-FFF2-40B4-BE49-F238E27FC236}">
                <a16:creationId xmlns:a16="http://schemas.microsoft.com/office/drawing/2014/main" xmlns="" id="{470C155E-4CCC-564B-027C-CDC41E37393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0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xmlns="" id="{7285D770-FD07-EC97-B009-40BA4F4D0F5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H="1">
            <a:off x="1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5" name="Freeform: Shape 9">
            <a:extLst>
              <a:ext uri="{FF2B5EF4-FFF2-40B4-BE49-F238E27FC236}">
                <a16:creationId xmlns:a16="http://schemas.microsoft.com/office/drawing/2014/main" xmlns="" id="{9F696CCD-6826-7E03-C9F2-76B5BC13975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0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xmlns="" id="{91A24A50-A008-86B3-5F54-E8B7B3A9C73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Freeform: Shape 59">
            <a:extLst>
              <a:ext uri="{FF2B5EF4-FFF2-40B4-BE49-F238E27FC236}">
                <a16:creationId xmlns:a16="http://schemas.microsoft.com/office/drawing/2014/main" xmlns="" id="{C476D228-FB57-F7F8-C68A-E3413EFE8ED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xmlns="" id="{03673381-EECC-4D46-EDE7-C5E028BE1F7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6" name="Freeform: Shape 9">
            <a:extLst>
              <a:ext uri="{FF2B5EF4-FFF2-40B4-BE49-F238E27FC236}">
                <a16:creationId xmlns:a16="http://schemas.microsoft.com/office/drawing/2014/main" xmlns="" id="{4441DE95-147E-9B38-A464-7A9CF35CE2C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10693958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906148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591D9F7-2AF5-7E15-28CD-C5189318CC9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0010775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FF402BE0-455F-CF23-B696-A4F06F44109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191875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xmlns="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2364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xmlns="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1313" y="1316038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xmlns="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xmlns="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xmlns="" id="{EADD3443-0734-5152-8D04-B2D94110150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697230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xmlns="" id="{90703BCA-69C2-3D24-7F07-71DD32C3B70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760095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8325098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9591D9F7-2AF5-7E15-28CD-C5189318CC9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FF402BE0-455F-CF23-B696-A4F06F44109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xmlns="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653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xmlns="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flipH="1">
            <a:off x="1000125" y="1316037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xmlns="" id="{940B915B-DDF9-DD98-A561-3684DEE38343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xmlns="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xmlns="" id="{90703BCA-69C2-3D24-7F07-71DD32C3B70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02907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xmlns="" id="{EADD3443-0734-5152-8D04-B2D94110150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65772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925807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8">
            <a:extLst>
              <a:ext uri="{FF2B5EF4-FFF2-40B4-BE49-F238E27FC236}">
                <a16:creationId xmlns:a16="http://schemas.microsoft.com/office/drawing/2014/main" xmlns="" id="{5EA40962-D6F9-CBBE-FF2C-4EC3830F9DA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H="1" flipV="1">
            <a:off x="0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Freeform: Shape 59">
            <a:extLst>
              <a:ext uri="{FF2B5EF4-FFF2-40B4-BE49-F238E27FC236}">
                <a16:creationId xmlns:a16="http://schemas.microsoft.com/office/drawing/2014/main" xmlns="" id="{EC816DDB-9EA2-DF6E-AAED-1B18863E588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0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xmlns="" id="{A04F26B9-B28E-8D10-94D1-04FE26C51C1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xmlns="" id="{4947CEF4-1632-7EBE-80C3-C52AE183F60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xmlns="" id="{3575A47E-66DF-0DFE-6068-FCE75A83C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8202" y="2160856"/>
            <a:ext cx="6735597" cy="2536289"/>
          </a:xfrm>
        </p:spPr>
        <p:txBody>
          <a:bodyPr lIns="0" tIns="0" rIns="0" bIns="0" anchor="ctr">
            <a:noAutofit/>
          </a:bodyPr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xmlns="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xmlns="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xmlns="" id="{AE61E74D-D5FA-5080-2F53-0087775B372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H="1">
            <a:off x="1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8" name="Freeform: Shape 59">
            <a:extLst>
              <a:ext uri="{FF2B5EF4-FFF2-40B4-BE49-F238E27FC236}">
                <a16:creationId xmlns:a16="http://schemas.microsoft.com/office/drawing/2014/main" xmlns="" id="{470C155E-4CCC-564B-027C-CDC41E37393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0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xmlns="" id="{7285D770-FD07-EC97-B009-40BA4F4D0F5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H="1">
            <a:off x="1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5" name="Freeform: Shape 9">
            <a:extLst>
              <a:ext uri="{FF2B5EF4-FFF2-40B4-BE49-F238E27FC236}">
                <a16:creationId xmlns:a16="http://schemas.microsoft.com/office/drawing/2014/main" xmlns="" id="{9F696CCD-6826-7E03-C9F2-76B5BC13975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0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xmlns="" id="{91A24A50-A008-86B3-5F54-E8B7B3A9C73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Freeform: Shape 59">
            <a:extLst>
              <a:ext uri="{FF2B5EF4-FFF2-40B4-BE49-F238E27FC236}">
                <a16:creationId xmlns:a16="http://schemas.microsoft.com/office/drawing/2014/main" xmlns="" id="{C476D228-FB57-F7F8-C68A-E3413EFE8ED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xmlns="" id="{03673381-EECC-4D46-EDE7-C5E028BE1F7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6" name="Freeform: Shape 9">
            <a:extLst>
              <a:ext uri="{FF2B5EF4-FFF2-40B4-BE49-F238E27FC236}">
                <a16:creationId xmlns:a16="http://schemas.microsoft.com/office/drawing/2014/main" xmlns="" id="{4441DE95-147E-9B38-A464-7A9CF35CE2C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10693958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1160298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, 6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xmlns="" id="{5CAAAA72-0635-9135-A730-ECC45A4397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xmlns="" id="{678F1E9F-8DC0-3F47-3713-0A6BECA4A23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42963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01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xmlns="" id="{15229F71-3CE4-1A56-A454-B19344890E2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384268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xmlns="" id="{12F71417-AF87-8BCD-86C2-D6D8455F675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384403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xmlns="" id="{7EF0D168-760E-3567-B5E3-6EB79B152A5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1805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F80ECA0-C9A9-7F6F-DDEE-49117E596C86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962577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xmlns="" id="{CB9C6248-FAAF-2686-9707-F8099CFE5465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962712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xmlns="" id="{C9235EC0-5363-881D-ECDD-99F83432317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994871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03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xmlns="" id="{C787FA2C-E603-94B3-BA10-F6645705849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535137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xmlns="" id="{7664AE50-9F09-679F-6A2C-FCFE2305B0FB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8541021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xmlns="" id="{D091BDB1-D06A-F20F-BD0A-FA4BEE12E67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42963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xmlns="" id="{34B2A11E-0D27-4D46-A91D-448866797E4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384268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2" name="Content Placeholder 2">
            <a:extLst>
              <a:ext uri="{FF2B5EF4-FFF2-40B4-BE49-F238E27FC236}">
                <a16:creationId xmlns:a16="http://schemas.microsoft.com/office/drawing/2014/main" xmlns="" id="{ABE6E289-1987-1965-BF2F-9BA862779B9C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1384403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xmlns="" id="{35A2DADA-11CE-0CFF-67A5-C675A9F7976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421805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05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xmlns="" id="{D89CDCE3-2BC6-3295-3B7D-D64BF96C5457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962577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5" name="Content Placeholder 2">
            <a:extLst>
              <a:ext uri="{FF2B5EF4-FFF2-40B4-BE49-F238E27FC236}">
                <a16:creationId xmlns:a16="http://schemas.microsoft.com/office/drawing/2014/main" xmlns="" id="{CD76792D-C530-0E2F-8D16-3B89EFFB4FF6}"/>
              </a:ext>
            </a:extLst>
          </p:cNvPr>
          <p:cNvSpPr>
            <a:spLocks noGrp="1"/>
          </p:cNvSpPr>
          <p:nvPr>
            <p:ph idx="25"/>
          </p:nvPr>
        </p:nvSpPr>
        <p:spPr>
          <a:xfrm>
            <a:off x="4962712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xmlns="" id="{436CB067-7239-D038-646D-52E7105AE7E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994871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06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xmlns="" id="{4BA33470-6404-0E70-04B0-CDCAA18D436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535137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8" name="Content Placeholder 2">
            <a:extLst>
              <a:ext uri="{FF2B5EF4-FFF2-40B4-BE49-F238E27FC236}">
                <a16:creationId xmlns:a16="http://schemas.microsoft.com/office/drawing/2014/main" xmlns="" id="{068F9459-BC8A-0B9B-0553-20FAA0BDB905}"/>
              </a:ext>
            </a:extLst>
          </p:cNvPr>
          <p:cNvSpPr>
            <a:spLocks noGrp="1"/>
          </p:cNvSpPr>
          <p:nvPr>
            <p:ph idx="28"/>
          </p:nvPr>
        </p:nvSpPr>
        <p:spPr>
          <a:xfrm>
            <a:off x="8541021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B791D491-74AF-1110-DE2A-F94B0F8C0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xmlns="" id="{27687739-4F1B-4886-C248-53466C296513}"/>
              </a:ext>
            </a:extLst>
          </p:cNvPr>
          <p:cNvSpPr>
            <a:spLocks noGrp="1"/>
          </p:cNvSpPr>
          <p:nvPr>
            <p:ph type="dt" sz="half" idx="42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E0578B1-7D93-F923-4A39-FF6F2B37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xmlns="" id="{53E59676-000B-23C4-A79E-6F7EF618E4F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xmlns="" id="{1D8FF8B4-211F-D599-8942-4CEA19F21D3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xmlns="" id="{8F73199D-15C0-5009-084E-702074F044D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xmlns="" id="{0B3DC668-E35A-3B70-A10C-247B5A01BBB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6814109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xmlns="" id="{5CAAAA72-0635-9135-A730-ECC45A4397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xmlns="" id="{86F79B09-7D88-8381-B406-AFD71843F9C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4000" y="2197099"/>
            <a:ext cx="10504000" cy="377411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xmlns="" id="{35D5E2D8-F574-39FC-A2DB-A1AE4B966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74751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B791D491-74AF-1110-DE2A-F94B0F8C0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E0578B1-7D93-F923-4A39-FF6F2B37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xmlns="" id="{53E59676-000B-23C4-A79E-6F7EF618E4F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xmlns="" id="{1D8FF8B4-211F-D599-8942-4CEA19F21D3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xmlns="" id="{8F73199D-15C0-5009-084E-702074F044D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xmlns="" id="{0B3DC668-E35A-3B70-A10C-247B5A01BBB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9477038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xmlns="" id="{D323949A-41F3-9274-96B9-AE55D20E7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1" y="831919"/>
            <a:ext cx="10504000" cy="528186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xmlns="" id="{6A73CEA9-5FE2-4144-7BCF-29CF17143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000" y="1474839"/>
            <a:ext cx="10504000" cy="455124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4013246-8EC0-8C70-3F45-8768D7C5F7C9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xmlns="" id="{3650C69B-A152-BD06-9047-9F7118B5F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xmlns="" id="{27912CA5-005B-5D63-2624-E78C51C2E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Freeform: Shape 59">
            <a:extLst>
              <a:ext uri="{FF2B5EF4-FFF2-40B4-BE49-F238E27FC236}">
                <a16:creationId xmlns:a16="http://schemas.microsoft.com/office/drawing/2014/main" xmlns="" id="{693E4553-C52A-1094-51E7-50535E76976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Rectangle 9">
            <a:extLst>
              <a:ext uri="{FF2B5EF4-FFF2-40B4-BE49-F238E27FC236}">
                <a16:creationId xmlns:a16="http://schemas.microsoft.com/office/drawing/2014/main" xmlns="" id="{19C42F7F-708C-263A-B3B6-00E85FDE08E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xmlns="" id="{12D9E626-EA86-5127-0C73-7BCA5CC9705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Freeform: Shape 59">
            <a:extLst>
              <a:ext uri="{FF2B5EF4-FFF2-40B4-BE49-F238E27FC236}">
                <a16:creationId xmlns:a16="http://schemas.microsoft.com/office/drawing/2014/main" xmlns="" id="{E36196F9-2EDE-D6C7-C18F-0CA6607F67B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6073829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8" y="-1424940"/>
            <a:ext cx="10515600" cy="1325880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C40143AB-871B-A40A-4ABF-203E36300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800" y="313467"/>
            <a:ext cx="11554400" cy="550700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xmlns="" id="{AE213731-C6F5-8BF4-CFFA-DB6F3E7CBA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C7518267-D602-CAB2-16AC-CF280D72A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xmlns="" id="{356B0E37-DA37-08EC-5352-201C44098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68144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17031" y="977462"/>
            <a:ext cx="6357939" cy="1639640"/>
          </a:xfrm>
        </p:spPr>
        <p:txBody>
          <a:bodyPr lIns="0" tIns="0" rIns="0" bIns="0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xmlns="" id="{80179A78-77A7-2005-19C5-C07E817AB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7030" y="3178628"/>
            <a:ext cx="6357939" cy="284745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100"/>
            </a:lvl3pPr>
            <a:lvl4pPr marL="1371600" indent="0" algn="ctr">
              <a:buNone/>
              <a:defRPr sz="1050"/>
            </a:lvl4pPr>
            <a:lvl5pPr marL="1828800" indent="0" algn="ctr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xmlns="" id="{0D3A9C5A-2E4F-8513-3BB5-484AF6AB01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7271FE74-F4ED-F522-8E6C-987B7D926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xmlns="" id="{364DB04A-B800-A67D-2202-5E3127DE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xmlns="" id="{78FE1527-C73A-10FD-DC23-1B90C0C209A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0" y="-1"/>
            <a:ext cx="594723" cy="121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xmlns="" id="{9606E1E0-F3DA-894A-2D3C-A22A48141AD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" y="1218702"/>
            <a:ext cx="592750" cy="35534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xmlns="" id="{D037B66F-8A88-B401-B56A-B1819D1B720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0" y="4772126"/>
            <a:ext cx="592750" cy="20858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xmlns="" id="{38B4A883-7D2B-B3A4-E71C-97A5282E450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606189" y="-1"/>
            <a:ext cx="589758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Freeform: Shape 59">
            <a:extLst>
              <a:ext uri="{FF2B5EF4-FFF2-40B4-BE49-F238E27FC236}">
                <a16:creationId xmlns:a16="http://schemas.microsoft.com/office/drawing/2014/main" xmlns="" id="{33DD5763-4396-FB3F-84CF-397FE27E14F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0" y="5880326"/>
            <a:ext cx="592750" cy="977674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" name="Freeform: Shape 59">
            <a:extLst>
              <a:ext uri="{FF2B5EF4-FFF2-40B4-BE49-F238E27FC236}">
                <a16:creationId xmlns:a16="http://schemas.microsoft.com/office/drawing/2014/main" xmlns="" id="{79FFE37C-246F-C521-201C-7A3929C754A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11606189" y="0"/>
            <a:ext cx="593702" cy="977674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xmlns="" id="{F03D9D30-3DEA-8443-E734-46EB19A66C6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606192" y="2076566"/>
            <a:ext cx="589753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8">
            <a:extLst>
              <a:ext uri="{FF2B5EF4-FFF2-40B4-BE49-F238E27FC236}">
                <a16:creationId xmlns:a16="http://schemas.microsoft.com/office/drawing/2014/main" xmlns="" id="{CFF138E9-CABA-E863-0725-2AF946DDF08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606189" y="5633579"/>
            <a:ext cx="589755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8091682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6">
            <a:extLst>
              <a:ext uri="{FF2B5EF4-FFF2-40B4-BE49-F238E27FC236}">
                <a16:creationId xmlns:a16="http://schemas.microsoft.com/office/drawing/2014/main" xmlns="" id="{0BBEF3D7-DB5B-7581-44D1-A96990F4C8D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3066943" y="3479693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Freeform: Shape 59">
            <a:extLst>
              <a:ext uri="{FF2B5EF4-FFF2-40B4-BE49-F238E27FC236}">
                <a16:creationId xmlns:a16="http://schemas.microsoft.com/office/drawing/2014/main" xmlns="" id="{AA1200B2-C1B6-992C-FCB0-92D95EFEB46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 flipV="1">
            <a:off x="72519" y="6473316"/>
            <a:ext cx="312166" cy="45720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xmlns="" id="{3F37E9B1-B103-4DC6-4C5C-CBAE64410DC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8416414" y="4574669"/>
            <a:ext cx="312165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xmlns="" id="{ACE39DDF-DFF5-AB6F-F487-951C570FCCB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1290193" y="5956192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385975"/>
            <a:ext cx="4325112" cy="245479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2467BD2-62D0-543A-E4EC-DB0D7C8A1B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836" y="2385976"/>
            <a:ext cx="5464817" cy="24547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xmlns="" id="{20CB7A08-999A-FAF6-CC22-3A805F7905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xmlns="" id="{31001B33-CCD1-56DE-1347-50FE52B44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xmlns="" id="{5BA3F666-FC83-4A06-E2D1-F54F36EE1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635620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258568"/>
            <a:ext cx="3813048" cy="355701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xmlns="" id="{A31706AB-E4B8-078D-026D-990252BF2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018" y="2258568"/>
            <a:ext cx="6077527" cy="355701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xmlns="" id="{4DBBEFEB-B716-AD6B-320D-005C214A92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xmlns="" id="{424575B1-A0F2-12EE-BB19-CB6ADE8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xmlns="" id="{18431A50-B82F-CFF9-D038-8C4456D09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xmlns="" id="{FEF11A17-6EB4-B345-9C96-E6F438C8A60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Freeform: Shape 59">
            <a:extLst>
              <a:ext uri="{FF2B5EF4-FFF2-40B4-BE49-F238E27FC236}">
                <a16:creationId xmlns:a16="http://schemas.microsoft.com/office/drawing/2014/main" xmlns="" id="{3B3BEDEF-57A1-D087-1E15-6B0456EC5BE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 flipV="1">
            <a:off x="11370119" y="237025"/>
            <a:ext cx="1066800" cy="592750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xmlns="" id="{10E338B6-58A3-91A4-F5EB-CD40D614F89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xmlns="" id="{5AD26084-EDDC-61FF-5474-7DF349CC755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372089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1109587"/>
            <a:ext cx="4145582" cy="4638825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xmlns="" id="{EAF18FE0-442F-6AE0-4A34-0A68895F3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018" y="1109587"/>
            <a:ext cx="6077527" cy="4638825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xmlns="" id="{ADC0C90B-196D-619B-00AC-36C5F6C0B5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xmlns="" id="{264F9FBE-A6F5-09E6-684B-233C0D23F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xmlns="" id="{8451D253-EA22-2614-2FD1-DC0FEB26E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xmlns="" id="{146832F4-CE37-2BF9-DDF5-11B7ABE0B94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394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Freeform: Shape 59">
            <a:extLst>
              <a:ext uri="{FF2B5EF4-FFF2-40B4-BE49-F238E27FC236}">
                <a16:creationId xmlns:a16="http://schemas.microsoft.com/office/drawing/2014/main" xmlns="" id="{7DBA236D-4EBB-E514-DF68-7891C120ADE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 flipV="1">
            <a:off x="-229131" y="237025"/>
            <a:ext cx="1066800" cy="592750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xmlns="" id="{5A191311-3AF4-ADF9-7C92-3ED08ED5EAC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xmlns="" id="{ED7C5B45-BE42-B3FC-6515-F1F37CCC2B2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97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6904881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77456"/>
            <a:ext cx="4142232" cy="4940661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xmlns="" id="{34DD1C0B-8CAB-7B69-0068-FA66F2AC0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018" y="874923"/>
            <a:ext cx="6077527" cy="4940661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0C4E1284-6ADD-36BA-D939-FD3B6B69F28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xmlns="" id="{7EEB4352-9E14-63F9-D5BD-0659C3CCD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xmlns="" id="{E9A0B020-52CF-C931-68F6-A67EAB112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reeform: Shape 16">
            <a:extLst>
              <a:ext uri="{FF2B5EF4-FFF2-40B4-BE49-F238E27FC236}">
                <a16:creationId xmlns:a16="http://schemas.microsoft.com/office/drawing/2014/main" xmlns="" id="{274252EB-C02E-C37B-E2A2-ABBFED74274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Freeform: Shape 17">
            <a:extLst>
              <a:ext uri="{FF2B5EF4-FFF2-40B4-BE49-F238E27FC236}">
                <a16:creationId xmlns:a16="http://schemas.microsoft.com/office/drawing/2014/main" xmlns="" id="{66E27A39-E979-7436-99F0-9EE45FC8905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Freeform: Shape 19">
            <a:extLst>
              <a:ext uri="{FF2B5EF4-FFF2-40B4-BE49-F238E27FC236}">
                <a16:creationId xmlns:a16="http://schemas.microsoft.com/office/drawing/2014/main" xmlns="" id="{ACA57297-62CA-9D0A-0CFD-396A7514D3A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8">
            <a:extLst>
              <a:ext uri="{FF2B5EF4-FFF2-40B4-BE49-F238E27FC236}">
                <a16:creationId xmlns:a16="http://schemas.microsoft.com/office/drawing/2014/main" xmlns="" id="{389D975E-EBA4-68ED-C38F-B40A2C9DC6E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942648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494314" cy="5194161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xmlns="" id="{CA46B297-C880-6157-3B17-0BC02453DF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831919"/>
            <a:ext cx="6742545" cy="5194161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xmlns="" id="{0EECDA90-A26B-C002-52AC-C255703344E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C97998B-12FC-4418-98A3-E280DFBA8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1B562A23-051B-C681-23C4-7436AC396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xmlns="" id="{9702558A-53E4-8EAB-6E0F-09871DB4F6C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xmlns="" id="{4D9D4F1C-0061-C3CC-D460-24FDA6B88E3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1">
            <a:extLst>
              <a:ext uri="{FF2B5EF4-FFF2-40B4-BE49-F238E27FC236}">
                <a16:creationId xmlns:a16="http://schemas.microsoft.com/office/drawing/2014/main" xmlns="" id="{BE74AEB5-27F7-D3F7-353D-F0C293E28AF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xmlns="" id="{038BAB3B-0C8B-44FB-985D-D01959AF8B0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7571890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6">
            <a:extLst>
              <a:ext uri="{FF2B5EF4-FFF2-40B4-BE49-F238E27FC236}">
                <a16:creationId xmlns:a16="http://schemas.microsoft.com/office/drawing/2014/main" xmlns="" id="{F32ACEC3-9042-9CA8-6E03-E51EC9B00D9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3066943" y="3479693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6" name="Freeform: Shape 59">
            <a:extLst>
              <a:ext uri="{FF2B5EF4-FFF2-40B4-BE49-F238E27FC236}">
                <a16:creationId xmlns:a16="http://schemas.microsoft.com/office/drawing/2014/main" xmlns="" id="{C406346C-7029-3258-5052-CEF732EAE23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 flipV="1">
            <a:off x="72519" y="6473316"/>
            <a:ext cx="312166" cy="45720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2" name="Rectangle 6">
            <a:extLst>
              <a:ext uri="{FF2B5EF4-FFF2-40B4-BE49-F238E27FC236}">
                <a16:creationId xmlns:a16="http://schemas.microsoft.com/office/drawing/2014/main" xmlns="" id="{1525127B-EAD0-C6C2-5539-A82B684A5CE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8416414" y="4574671"/>
            <a:ext cx="312166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3" name="Rectangle 6">
            <a:extLst>
              <a:ext uri="{FF2B5EF4-FFF2-40B4-BE49-F238E27FC236}">
                <a16:creationId xmlns:a16="http://schemas.microsoft.com/office/drawing/2014/main" xmlns="" id="{0AD2D883-EB46-4708-231E-8E06FFCC0CD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1290193" y="5956192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5" y="886783"/>
            <a:ext cx="938635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251700B-05FA-57C3-2F6D-E68122FE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396" y="2698032"/>
            <a:ext cx="4459331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59150" y="2698032"/>
            <a:ext cx="4040595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xmlns="" id="{DA9F9493-409B-15D0-BE96-3C506B18E00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xmlns="" id="{D1E01870-8427-A77F-33A2-524EAE9E1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xmlns="" id="{40307E41-6967-98D0-2B22-C44AADD69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445598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>
            <a:extLst>
              <a:ext uri="{FF2B5EF4-FFF2-40B4-BE49-F238E27FC236}">
                <a16:creationId xmlns:a16="http://schemas.microsoft.com/office/drawing/2014/main" xmlns="" id="{8CE92327-3D7D-91A2-CBCF-20D7848814A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766930" y="5779705"/>
            <a:ext cx="311361" cy="18452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xmlns="" id="{5611E7B7-7FBD-C6BE-4220-4A9AFC269A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4" y="886783"/>
            <a:ext cx="9386351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1" name="Picture Placeholder 10">
            <a:extLst>
              <a:ext uri="{FF2B5EF4-FFF2-40B4-BE49-F238E27FC236}">
                <a16:creationId xmlns:a16="http://schemas.microsoft.com/office/drawing/2014/main" xmlns="" id="{694C599F-AFDE-9701-5E41-913EF170A2A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14096" y="2698032"/>
            <a:ext cx="4040595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ADA4ECD-4494-EA14-631D-9D60BF413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0414" y="2698032"/>
            <a:ext cx="4459331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xmlns="" id="{6979BA07-7690-B8B0-F566-619EBF2C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xmlns="" id="{3B42A884-4919-DB12-4A6A-A0629C84B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xmlns="" id="{30A143ED-F5E5-1F8B-C749-6CB144228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Rectangle 8">
            <a:extLst>
              <a:ext uri="{FF2B5EF4-FFF2-40B4-BE49-F238E27FC236}">
                <a16:creationId xmlns:a16="http://schemas.microsoft.com/office/drawing/2014/main" xmlns="" id="{72328280-7591-87BA-48BC-57154E8F920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10715814" y="-681672"/>
            <a:ext cx="311360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xmlns="" id="{7E2E09B4-079D-3AC2-569B-351AC77F305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11795962" y="-84996"/>
            <a:ext cx="311359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269524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6">
            <a:extLst>
              <a:ext uri="{FF2B5EF4-FFF2-40B4-BE49-F238E27FC236}">
                <a16:creationId xmlns:a16="http://schemas.microsoft.com/office/drawing/2014/main" xmlns="" id="{67A2B41B-7B73-7F7C-BDE4-B64E367EFCF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3066943" y="3479693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" name="Freeform: Shape 59">
            <a:extLst>
              <a:ext uri="{FF2B5EF4-FFF2-40B4-BE49-F238E27FC236}">
                <a16:creationId xmlns:a16="http://schemas.microsoft.com/office/drawing/2014/main" xmlns="" id="{ECD5DF8A-9681-079A-0E04-84852AD0BEB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 flipV="1">
            <a:off x="72519" y="6473316"/>
            <a:ext cx="312166" cy="45720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xmlns="" id="{826C698D-FB25-B1C4-B155-8945F760337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8416414" y="4574671"/>
            <a:ext cx="312166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xmlns="" id="{0DCB0DA2-1A73-EDEF-65E1-746EFDD23CD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1290193" y="5956192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xmlns="" id="{49BD555F-4F6F-4781-E21D-653B873455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1" y="2187607"/>
            <a:ext cx="10504000" cy="182334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58B0601-C34C-BDF8-8583-9991A91F8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000" y="4202973"/>
            <a:ext cx="10504000" cy="149866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xmlns="" id="{65F96EBD-A9C3-5CC5-2542-574F114028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xmlns="" id="{0D8FB8D1-F05B-FD90-FBC8-67149E0FA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6EE84F2-1BC7-D2C7-0CEC-215889190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314078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xmlns="" id="{DAB4555F-BCE5-B734-1A0A-7B68F143CD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4" y="886783"/>
            <a:ext cx="938635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xmlns="" id="{B59458D0-3685-F716-1340-4CA2129FC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396" y="2698032"/>
            <a:ext cx="4782604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xmlns="" id="{41874ABC-5130-9579-629F-5CECD6DC2F7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59149" y="2698033"/>
            <a:ext cx="4040595" cy="295742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xmlns="" id="{B5FDF597-FAC1-BC65-1C5C-5C7AA57F1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xmlns="" id="{68CF5147-075A-42DE-BA84-4D53ACCBC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A966F281-4FB2-63EB-5F87-0CE9630EA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xmlns="" id="{FB09EC07-8CA4-4E29-5495-97F9FF90942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xmlns="" id="{7907203D-D192-301A-C181-9D4573A85D7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xmlns="" id="{C631F856-0C45-8546-C095-0C0B6F37929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1" name="Freeform: Shape 59">
            <a:extLst>
              <a:ext uri="{FF2B5EF4-FFF2-40B4-BE49-F238E27FC236}">
                <a16:creationId xmlns:a16="http://schemas.microsoft.com/office/drawing/2014/main" xmlns="" id="{924F2AA6-5AE1-A2E0-1742-8C4205481A2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5051826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>
            <a:extLst>
              <a:ext uri="{FF2B5EF4-FFF2-40B4-BE49-F238E27FC236}">
                <a16:creationId xmlns:a16="http://schemas.microsoft.com/office/drawing/2014/main" xmlns="" id="{155CA260-60C6-0862-8D37-67F8B32D7D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5" y="886783"/>
            <a:ext cx="938635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14095" y="2698032"/>
            <a:ext cx="4040596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6D4AD2F-D082-4D53-364B-2AB7F22C4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0414" y="2698032"/>
            <a:ext cx="4459331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xmlns="" id="{6F3427FD-24F0-2A8C-4797-41345DBC1469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655F9FEB-4B22-C769-CFAF-F6CF37A54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92E8B32F-8DE7-DA38-22D9-A4AB011E7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3" name="Freeform: Shape 16">
            <a:extLst>
              <a:ext uri="{FF2B5EF4-FFF2-40B4-BE49-F238E27FC236}">
                <a16:creationId xmlns:a16="http://schemas.microsoft.com/office/drawing/2014/main" xmlns="" id="{4FEF3EBE-C792-9A19-4F3A-11F8E85215E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4" name="Freeform: Shape 17">
            <a:extLst>
              <a:ext uri="{FF2B5EF4-FFF2-40B4-BE49-F238E27FC236}">
                <a16:creationId xmlns:a16="http://schemas.microsoft.com/office/drawing/2014/main" xmlns="" id="{32DD04BE-0EC2-B435-EC39-F70F0B4D4CD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" name="Freeform: Shape 19">
            <a:extLst>
              <a:ext uri="{FF2B5EF4-FFF2-40B4-BE49-F238E27FC236}">
                <a16:creationId xmlns:a16="http://schemas.microsoft.com/office/drawing/2014/main" xmlns="" id="{C7346FF1-1F4E-6102-72E8-B661677DE60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6" name="Freeform: Shape 18">
            <a:extLst>
              <a:ext uri="{FF2B5EF4-FFF2-40B4-BE49-F238E27FC236}">
                <a16:creationId xmlns:a16="http://schemas.microsoft.com/office/drawing/2014/main" xmlns="" id="{281C9290-51EF-B467-0F94-917BE4AB6A2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8046667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>
            <a:extLst>
              <a:ext uri="{FF2B5EF4-FFF2-40B4-BE49-F238E27FC236}">
                <a16:creationId xmlns:a16="http://schemas.microsoft.com/office/drawing/2014/main" xmlns="" id="{161B8709-B6C6-B6A2-8039-23E2746AC2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3" y="886783"/>
            <a:ext cx="9386351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xmlns="" id="{1CE8CAE3-17FA-FA2A-D6BF-43BBD09B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396" y="2698032"/>
            <a:ext cx="4782604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xmlns="" id="{BCF6BC28-50F8-F181-0051-83FAF05643A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59150" y="2698032"/>
            <a:ext cx="4040595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xmlns="" id="{44269C55-855F-A8C7-5284-8ADFEC54A3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A44DC330-9F30-20C2-60AD-2F0AD2871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67BA67A5-F86C-E56E-2CA5-913F58D09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xmlns="" id="{1D8A0EC4-4B8F-427F-7E90-7A7BCDFFE6D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1" name="Rectangle 6">
            <a:extLst>
              <a:ext uri="{FF2B5EF4-FFF2-40B4-BE49-F238E27FC236}">
                <a16:creationId xmlns:a16="http://schemas.microsoft.com/office/drawing/2014/main" xmlns="" id="{7710114B-0C3A-98B0-CCBD-1242ACA3FC6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2" name="Rectangle 6">
            <a:extLst>
              <a:ext uri="{FF2B5EF4-FFF2-40B4-BE49-F238E27FC236}">
                <a16:creationId xmlns:a16="http://schemas.microsoft.com/office/drawing/2014/main" xmlns="" id="{0F1B5886-DB08-F251-544B-FA1B14D51C0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3" name="Freeform: Shape 59">
            <a:extLst>
              <a:ext uri="{FF2B5EF4-FFF2-40B4-BE49-F238E27FC236}">
                <a16:creationId xmlns:a16="http://schemas.microsoft.com/office/drawing/2014/main" xmlns="" id="{0BA04B21-2519-6018-CD0C-897EC7ACF94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9202336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25064" y="825622"/>
            <a:ext cx="4522936" cy="932688"/>
          </a:xfrm>
        </p:spPr>
        <p:txBody>
          <a:bodyPr anchor="b">
            <a:no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8"/>
            <a:ext cx="5648242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6AD37751-87A6-2102-5FE0-13CF04753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25064" y="2050473"/>
            <a:ext cx="4522936" cy="3952704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057C7EDD-DB32-06EC-F820-BCF6715A244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EFC55F9D-1F89-7C43-F3C5-6A855F820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53A576E1-43A8-DA10-8404-0BA92AFBA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xmlns="" id="{4774B974-C60E-962D-A2BF-A8D91844B47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xmlns="" id="{38ED7D40-86A1-ABCA-9230-F31126FBD37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xmlns="" id="{644CC40D-4D0B-8820-3E77-FF38C10EF70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xmlns="" id="{F876AF74-00A8-A58C-C900-156CB37EC35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8584069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490" y="831918"/>
            <a:ext cx="4572000" cy="1876646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xmlns="" id="{736A5C8C-1C5F-8F3C-7273-ECFA26869F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3491" y="2899064"/>
            <a:ext cx="4572000" cy="312701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1" y="831919"/>
            <a:ext cx="543028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xmlns="" id="{F49D7FA6-EF6B-01F5-1B41-77B0DC79D0E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E3C0937A-F86B-C55A-CAB8-2F846105E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E31334FA-8FF3-5A9F-F579-96C33FF37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xmlns="" id="{7A021801-1E66-C93E-CA81-2F4A5B6D06E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xmlns="" id="{1DE776DA-FCE8-B4E5-0C47-C09678BFF5A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xmlns="" id="{4850E7C7-C469-6C82-35B3-A4D50FA3824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xmlns="" id="{BDD13537-C329-9582-A499-5B198F35CB0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3837683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46432" y="831918"/>
            <a:ext cx="3401568" cy="1527048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6740144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xmlns="" id="{588022B9-94F3-E71A-0D00-132BBF9A0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24800" y="2595418"/>
            <a:ext cx="3423200" cy="340775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422A4C20-C591-B7BA-88A2-EE4295E42BD5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xmlns="" id="{6390BD26-2598-EE89-F73A-1685B7397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E2882322-2806-6BFB-ACF1-EB3E69300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xmlns="" id="{A7FA8BD1-9A20-5381-CC5C-A27497B1FE1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xmlns="" id="{FCD0DE49-3A7C-EE4C-61A3-FAF4F1B225F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xmlns="" id="{767B11D7-CD08-FAED-9296-4800252357F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xmlns="" id="{50CF2599-B950-2167-E974-CC7481C78A0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7756792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401568" cy="1527048"/>
          </a:xfrm>
        </p:spPr>
        <p:txBody>
          <a:bodyPr anchor="b">
            <a:no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DB04DE6-EAC2-AC37-0397-9528F6C57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000" y="2540000"/>
            <a:ext cx="3423200" cy="34860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1" y="831919"/>
            <a:ext cx="658622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xmlns="" id="{BE8F2FDC-C562-B34A-6571-DC32774263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F8CD5EAC-3346-2E3B-3C1B-E978B8BD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D221974C-11FF-808A-131E-5B13E74A7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xmlns="" id="{69F1C76D-67DE-DFCB-797B-209A9222EEB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Freeform: Shape 59">
            <a:extLst>
              <a:ext uri="{FF2B5EF4-FFF2-40B4-BE49-F238E27FC236}">
                <a16:creationId xmlns:a16="http://schemas.microsoft.com/office/drawing/2014/main" xmlns="" id="{2D7E2290-C841-FA30-B540-94E323C37D8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xmlns="" id="{98CB2567-FE22-5916-E6EE-BF2E420C8C4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6" name="Rectangle 6">
            <a:extLst>
              <a:ext uri="{FF2B5EF4-FFF2-40B4-BE49-F238E27FC236}">
                <a16:creationId xmlns:a16="http://schemas.microsoft.com/office/drawing/2014/main" xmlns="" id="{061982EF-A562-8BFF-583D-EB011D56411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5708854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73454" y="831919"/>
            <a:ext cx="3273552" cy="2035696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6937365" cy="509168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A83DB3FE-F7D2-E449-4412-979DFDADDC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3452" y="2992582"/>
            <a:ext cx="3273553" cy="293102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6B3F9524-AF16-7B88-FD0F-5D85D35D402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8809F231-51ED-DDB0-9D71-BF8956AA7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3004408D-81FD-E507-7BBD-A8D6584E4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xmlns="" id="{697E7E97-2AF1-DCEF-1577-E6BB3BF3A41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xmlns="" id="{E9317DCD-DD5B-9395-5430-ADD837B166A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xmlns="" id="{FD993BD8-30E5-EFEA-32A5-68475D04F0F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xmlns="" id="{0AA84551-1089-1E65-5C17-6F400C1EADB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0714969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9"/>
            <a:ext cx="10504001" cy="347206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3998" y="4509559"/>
            <a:ext cx="4579339" cy="1516522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xmlns="" id="{9A29A789-F42A-CE01-5134-E27AA725C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7236" y="4509559"/>
            <a:ext cx="5750764" cy="151652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xmlns="" id="{FE6EE51A-242F-6B3B-BC3A-A775A4D3ABC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36AF2934-39B9-625F-CE2A-760A04F05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EAA7CB57-5E03-8E25-767F-8320CC058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xmlns="" id="{EDC08D2B-BE98-2387-126D-01CA1E35131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xmlns="" id="{EDB9B957-9A7F-6030-9FD9-7190608C407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xmlns="" id="{E30A39C3-B004-B36E-236D-BDD46BB5E8B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xmlns="" id="{C16C57F0-678F-7C1D-45CA-3A0EEF6DAF9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65916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65938"/>
            <a:ext cx="10504001" cy="2556004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3999" y="3785800"/>
            <a:ext cx="2953618" cy="224028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E98E2102-73F7-E059-C739-47418EA88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0109" y="3785800"/>
            <a:ext cx="7357891" cy="2240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B529124B-3B19-6FC6-9F79-A760D6CA945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C7173872-0F8A-92BB-60FA-06E41B054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14982C76-6FB9-F3AD-FA15-0D32F3D9E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xmlns="" id="{9731B2A6-3038-F565-C577-E69DD5BC673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xmlns="" id="{A67BA275-E7E6-7053-A026-EB3872622CF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xmlns="" id="{7F446589-4583-8647-CFA5-49008F0B92E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xmlns="" id="{B5B742C4-F546-E27E-53EA-AC608C081B5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2888506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8"/>
            <a:ext cx="2953618" cy="2240279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3F37715F-06AC-F5A6-12CE-84D44B400A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4764" y="824389"/>
            <a:ext cx="7293236" cy="224780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3310759"/>
            <a:ext cx="10504001" cy="272285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1A42EE36-6D78-ED96-BA7A-0AE1F0DD311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3E381D81-8909-BE95-6F06-C0C32493A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F5B87E8A-0424-908A-2920-72BA97B72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xmlns="" id="{F2F4F436-2885-E919-59D1-9F4B7246116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xmlns="" id="{19B02536-A5B7-CFE8-D253-CC3FCA17386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xmlns="" id="{99ACFEDC-62BE-1738-94DB-A9A84742343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xmlns="" id="{0C3F2215-0CD2-E69F-A2BD-8DFCDB37BB6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439603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963" y="858337"/>
            <a:ext cx="10504000" cy="970463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3963" y="2081048"/>
            <a:ext cx="6157458" cy="394503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xmlns="" id="{408C7461-314A-7430-6CA4-63A01F73B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017" y="2081049"/>
            <a:ext cx="4108945" cy="394503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xmlns="" id="{468C7D2F-9D75-2435-3CAF-B6029DA9EDE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63794DE6-442D-DCFE-9025-59816725E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xmlns="" id="{8FCE053A-D84D-F068-2187-0593A6D6D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xmlns="" id="{481F23A8-0C6F-3F32-0B98-06736333DEA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xmlns="" id="{BC56C0F3-A0B5-A7A6-A072-97B2A572263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xmlns="" id="{9D199749-F152-56FE-4504-73DF7E157A1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Freeform: Shape 59">
            <a:extLst>
              <a:ext uri="{FF2B5EF4-FFF2-40B4-BE49-F238E27FC236}">
                <a16:creationId xmlns:a16="http://schemas.microsoft.com/office/drawing/2014/main" xmlns="" id="{95BDD05D-8B5F-8B0A-B47B-E97C0D3866D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3444652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52884"/>
            <a:ext cx="4672584" cy="145389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2459420"/>
            <a:ext cx="4672584" cy="354569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1E571DC-86DF-2230-52AD-9440B5CB4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836" y="852883"/>
            <a:ext cx="5750764" cy="515223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xmlns="" id="{C162FE03-22B1-3FC9-D0A1-70C4C9B6FC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DAAD1C7F-699D-B975-BBB5-3F8AAE993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3A90F4F4-332A-7489-099F-649FE29D8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Rectangle 6">
            <a:extLst>
              <a:ext uri="{FF2B5EF4-FFF2-40B4-BE49-F238E27FC236}">
                <a16:creationId xmlns:a16="http://schemas.microsoft.com/office/drawing/2014/main" xmlns="" id="{69458B26-18DF-0F22-F73B-FBF0117ABDF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xmlns="" id="{29454459-F726-2777-3904-98ED43017AD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xmlns="" id="{4AFF45CF-7D31-04CD-2EDB-8FBEADAE8F2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Freeform: Shape 59">
            <a:extLst>
              <a:ext uri="{FF2B5EF4-FFF2-40B4-BE49-F238E27FC236}">
                <a16:creationId xmlns:a16="http://schemas.microsoft.com/office/drawing/2014/main" xmlns="" id="{7EC0A88E-95E4-54C0-4C7B-90A8A6AD7DD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213890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3725"/>
            <a:ext cx="3657603" cy="145389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xmlns="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2490951"/>
            <a:ext cx="3657603" cy="349332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xmlns="" id="{81C9BBE1-F163-BFCA-3F62-3189A30FA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2073" y="852883"/>
            <a:ext cx="6757527" cy="515223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xmlns="" id="{ED1735F2-E2C8-9B6A-C3E1-C7B56CDE412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C7ABF240-AB8A-B851-60A3-07C17BF9E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27CE6569-5A00-FAA6-16A6-9CAC579A8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xmlns="" id="{D093A1E9-14E7-F1BD-8AD3-0926AC48C3C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xmlns="" id="{1C082F9D-17F7-A6A3-6F59-395DBD0403B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xmlns="" id="{40635C57-C6B6-95FF-FF70-8E4EC721DBD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xmlns="" id="{64C0BF67-AD24-8BA3-7BFE-4FC4B3109DF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8155955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831918"/>
            <a:ext cx="10521992" cy="4069265"/>
          </a:xfrm>
        </p:spPr>
        <p:txBody>
          <a:bodyPr anchor="b">
            <a:noAutofit/>
          </a:bodyPr>
          <a:lstStyle>
            <a:lvl1pPr algn="l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3999" y="5076496"/>
            <a:ext cx="7559021" cy="949583"/>
          </a:xfrm>
        </p:spPr>
        <p:txBody>
          <a:bodyPr anchor="t">
            <a:noAutofit/>
          </a:bodyPr>
          <a:lstStyle>
            <a:lvl1pPr marL="0" indent="0" algn="l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6DD0B43-8816-7247-6389-43D5551017B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C27E193F-93CE-A072-84E6-1413DA174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xmlns="" id="{148423F9-4799-A3D7-1F4C-F18DF70A0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Freeform: Shape 16">
            <a:extLst>
              <a:ext uri="{FF2B5EF4-FFF2-40B4-BE49-F238E27FC236}">
                <a16:creationId xmlns:a16="http://schemas.microsoft.com/office/drawing/2014/main" xmlns="" id="{88041669-6793-077D-9837-4A969A824BC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Freeform: Shape 17">
            <a:extLst>
              <a:ext uri="{FF2B5EF4-FFF2-40B4-BE49-F238E27FC236}">
                <a16:creationId xmlns:a16="http://schemas.microsoft.com/office/drawing/2014/main" xmlns="" id="{AC3F6980-A0AE-0D20-BB5F-49A00220042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9">
            <a:extLst>
              <a:ext uri="{FF2B5EF4-FFF2-40B4-BE49-F238E27FC236}">
                <a16:creationId xmlns:a16="http://schemas.microsoft.com/office/drawing/2014/main" xmlns="" id="{02937DA2-B26D-43F5-EA04-BE9925EF44C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8">
            <a:extLst>
              <a:ext uri="{FF2B5EF4-FFF2-40B4-BE49-F238E27FC236}">
                <a16:creationId xmlns:a16="http://schemas.microsoft.com/office/drawing/2014/main" xmlns="" id="{EBDA1D10-E930-CB39-86A5-FA42DB4228E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78406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Autofit/>
          </a:bodyPr>
          <a:lstStyle>
            <a:lvl1pPr algn="ctr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Autofit/>
          </a:bodyPr>
          <a:lstStyle>
            <a:lvl1pPr marL="0" indent="0" algn="ctr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9FE8812C-E055-50E4-0169-A1950E62A9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1C6A94C-87F9-4135-8D16-E44AFA1FB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3DE2A589-D2DC-84F9-7195-EA18408ED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6">
            <a:extLst>
              <a:ext uri="{FF2B5EF4-FFF2-40B4-BE49-F238E27FC236}">
                <a16:creationId xmlns:a16="http://schemas.microsoft.com/office/drawing/2014/main" xmlns="" id="{93E8DDA7-6F09-A45D-D2CD-D785473EF07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2" name="Freeform: Shape 59">
            <a:extLst>
              <a:ext uri="{FF2B5EF4-FFF2-40B4-BE49-F238E27FC236}">
                <a16:creationId xmlns:a16="http://schemas.microsoft.com/office/drawing/2014/main" xmlns="" id="{67B1242D-E100-7A0B-1A2F-727DD993409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 flipV="1">
            <a:off x="218569" y="-219375"/>
            <a:ext cx="312166" cy="7493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xmlns="" id="{D3D4B49A-33A3-4552-3BC7-AFEDF4F5650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8416414" y="-1971971"/>
            <a:ext cx="312165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xmlns="" id="{539B139C-807D-C305-EDA8-691E0DFB62D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1290193" y="-590448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68377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93814EA-F598-EBFD-83D1-6782D7CBB59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xmlns="" id="{1F4F8927-891C-4D7A-C2D3-6EB5EF671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xmlns="" id="{0489314B-CDC1-7F7E-C4DD-AAC0E5222B0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xmlns="" id="{5BFDC082-8545-4E14-11AF-FFBD6384E6D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56FEC98-351C-9217-F32A-E626491DA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29528185-249C-C3DD-E678-AFBB8FFF5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reeform: Shape 59">
            <a:extLst>
              <a:ext uri="{FF2B5EF4-FFF2-40B4-BE49-F238E27FC236}">
                <a16:creationId xmlns:a16="http://schemas.microsoft.com/office/drawing/2014/main" xmlns="" id="{699D7479-A95C-B9AB-8F14-BDAE9D99713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xmlns="" id="{36AD101D-8188-88D0-9B81-9437DD5E366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xmlns="" id="{1148622B-2A3E-B519-D517-B1227723B31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xmlns="" id="{0B9E09DF-714D-90DF-B3AD-44EABE33E36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90857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xmlns="" id="{980D95FF-5457-4897-C849-71357B0BD4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274064"/>
            <a:ext cx="10652760" cy="1133856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xmlns="" id="{7FA8F0C3-BC6D-6591-CB4A-11D861FBC72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51932"/>
            <a:ext cx="8266176" cy="558427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xmlns="" id="{2B90E5DD-D445-87A5-7673-8A1F88BDDD3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83BBD032-D2AB-904A-8441-9141AC45A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xmlns="" id="{3BB3875C-AB86-8E9A-4F93-9CCBB06B8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xmlns="" id="{FB298429-8DA5-BFFD-51EB-A90E073B0C0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Graphic 21">
            <a:extLst>
              <a:ext uri="{FF2B5EF4-FFF2-40B4-BE49-F238E27FC236}">
                <a16:creationId xmlns:a16="http://schemas.microsoft.com/office/drawing/2014/main" xmlns="" id="{3C3643E2-FB9D-A282-05D4-4ADCA28D372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603197" y="3590"/>
            <a:ext cx="592750" cy="2076568"/>
          </a:xfrm>
          <a:custGeom>
            <a:avLst/>
            <a:gdLst>
              <a:gd name="connsiteX0" fmla="*/ 2286 w 1660874"/>
              <a:gd name="connsiteY0" fmla="*/ 1660874 h 1660874"/>
              <a:gd name="connsiteX1" fmla="*/ 0 w 1660874"/>
              <a:gd name="connsiteY1" fmla="*/ 0 h 1660874"/>
              <a:gd name="connsiteX2" fmla="*/ 1660874 w 1660874"/>
              <a:gd name="connsiteY2" fmla="*/ 2286 h 1660874"/>
              <a:gd name="connsiteX3" fmla="*/ 1660874 w 1660874"/>
              <a:gd name="connsiteY3" fmla="*/ 10954 h 1660874"/>
              <a:gd name="connsiteX4" fmla="*/ 17812 w 1660874"/>
              <a:gd name="connsiteY4" fmla="*/ 1660874 h 1660874"/>
              <a:gd name="connsiteX5" fmla="*/ 2286 w 1660874"/>
              <a:gd name="connsiteY5" fmla="*/ 1660874 h 1660874"/>
              <a:gd name="connsiteX6" fmla="*/ 2286 w 1660874"/>
              <a:gd name="connsiteY6" fmla="*/ 1660874 h 1660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60874" h="1660874">
                <a:moveTo>
                  <a:pt x="2286" y="1660874"/>
                </a:moveTo>
                <a:lnTo>
                  <a:pt x="0" y="0"/>
                </a:lnTo>
                <a:lnTo>
                  <a:pt x="1660874" y="2286"/>
                </a:lnTo>
                <a:lnTo>
                  <a:pt x="1660874" y="10954"/>
                </a:lnTo>
                <a:lnTo>
                  <a:pt x="17812" y="1660874"/>
                </a:lnTo>
                <a:lnTo>
                  <a:pt x="2286" y="1660874"/>
                </a:lnTo>
                <a:lnTo>
                  <a:pt x="2286" y="1660874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xmlns="" id="{71D24C1E-2499-ECF1-B8DF-E0B4343EA4B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xmlns="" id="{2B0AE408-95C0-A98F-93FE-469A71B6484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4657073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xmlns="" id="{EFA7C22B-A89C-426A-2C61-A4248B0DBC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372961"/>
            <a:ext cx="10652760" cy="1133856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6">
            <a:extLst>
              <a:ext uri="{FF2B5EF4-FFF2-40B4-BE49-F238E27FC236}">
                <a16:creationId xmlns:a16="http://schemas.microsoft.com/office/drawing/2014/main" xmlns="" id="{72744D9B-8B76-550A-34DF-7C3E89C14E5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68500"/>
            <a:ext cx="8266176" cy="4267708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EE3EFFE-734C-E450-E89C-CA99223B86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xmlns="" id="{CB40393E-DBD1-6BA9-3978-D776FE478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xmlns="" id="{5A968107-B15C-8E6D-FE8F-5B9CF718B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xmlns="" id="{0CC74BB1-A215-A0A5-E737-8BCC4B63BA6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Graphic 21">
            <a:extLst>
              <a:ext uri="{FF2B5EF4-FFF2-40B4-BE49-F238E27FC236}">
                <a16:creationId xmlns:a16="http://schemas.microsoft.com/office/drawing/2014/main" xmlns="" id="{EBEFF781-B473-6F4A-B48E-4BDDBDA22A8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603197" y="3590"/>
            <a:ext cx="592750" cy="2076568"/>
          </a:xfrm>
          <a:custGeom>
            <a:avLst/>
            <a:gdLst>
              <a:gd name="connsiteX0" fmla="*/ 2286 w 1660874"/>
              <a:gd name="connsiteY0" fmla="*/ 1660874 h 1660874"/>
              <a:gd name="connsiteX1" fmla="*/ 0 w 1660874"/>
              <a:gd name="connsiteY1" fmla="*/ 0 h 1660874"/>
              <a:gd name="connsiteX2" fmla="*/ 1660874 w 1660874"/>
              <a:gd name="connsiteY2" fmla="*/ 2286 h 1660874"/>
              <a:gd name="connsiteX3" fmla="*/ 1660874 w 1660874"/>
              <a:gd name="connsiteY3" fmla="*/ 10954 h 1660874"/>
              <a:gd name="connsiteX4" fmla="*/ 17812 w 1660874"/>
              <a:gd name="connsiteY4" fmla="*/ 1660874 h 1660874"/>
              <a:gd name="connsiteX5" fmla="*/ 2286 w 1660874"/>
              <a:gd name="connsiteY5" fmla="*/ 1660874 h 1660874"/>
              <a:gd name="connsiteX6" fmla="*/ 2286 w 1660874"/>
              <a:gd name="connsiteY6" fmla="*/ 1660874 h 1660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60874" h="1660874">
                <a:moveTo>
                  <a:pt x="2286" y="1660874"/>
                </a:moveTo>
                <a:lnTo>
                  <a:pt x="0" y="0"/>
                </a:lnTo>
                <a:lnTo>
                  <a:pt x="1660874" y="2286"/>
                </a:lnTo>
                <a:lnTo>
                  <a:pt x="1660874" y="10954"/>
                </a:lnTo>
                <a:lnTo>
                  <a:pt x="17812" y="1660874"/>
                </a:lnTo>
                <a:lnTo>
                  <a:pt x="2286" y="1660874"/>
                </a:lnTo>
                <a:lnTo>
                  <a:pt x="2286" y="1660874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2F9949D4-4863-4EB4-07B7-1DE490BE57B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xmlns="" id="{C66188E6-7A98-AC66-FEEF-2258A532A8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8141191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xmlns="" id="{693AB473-5AA2-F8C2-52FE-444C26F552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274064"/>
            <a:ext cx="10652760" cy="1133856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xmlns="" id="{BB5C6304-7175-022B-6047-B7061B9529B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51932"/>
            <a:ext cx="8266176" cy="558427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4701E0B-6390-6AEC-5C53-5D538E158E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xmlns="" id="{BD45BA7E-BB20-C646-2450-F8562ED92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xmlns="" id="{1B1D2082-DF85-D231-9624-6372331F3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xmlns="" id="{0D3E5FC2-5685-46E9-2717-E0629E608C8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Graphic 21">
            <a:extLst>
              <a:ext uri="{FF2B5EF4-FFF2-40B4-BE49-F238E27FC236}">
                <a16:creationId xmlns:a16="http://schemas.microsoft.com/office/drawing/2014/main" xmlns="" id="{C526560E-0081-7213-2B8C-2BEC157A217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603197" y="3590"/>
            <a:ext cx="592750" cy="2076568"/>
          </a:xfrm>
          <a:custGeom>
            <a:avLst/>
            <a:gdLst>
              <a:gd name="connsiteX0" fmla="*/ 2286 w 1660874"/>
              <a:gd name="connsiteY0" fmla="*/ 1660874 h 1660874"/>
              <a:gd name="connsiteX1" fmla="*/ 0 w 1660874"/>
              <a:gd name="connsiteY1" fmla="*/ 0 h 1660874"/>
              <a:gd name="connsiteX2" fmla="*/ 1660874 w 1660874"/>
              <a:gd name="connsiteY2" fmla="*/ 2286 h 1660874"/>
              <a:gd name="connsiteX3" fmla="*/ 1660874 w 1660874"/>
              <a:gd name="connsiteY3" fmla="*/ 10954 h 1660874"/>
              <a:gd name="connsiteX4" fmla="*/ 17812 w 1660874"/>
              <a:gd name="connsiteY4" fmla="*/ 1660874 h 1660874"/>
              <a:gd name="connsiteX5" fmla="*/ 2286 w 1660874"/>
              <a:gd name="connsiteY5" fmla="*/ 1660874 h 1660874"/>
              <a:gd name="connsiteX6" fmla="*/ 2286 w 1660874"/>
              <a:gd name="connsiteY6" fmla="*/ 1660874 h 1660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60874" h="1660874">
                <a:moveTo>
                  <a:pt x="2286" y="1660874"/>
                </a:moveTo>
                <a:lnTo>
                  <a:pt x="0" y="0"/>
                </a:lnTo>
                <a:lnTo>
                  <a:pt x="1660874" y="2286"/>
                </a:lnTo>
                <a:lnTo>
                  <a:pt x="1660874" y="10954"/>
                </a:lnTo>
                <a:lnTo>
                  <a:pt x="17812" y="1660874"/>
                </a:lnTo>
                <a:lnTo>
                  <a:pt x="2286" y="1660874"/>
                </a:lnTo>
                <a:lnTo>
                  <a:pt x="2286" y="1660874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739A8E9E-14B4-DCD2-5039-79CFB344221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xmlns="" id="{DBFDC890-4416-3434-05AF-08ECA9FC953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0069488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428752"/>
            <a:ext cx="9198864" cy="466344"/>
          </a:xfrm>
        </p:spPr>
        <p:txBody>
          <a:bodyPr anchor="ctr">
            <a:no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950D50B0-843C-5B14-48D1-87F8D200100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816ADB1-ED49-7629-9149-E16F9F0A2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849AE49E-D511-6279-081B-4E86B48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xmlns="" id="{AD384D22-7069-5A9F-31CA-EEDEA8AAF2A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xmlns="" id="{6AE04790-7C0A-5078-4BBB-C4DBA563368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xmlns="" id="{5111550E-DD6C-68D9-796D-CC69B24BB80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1" name="Freeform: Shape 59">
            <a:extLst>
              <a:ext uri="{FF2B5EF4-FFF2-40B4-BE49-F238E27FC236}">
                <a16:creationId xmlns:a16="http://schemas.microsoft.com/office/drawing/2014/main" xmlns="" id="{29EB5C97-94A5-1E7B-8EEE-F0194617F23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39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FCE66BBE-3119-84C9-214F-FCCB3DF5A6F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349240"/>
            <a:ext cx="9198864" cy="466344"/>
          </a:xfrm>
        </p:spPr>
        <p:txBody>
          <a:bodyPr anchor="ctr">
            <a:no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xmlns="" id="{10EAFB48-77A7-BA54-C30E-13615B2CFC3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82CA297-04CE-E894-0801-F7FA853E1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1802B948-797F-2EDF-6B6F-80E26357F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xmlns="" id="{37AA86A7-00D3-E74F-78A0-15D0D5E6779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xmlns="" id="{E6BF3A7D-5E07-57E7-65BD-0684EBF6BC6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xmlns="" id="{8DC52BC5-949D-F72A-1862-B4C2DF8ADF1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xmlns="" id="{64EF6841-D3F8-5018-9386-312A1A88CA4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8697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8">
            <a:extLst>
              <a:ext uri="{FF2B5EF4-FFF2-40B4-BE49-F238E27FC236}">
                <a16:creationId xmlns:a16="http://schemas.microsoft.com/office/drawing/2014/main" xmlns="" id="{9DEA9FFE-FE2C-A2CF-6A54-6A11FD0459B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Freeform: Shape 59">
            <a:extLst>
              <a:ext uri="{FF2B5EF4-FFF2-40B4-BE49-F238E27FC236}">
                <a16:creationId xmlns:a16="http://schemas.microsoft.com/office/drawing/2014/main" xmlns="" id="{7F3191B1-5F85-BFE9-41AB-CC31EB42A1C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1234440"/>
            <a:ext cx="8961120" cy="3169920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44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1793" y="5540026"/>
            <a:ext cx="8961120" cy="466344"/>
          </a:xfrm>
        </p:spPr>
        <p:txBody>
          <a:bodyPr anchor="ctr">
            <a:no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751857FF-9996-86DA-9589-6D9F2E7183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706B0CE-1E90-D91B-206A-1AAEF0D8B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5A564268-0963-3A71-EC86-705E6E654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B0AFCBF-0E31-230A-60F4-103AA780AE3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xmlns="" id="{15B40AB6-F47D-71EB-5487-2535D533CE7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xmlns="" id="{20880F52-3352-D5BD-BC6D-2567B22B1D8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xmlns="" id="{6693C49F-06BF-DE6C-456D-E415925B37C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10693958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4478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31919"/>
            <a:ext cx="10515600" cy="1132258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xmlns="" id="{84DC103C-4E45-07FA-2734-5BAE2624DC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147455"/>
            <a:ext cx="5181600" cy="387862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xmlns="" id="{288F1ED9-CE64-0191-F909-FDC002A745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2200" y="2147455"/>
            <a:ext cx="5181600" cy="387862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xmlns="" id="{3951C9BE-1BC0-DA0E-97D3-AEEBAEC891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xmlns="" id="{2A408A81-CDF6-5FC4-EB66-DF74E6CD6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xmlns="" id="{84B2F785-3677-7806-7A3C-AB27487BB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1" name="Rectangle 6">
            <a:extLst>
              <a:ext uri="{FF2B5EF4-FFF2-40B4-BE49-F238E27FC236}">
                <a16:creationId xmlns:a16="http://schemas.microsoft.com/office/drawing/2014/main" xmlns="" id="{0792B4B1-A255-634B-7113-0BE8BAE88A9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2" name="Rectangle 6">
            <a:extLst>
              <a:ext uri="{FF2B5EF4-FFF2-40B4-BE49-F238E27FC236}">
                <a16:creationId xmlns:a16="http://schemas.microsoft.com/office/drawing/2014/main" xmlns="" id="{3E17EB6F-9BB3-4A94-402E-FAD02B2C592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3" name="Rectangle 6">
            <a:extLst>
              <a:ext uri="{FF2B5EF4-FFF2-40B4-BE49-F238E27FC236}">
                <a16:creationId xmlns:a16="http://schemas.microsoft.com/office/drawing/2014/main" xmlns="" id="{B5C09CFD-5DB4-D507-3AC9-437BB1B64D3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4" name="Freeform: Shape 59">
            <a:extLst>
              <a:ext uri="{FF2B5EF4-FFF2-40B4-BE49-F238E27FC236}">
                <a16:creationId xmlns:a16="http://schemas.microsoft.com/office/drawing/2014/main" xmlns="" id="{3D77659E-88C7-E969-8E1D-2B9E7B0953B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11222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1FEE969-634D-6E32-D227-18E9282C6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6374" y="838988"/>
            <a:ext cx="10461626" cy="1143292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1CD26D4-290A-F0ED-7D62-41EDA6FEC2B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44000" y="2142935"/>
            <a:ext cx="5157787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xmlns="" id="{F86E5640-DE07-46FE-2EFB-FCD8C5238D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4000" y="2844801"/>
            <a:ext cx="5157788" cy="3174212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06536620-C4F3-EEC3-DBF1-05196B1CBB5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64812" y="2142935"/>
            <a:ext cx="5183188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xmlns="" id="{20D5795C-6228-AA6F-1CF7-AD7010686B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64812" y="2844801"/>
            <a:ext cx="5183188" cy="3174212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8954F43-A159-C557-9E6B-CFF4F103692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8669F11A-4BB7-E399-ADBB-0F360C066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xmlns="" id="{456F30B9-EE4B-C493-7E8E-D3B0E35E0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6">
            <a:extLst>
              <a:ext uri="{FF2B5EF4-FFF2-40B4-BE49-F238E27FC236}">
                <a16:creationId xmlns:a16="http://schemas.microsoft.com/office/drawing/2014/main" xmlns="" id="{03AB0DEF-0DAF-10A0-D371-A2D5CFF3070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7">
            <a:extLst>
              <a:ext uri="{FF2B5EF4-FFF2-40B4-BE49-F238E27FC236}">
                <a16:creationId xmlns:a16="http://schemas.microsoft.com/office/drawing/2014/main" xmlns="" id="{CE00B65A-4DD3-A66E-7B7D-B1480BCB511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6" name="Freeform: Shape 19">
            <a:extLst>
              <a:ext uri="{FF2B5EF4-FFF2-40B4-BE49-F238E27FC236}">
                <a16:creationId xmlns:a16="http://schemas.microsoft.com/office/drawing/2014/main" xmlns="" id="{69C3029D-7FB9-5E45-82D3-D6A8844A68E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7" name="Freeform: Shape 18">
            <a:extLst>
              <a:ext uri="{FF2B5EF4-FFF2-40B4-BE49-F238E27FC236}">
                <a16:creationId xmlns:a16="http://schemas.microsoft.com/office/drawing/2014/main" xmlns="" id="{BE1498E0-4720-9D5C-04B8-B5A81361857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6910443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2" name="Picture Placeholder21">
            <a:extLst>
              <a:ext uri="{FF2B5EF4-FFF2-40B4-BE49-F238E27FC236}">
                <a16:creationId xmlns:a16="http://schemas.microsoft.com/office/drawing/2014/main" xmlns="" id="{D0542117-0280-7EF2-981E-7EBEEA22B83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380778" y="2533650"/>
            <a:ext cx="2684463" cy="1431925"/>
          </a:xfrm>
        </p:spPr>
        <p:txBody>
          <a:bodyPr/>
          <a:lstStyle/>
          <a:p>
            <a:endParaRPr lang="en-GB"/>
          </a:p>
        </p:txBody>
      </p:sp>
      <p:sp>
        <p:nvSpPr>
          <p:cNvPr id="8" name="Text Placeholder 35">
            <a:extLst>
              <a:ext uri="{FF2B5EF4-FFF2-40B4-BE49-F238E27FC236}">
                <a16:creationId xmlns:a16="http://schemas.microsoft.com/office/drawing/2014/main" xmlns="" id="{C0CA7D34-E67D-8E1E-D764-4EEF48B5F10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372424" y="4044953"/>
            <a:ext cx="2692817" cy="6807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35">
            <a:extLst>
              <a:ext uri="{FF2B5EF4-FFF2-40B4-BE49-F238E27FC236}">
                <a16:creationId xmlns:a16="http://schemas.microsoft.com/office/drawing/2014/main" xmlns="" id="{BF9C1CC2-757F-2074-A27F-0C3465D031C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372424" y="4860184"/>
            <a:ext cx="2692817" cy="87961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/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Picture Placeholder21">
            <a:extLst>
              <a:ext uri="{FF2B5EF4-FFF2-40B4-BE49-F238E27FC236}">
                <a16:creationId xmlns:a16="http://schemas.microsoft.com/office/drawing/2014/main" xmlns="" id="{57B833E3-1027-D68D-486F-417BDE65BF4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753768" y="2533650"/>
            <a:ext cx="2684463" cy="1431925"/>
          </a:xfrm>
        </p:spPr>
        <p:txBody>
          <a:bodyPr/>
          <a:lstStyle/>
          <a:p>
            <a:endParaRPr lang="en-GB"/>
          </a:p>
        </p:txBody>
      </p:sp>
      <p:sp>
        <p:nvSpPr>
          <p:cNvPr id="12" name="Text Placeholder 35">
            <a:extLst>
              <a:ext uri="{FF2B5EF4-FFF2-40B4-BE49-F238E27FC236}">
                <a16:creationId xmlns:a16="http://schemas.microsoft.com/office/drawing/2014/main" xmlns="" id="{51119BFC-5232-31B7-0199-2BC44B1610E9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4745414" y="4044953"/>
            <a:ext cx="2692817" cy="6807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Text Placeholder 35">
            <a:extLst>
              <a:ext uri="{FF2B5EF4-FFF2-40B4-BE49-F238E27FC236}">
                <a16:creationId xmlns:a16="http://schemas.microsoft.com/office/drawing/2014/main" xmlns="" id="{5B52BFC0-79AE-E39B-C284-97D8EDBCA7A0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4745414" y="4860184"/>
            <a:ext cx="2692817" cy="87961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/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8" name="Picture Placeholder 21">
            <a:extLst>
              <a:ext uri="{FF2B5EF4-FFF2-40B4-BE49-F238E27FC236}">
                <a16:creationId xmlns:a16="http://schemas.microsoft.com/office/drawing/2014/main" xmlns="" id="{CF406033-2018-29A3-CCC9-6C9E44FD5D1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14789" y="2533650"/>
            <a:ext cx="2684463" cy="1431925"/>
          </a:xfrm>
        </p:spPr>
        <p:txBody>
          <a:bodyPr/>
          <a:lstStyle/>
          <a:p>
            <a:endParaRPr lang="en-GB"/>
          </a:p>
        </p:txBody>
      </p:sp>
      <p:sp>
        <p:nvSpPr>
          <p:cNvPr id="18" name="Text Placeholder 35">
            <a:extLst>
              <a:ext uri="{FF2B5EF4-FFF2-40B4-BE49-F238E27FC236}">
                <a16:creationId xmlns:a16="http://schemas.microsoft.com/office/drawing/2014/main" xmlns="" id="{C3ED7ECE-1ADF-CD96-C30D-6F02AC54B1FE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8106435" y="4044953"/>
            <a:ext cx="2692817" cy="6807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1" name="Text Placeholder 35">
            <a:extLst>
              <a:ext uri="{FF2B5EF4-FFF2-40B4-BE49-F238E27FC236}">
                <a16:creationId xmlns:a16="http://schemas.microsoft.com/office/drawing/2014/main" xmlns="" id="{12DF7936-36F7-44AF-D721-23AB6274392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8106435" y="4860184"/>
            <a:ext cx="2692817" cy="87961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/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xmlns="" id="{D33EABF6-4EA1-0F72-47E7-E214CDBF7DD4}"/>
              </a:ext>
            </a:extLst>
          </p:cNvPr>
          <p:cNvSpPr>
            <a:spLocks noGrp="1"/>
          </p:cNvSpPr>
          <p:nvPr>
            <p:ph type="dt" sz="half" idx="4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xmlns="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59">
            <a:extLst>
              <a:ext uri="{FF2B5EF4-FFF2-40B4-BE49-F238E27FC236}">
                <a16:creationId xmlns:a16="http://schemas.microsoft.com/office/drawing/2014/main" xmlns="" id="{ED3CEBA7-0265-2989-2EC6-ED2043F3378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xmlns="" id="{A25533D8-30B7-6701-E92E-C0BA672DCCE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xmlns="" id="{C35F9418-7400-2BD9-AE41-597ECEA3793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Freeform: Shape 59">
            <a:extLst>
              <a:ext uri="{FF2B5EF4-FFF2-40B4-BE49-F238E27FC236}">
                <a16:creationId xmlns:a16="http://schemas.microsoft.com/office/drawing/2014/main" xmlns="" id="{C0743258-BC4B-50FD-71BE-9D97DF0A87F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706914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Text Placeholder 35">
            <a:extLst>
              <a:ext uri="{FF2B5EF4-FFF2-40B4-BE49-F238E27FC236}">
                <a16:creationId xmlns:a16="http://schemas.microsoft.com/office/drawing/2014/main" xmlns="" id="{A6D91015-EB22-C504-4A41-5D8469D6BF3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2064866" y="2456269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1" name="Text Placeholder 35">
            <a:extLst>
              <a:ext uri="{FF2B5EF4-FFF2-40B4-BE49-F238E27FC236}">
                <a16:creationId xmlns:a16="http://schemas.microsoft.com/office/drawing/2014/main" xmlns="" id="{532D2B12-D41E-8DA0-8841-A776ACF4492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064866" y="3200395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2" name="Text Placeholder 35">
            <a:extLst>
              <a:ext uri="{FF2B5EF4-FFF2-40B4-BE49-F238E27FC236}">
                <a16:creationId xmlns:a16="http://schemas.microsoft.com/office/drawing/2014/main" xmlns="" id="{40A11E8F-696A-E4EF-90AF-7299A387E89D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556353" y="2456269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3" name="Text Placeholder 35">
            <a:extLst>
              <a:ext uri="{FF2B5EF4-FFF2-40B4-BE49-F238E27FC236}">
                <a16:creationId xmlns:a16="http://schemas.microsoft.com/office/drawing/2014/main" xmlns="" id="{ED0764D2-EF05-95D7-E518-B428DEA78A5B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556353" y="3200395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4" name="Text Placeholder 35">
            <a:extLst>
              <a:ext uri="{FF2B5EF4-FFF2-40B4-BE49-F238E27FC236}">
                <a16:creationId xmlns:a16="http://schemas.microsoft.com/office/drawing/2014/main" xmlns="" id="{C07DDEA9-66DD-7AAA-0D2F-798B2B9629EE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2064866" y="4332161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5" name="Text Placeholder 35">
            <a:extLst>
              <a:ext uri="{FF2B5EF4-FFF2-40B4-BE49-F238E27FC236}">
                <a16:creationId xmlns:a16="http://schemas.microsoft.com/office/drawing/2014/main" xmlns="" id="{D27F749F-CAF5-FF7B-7CF9-192E8764322C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064866" y="5076287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xmlns="" id="{BC192F01-6AB2-5F7C-6D0A-CB9465FB2B1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6556353" y="4332161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xmlns="" id="{92B7605E-FACE-97D3-9DDD-CBD52582C52F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556353" y="5076287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xmlns="" id="{3077065C-2494-1885-831E-3BA6D45D1B2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xmlns="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6">
            <a:extLst>
              <a:ext uri="{FF2B5EF4-FFF2-40B4-BE49-F238E27FC236}">
                <a16:creationId xmlns:a16="http://schemas.microsoft.com/office/drawing/2014/main" xmlns="" id="{9495CF4B-5A18-C9CB-401F-E668B73D1DF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7">
            <a:extLst>
              <a:ext uri="{FF2B5EF4-FFF2-40B4-BE49-F238E27FC236}">
                <a16:creationId xmlns:a16="http://schemas.microsoft.com/office/drawing/2014/main" xmlns="" id="{A3A58E7B-24DB-5995-5E8D-E19B88CD122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6" name="Freeform: Shape 19">
            <a:extLst>
              <a:ext uri="{FF2B5EF4-FFF2-40B4-BE49-F238E27FC236}">
                <a16:creationId xmlns:a16="http://schemas.microsoft.com/office/drawing/2014/main" xmlns="" id="{7AEF2BAC-C579-9EFD-2089-8AAF5C6A931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7" name="Freeform: Shape 18">
            <a:extLst>
              <a:ext uri="{FF2B5EF4-FFF2-40B4-BE49-F238E27FC236}">
                <a16:creationId xmlns:a16="http://schemas.microsoft.com/office/drawing/2014/main" xmlns="" id="{5D70562F-DEEF-5606-F5E8-63AEA8B627A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1185976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xmlns="" id="{1E932CF8-809C-FD53-EC2F-3F8B262C9E1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628775" y="2362200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35" name="Text Placeholder 35">
            <a:extLst>
              <a:ext uri="{FF2B5EF4-FFF2-40B4-BE49-F238E27FC236}">
                <a16:creationId xmlns:a16="http://schemas.microsoft.com/office/drawing/2014/main" xmlns="" id="{C5471E28-499C-13C5-B42B-B8FC431D733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930248" y="235558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xmlns="" id="{0A5EC27E-AE02-883E-31F5-32208B9F14C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2930248" y="309971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3" name="Picture Placeholder 30">
            <a:extLst>
              <a:ext uri="{FF2B5EF4-FFF2-40B4-BE49-F238E27FC236}">
                <a16:creationId xmlns:a16="http://schemas.microsoft.com/office/drawing/2014/main" xmlns="" id="{5771AF9B-91C5-4FCF-3268-BEF15CB2C65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578356" y="2362200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xmlns="" id="{16CD61A4-9D01-CB18-B80D-F0D20394AF2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876966" y="235558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5">
            <a:extLst>
              <a:ext uri="{FF2B5EF4-FFF2-40B4-BE49-F238E27FC236}">
                <a16:creationId xmlns:a16="http://schemas.microsoft.com/office/drawing/2014/main" xmlns="" id="{EA936668-A06C-15E6-9A5A-A170E3C8A6D7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876966" y="309971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2" name="Picture Placeholder 30">
            <a:extLst>
              <a:ext uri="{FF2B5EF4-FFF2-40B4-BE49-F238E27FC236}">
                <a16:creationId xmlns:a16="http://schemas.microsoft.com/office/drawing/2014/main" xmlns="" id="{66E6D2AA-72F5-D5EB-9F7A-61EFDB86790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628775" y="4307775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xmlns="" id="{06D78574-9004-D5A4-06C4-6DE8A9BCBC0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2930248" y="428032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xmlns="" id="{9A4992FB-C1F4-515B-6938-346345DE2B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930248" y="502445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4" name="Picture Placeholder 30">
            <a:extLst>
              <a:ext uri="{FF2B5EF4-FFF2-40B4-BE49-F238E27FC236}">
                <a16:creationId xmlns:a16="http://schemas.microsoft.com/office/drawing/2014/main" xmlns="" id="{D7A8246B-3515-AD53-2508-3FC029202DA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78356" y="4307775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xmlns="" id="{1FFCB778-56FA-17FD-49C7-D7F1BDD26C1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876966" y="428032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xmlns="" id="{7AAE6DE1-1F3D-F4AB-184E-8A3A4CEDCDC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876966" y="502445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xmlns="" id="{AF563E81-A6F0-648D-DCF7-BFF1870E755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xmlns="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xmlns="" id="{EB1495DF-573A-3AAB-5854-8A09491BAAD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xmlns="" id="{BD49C3F5-81F6-6E72-50FF-8F3AEFA131C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92EEEEF2-460E-B70B-6230-10A7994EF00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Freeform: Shape 59">
            <a:extLst>
              <a:ext uri="{FF2B5EF4-FFF2-40B4-BE49-F238E27FC236}">
                <a16:creationId xmlns:a16="http://schemas.microsoft.com/office/drawing/2014/main" xmlns="" id="{C4E3626D-71B6-6652-8FE1-40921DF0568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205592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l">
              <a:defRPr sz="36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xmlns="" id="{5EE5EE63-A6DA-348D-8495-E51900A59A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9788" y="2366167"/>
            <a:ext cx="3255962" cy="3604422"/>
          </a:xfrm>
        </p:spPr>
        <p:txBody>
          <a:bodyPr/>
          <a:lstStyle/>
          <a:p>
            <a:endParaRPr lang="en-GB"/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xmlns="" id="{94087FA0-09BB-9F62-C383-36B2C6623B9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634844" y="2146300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xmlns="" id="{1156A739-AA76-7366-9AE0-D20D44A62F1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634844" y="2890426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5">
            <a:extLst>
              <a:ext uri="{FF2B5EF4-FFF2-40B4-BE49-F238E27FC236}">
                <a16:creationId xmlns:a16="http://schemas.microsoft.com/office/drawing/2014/main" xmlns="" id="{57BB261E-3856-D4EB-E49A-A805AA8CA0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235143" y="2146300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xmlns="" id="{14EE8DBC-744D-FDE5-F388-611D6C0C160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235143" y="2890426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xmlns="" id="{29E55623-928E-5F9E-2EBB-9C1009DA215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34844" y="4195512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xmlns="" id="{E7542672-472E-0E16-8066-DFA62799082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634844" y="4939638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xmlns="" id="{8D6428D0-36EF-16D7-741F-B91DFF9CC9A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235143" y="4195512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3" name="Text Placeholder 35">
            <a:extLst>
              <a:ext uri="{FF2B5EF4-FFF2-40B4-BE49-F238E27FC236}">
                <a16:creationId xmlns:a16="http://schemas.microsoft.com/office/drawing/2014/main" xmlns="" id="{0BCE5C17-683A-5D3B-ECCE-2C25D14F893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235143" y="4939638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xmlns="" id="{AF234816-4552-682C-7011-792489AA8518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xmlns="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reeform: Shape 59">
            <a:extLst>
              <a:ext uri="{FF2B5EF4-FFF2-40B4-BE49-F238E27FC236}">
                <a16:creationId xmlns:a16="http://schemas.microsoft.com/office/drawing/2014/main" xmlns="" id="{516C1398-A7AF-C02F-934D-C37C5E987D8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xmlns="" id="{9B38EA50-6705-E42C-3897-B0D76FAA812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C3BF1543-7A6B-249C-1650-3EFEB63C1EC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59">
            <a:extLst>
              <a:ext uri="{FF2B5EF4-FFF2-40B4-BE49-F238E27FC236}">
                <a16:creationId xmlns:a16="http://schemas.microsoft.com/office/drawing/2014/main" xmlns="" id="{BBAD9B21-7393-1499-E59D-EA109D80C82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5545837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6">
            <a:extLst>
              <a:ext uri="{FF2B5EF4-FFF2-40B4-BE49-F238E27FC236}">
                <a16:creationId xmlns:a16="http://schemas.microsoft.com/office/drawing/2014/main" xmlns="" id="{CC5A7648-D01A-875E-E9BB-ED5949D478A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766930" y="5779705"/>
            <a:ext cx="311361" cy="18452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l">
              <a:defRPr sz="36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xmlns="" id="{35EC3073-FA99-7015-CBD2-0E3B9CE430CA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41988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19" name="Text Placeholder 35">
            <a:extLst>
              <a:ext uri="{FF2B5EF4-FFF2-40B4-BE49-F238E27FC236}">
                <a16:creationId xmlns:a16="http://schemas.microsoft.com/office/drawing/2014/main" xmlns="" id="{C879862E-201F-4356-6D65-28E89DB6F11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41989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35">
            <a:extLst>
              <a:ext uri="{FF2B5EF4-FFF2-40B4-BE49-F238E27FC236}">
                <a16:creationId xmlns:a16="http://schemas.microsoft.com/office/drawing/2014/main" xmlns="" id="{A15D05C0-B891-85E5-35C5-24FBD31E326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41989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5" name="Picture Placeholder 29">
            <a:extLst>
              <a:ext uri="{FF2B5EF4-FFF2-40B4-BE49-F238E27FC236}">
                <a16:creationId xmlns:a16="http://schemas.microsoft.com/office/drawing/2014/main" xmlns="" id="{B9CDE245-8A43-C7AE-733E-51362998210E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552179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23" name="Text Placeholder 35">
            <a:extLst>
              <a:ext uri="{FF2B5EF4-FFF2-40B4-BE49-F238E27FC236}">
                <a16:creationId xmlns:a16="http://schemas.microsoft.com/office/drawing/2014/main" xmlns="" id="{6741BED5-DD9B-DA08-B276-4A6A9619A77F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552493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4" name="Text Placeholder 35">
            <a:extLst>
              <a:ext uri="{FF2B5EF4-FFF2-40B4-BE49-F238E27FC236}">
                <a16:creationId xmlns:a16="http://schemas.microsoft.com/office/drawing/2014/main" xmlns="" id="{4211193A-897F-A0CB-98F7-FD02B1E0321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52493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xmlns="" id="{6776899D-7EB0-41AC-9AF4-FE101D6C9E83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284660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25" name="Text Placeholder 35">
            <a:extLst>
              <a:ext uri="{FF2B5EF4-FFF2-40B4-BE49-F238E27FC236}">
                <a16:creationId xmlns:a16="http://schemas.microsoft.com/office/drawing/2014/main" xmlns="" id="{1DED0997-D314-C6AE-A692-306403BBE62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84974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Text Placeholder 35">
            <a:extLst>
              <a:ext uri="{FF2B5EF4-FFF2-40B4-BE49-F238E27FC236}">
                <a16:creationId xmlns:a16="http://schemas.microsoft.com/office/drawing/2014/main" xmlns="" id="{CB02C1DA-F7C6-2990-C630-24D0D3CA893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84974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xmlns="" id="{F1FE3630-D074-6944-4F08-08363014CC1D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9045148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27" name="Text Placeholder 35">
            <a:extLst>
              <a:ext uri="{FF2B5EF4-FFF2-40B4-BE49-F238E27FC236}">
                <a16:creationId xmlns:a16="http://schemas.microsoft.com/office/drawing/2014/main" xmlns="" id="{2BD521B6-BD70-6519-3BCC-0441BC90998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45462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8" name="Text Placeholder 35">
            <a:extLst>
              <a:ext uri="{FF2B5EF4-FFF2-40B4-BE49-F238E27FC236}">
                <a16:creationId xmlns:a16="http://schemas.microsoft.com/office/drawing/2014/main" xmlns="" id="{B09D8CE1-C90E-B457-C2C5-5AE34D538BF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045462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xmlns="" id="{D7AF960F-EA2C-059B-FD05-9627AA9B40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xmlns="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xmlns="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Rectangle 8">
            <a:extLst>
              <a:ext uri="{FF2B5EF4-FFF2-40B4-BE49-F238E27FC236}">
                <a16:creationId xmlns:a16="http://schemas.microsoft.com/office/drawing/2014/main" xmlns="" id="{41B0960E-E397-9136-EE2E-F2595BA18E5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10715814" y="-681672"/>
            <a:ext cx="311360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xmlns="" id="{89DDA4E8-D382-3D12-576D-43FB555E0E8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11795962" y="-84996"/>
            <a:ext cx="311359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6608247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04A53CF-A657-E995-A3A7-271D67F33E9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xmlns="" id="{85E39344-307B-8BD6-D5B8-D1E1F1550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xmlns="" id="{5F632A0F-F12A-0DEF-B91F-C360E126D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141171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50C37F-77BE-E128-4248-D001C39E7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595634" cy="1757505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EC0EEBFB-2026-6A35-33ED-F008376B67A0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44000" y="2724912"/>
            <a:ext cx="3595634" cy="3301168"/>
          </a:xfrm>
        </p:spPr>
        <p:txBody>
          <a:bodyPr anchor="t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F3B20A8-A604-C977-02C0-083BA86634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907742" y="831919"/>
            <a:ext cx="6440258" cy="5194161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xmlns="" id="{DB9FEA63-1DA3-3F9F-C50E-7AC4477F221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DBD582E8-8B0D-6439-7715-18DB01573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665968CD-929F-6D74-C903-1AA5B1538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xmlns="" id="{0322356F-D701-4C42-BB8B-523069A7752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xmlns="" id="{2E841F2B-D332-09D0-EBCB-48E8FBC6D38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xmlns="" id="{5024EB45-DF26-BF12-BFEF-CA485F4D954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xmlns="" id="{B1D17E64-4E73-BCCA-9364-C59A3D2260F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4515875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FB06A09-98CF-FAC2-3708-AECC4360C6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595634" cy="2212313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F32C4A61-EF2A-C5A5-B150-4448600B393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49024" y="3260034"/>
            <a:ext cx="3585586" cy="2766045"/>
          </a:xfr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831919"/>
            <a:ext cx="6284681" cy="5194161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xmlns="" id="{BDADB269-BBE0-1959-FE0B-2D6A08AE1A0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D88765A0-98CE-097F-70CA-A8CE88670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004CCF01-6BD8-D0D5-B68F-BF0D0E1EC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16">
            <a:extLst>
              <a:ext uri="{FF2B5EF4-FFF2-40B4-BE49-F238E27FC236}">
                <a16:creationId xmlns:a16="http://schemas.microsoft.com/office/drawing/2014/main" xmlns="" id="{F978EDC5-9ECC-A0CA-79B2-E1099D0523A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" name="Freeform: Shape 17">
            <a:extLst>
              <a:ext uri="{FF2B5EF4-FFF2-40B4-BE49-F238E27FC236}">
                <a16:creationId xmlns:a16="http://schemas.microsoft.com/office/drawing/2014/main" xmlns="" id="{5CC0BF8E-63A7-7E59-17B3-46BB432D551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Freeform: Shape 19">
            <a:extLst>
              <a:ext uri="{FF2B5EF4-FFF2-40B4-BE49-F238E27FC236}">
                <a16:creationId xmlns:a16="http://schemas.microsoft.com/office/drawing/2014/main" xmlns="" id="{7C16A068-4B31-D509-6638-F057A8F5CFD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" name="Freeform: Shape 18">
            <a:extLst>
              <a:ext uri="{FF2B5EF4-FFF2-40B4-BE49-F238E27FC236}">
                <a16:creationId xmlns:a16="http://schemas.microsoft.com/office/drawing/2014/main" xmlns="" id="{ED2C66E4-77A5-559A-C4D6-22E169AE6F1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8124702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175" y="831919"/>
            <a:ext cx="7342307" cy="1791217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xmlns="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60427" y="3280496"/>
            <a:ext cx="10504000" cy="27432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200"/>
            </a:lvl2pPr>
            <a:lvl3pPr marL="457200" indent="0">
              <a:buNone/>
              <a:defRPr sz="1100"/>
            </a:lvl3pPr>
            <a:lvl4pPr marL="685800" indent="0">
              <a:buNone/>
              <a:defRPr sz="105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xmlns="" id="{49B4F649-ECC0-65D4-73EB-F610B1EEE476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34BAC71-4189-4AAE-3C30-91D3E7645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F335CC0F-60E4-5024-B6AB-D87255AB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xmlns="" id="{EB1DE042-7AE4-75AA-1CFC-259030057C7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xmlns="" id="{AB955153-AC29-8EA8-DE1E-EF143A129F8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C5CBF393-915A-6526-812F-61956DD2ED6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Freeform: Shape 59">
            <a:extLst>
              <a:ext uri="{FF2B5EF4-FFF2-40B4-BE49-F238E27FC236}">
                <a16:creationId xmlns:a16="http://schemas.microsoft.com/office/drawing/2014/main" xmlns="" id="{36817505-F187-6307-3AA7-E870199259F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50522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433D9-FD02-59E2-0F81-A0B7201D2DA0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053FFEDA-E57B-DF13-2394-A1514E15F85A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128" y="3622674"/>
            <a:ext cx="8430639" cy="2150962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200"/>
            </a:lvl2pPr>
            <a:lvl3pPr marL="457200" indent="0">
              <a:buNone/>
              <a:defRPr sz="1100"/>
            </a:lvl3pPr>
            <a:lvl4pPr marL="685800" indent="0">
              <a:buNone/>
              <a:defRPr sz="1050"/>
            </a:lvl4pPr>
            <a:lvl5pPr marL="9144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xmlns="" id="{4915D485-D4CB-65C5-C05B-8D3E535F6A4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9C567240-62F7-D89C-BF3D-34806BC25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xmlns="" id="{F9726FF9-AAAD-F331-EC9B-83CB551F1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16">
            <a:extLst>
              <a:ext uri="{FF2B5EF4-FFF2-40B4-BE49-F238E27FC236}">
                <a16:creationId xmlns:a16="http://schemas.microsoft.com/office/drawing/2014/main" xmlns="" id="{7C2CB355-42E5-6CAD-CDA4-04E8698C780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Freeform: Shape 17">
            <a:extLst>
              <a:ext uri="{FF2B5EF4-FFF2-40B4-BE49-F238E27FC236}">
                <a16:creationId xmlns:a16="http://schemas.microsoft.com/office/drawing/2014/main" xmlns="" id="{7F51CA23-0DF4-94C6-A295-9A6ED5AA707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" name="Freeform: Shape 19">
            <a:extLst>
              <a:ext uri="{FF2B5EF4-FFF2-40B4-BE49-F238E27FC236}">
                <a16:creationId xmlns:a16="http://schemas.microsoft.com/office/drawing/2014/main" xmlns="" id="{78973DDC-FE45-271D-D333-1265C63DC4F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Freeform: Shape 18">
            <a:extLst>
              <a:ext uri="{FF2B5EF4-FFF2-40B4-BE49-F238E27FC236}">
                <a16:creationId xmlns:a16="http://schemas.microsoft.com/office/drawing/2014/main" xmlns="" id="{98BB5E17-8DB4-2B6A-4A48-E57456A3120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1570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23">
            <a:extLst>
              <a:ext uri="{FF2B5EF4-FFF2-40B4-BE49-F238E27FC236}">
                <a16:creationId xmlns:a16="http://schemas.microsoft.com/office/drawing/2014/main" xmlns="" id="{590E6AF1-4025-C539-6638-597177D00B8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7065818" y="6245509"/>
            <a:ext cx="5126179" cy="6124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Title 6">
            <a:extLst>
              <a:ext uri="{FF2B5EF4-FFF2-40B4-BE49-F238E27FC236}">
                <a16:creationId xmlns:a16="http://schemas.microsoft.com/office/drawing/2014/main" xmlns="" id="{25E8EC5E-EA9E-1F86-2E83-5D54996011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5864" y="1532081"/>
            <a:ext cx="5273221" cy="3793838"/>
          </a:xfrm>
        </p:spPr>
        <p:txBody>
          <a:bodyPr lIns="0" tIns="0" rIns="0" bIns="0" anchor="ctr">
            <a:noAutofit/>
          </a:bodyPr>
          <a:lstStyle>
            <a:lvl1pPr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5" descr="A woman wearing a yellow sweater working at the office">
            <a:extLst>
              <a:ext uri="{FF2B5EF4-FFF2-40B4-BE49-F238E27FC236}">
                <a16:creationId xmlns:a16="http://schemas.microsoft.com/office/drawing/2014/main" xmlns="" id="{0F266249-25B1-EF53-33EB-FA594F7F68B4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063457" y="1326812"/>
            <a:ext cx="3778434" cy="4924193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xmlns="" id="{021528A5-067A-BD49-2204-67FF006E8B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xmlns="" id="{5E67C389-E6A8-48B1-74CD-322C690F9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xmlns="" id="{9D7705C1-E2D3-B1B7-C51C-44843980F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xmlns="" id="{5917FF65-0254-002E-D43D-FF8B5E603B7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03515" y="-103514"/>
            <a:ext cx="274322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xmlns="" id="{3D6108ED-5598-D9CD-3F7C-E35B4C8BBB5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Rectangle 6">
            <a:extLst>
              <a:ext uri="{FF2B5EF4-FFF2-40B4-BE49-F238E27FC236}">
                <a16:creationId xmlns:a16="http://schemas.microsoft.com/office/drawing/2014/main" xmlns="" id="{21EB73BE-3F32-B696-CCF3-3120CC026F4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10833956" y="-2"/>
            <a:ext cx="1365980" cy="22320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4" name="Freeform: Shape 59">
            <a:extLst>
              <a:ext uri="{FF2B5EF4-FFF2-40B4-BE49-F238E27FC236}">
                <a16:creationId xmlns:a16="http://schemas.microsoft.com/office/drawing/2014/main" xmlns="" id="{A7A3C520-412F-3B3C-3DD2-BA1FA9970CE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0841892" y="-3"/>
            <a:ext cx="1358044" cy="2232015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0" name="Rectangle 6">
            <a:extLst>
              <a:ext uri="{FF2B5EF4-FFF2-40B4-BE49-F238E27FC236}">
                <a16:creationId xmlns:a16="http://schemas.microsoft.com/office/drawing/2014/main" xmlns="" id="{99367659-61EC-44B3-A73E-47A6D3C10F4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>
            <a:off x="10833956" y="2232018"/>
            <a:ext cx="1358044" cy="1916648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6" name="Freeform: Shape 9">
            <a:extLst>
              <a:ext uri="{FF2B5EF4-FFF2-40B4-BE49-F238E27FC236}">
                <a16:creationId xmlns:a16="http://schemas.microsoft.com/office/drawing/2014/main" xmlns="" id="{14EDCCCA-96A0-0D33-9C7F-224DCB3D55E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V="1">
            <a:off x="10833956" y="3472845"/>
            <a:ext cx="1358044" cy="675816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22" name="Rectangle 8">
            <a:extLst>
              <a:ext uri="{FF2B5EF4-FFF2-40B4-BE49-F238E27FC236}">
                <a16:creationId xmlns:a16="http://schemas.microsoft.com/office/drawing/2014/main" xmlns="" id="{2C55E30B-D458-A8B6-11AB-5FAEA926BFB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rot="10800000" flipV="1">
            <a:off x="10833954" y="4148664"/>
            <a:ext cx="1358043" cy="209684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Freeform: Shape 59">
            <a:extLst>
              <a:ext uri="{FF2B5EF4-FFF2-40B4-BE49-F238E27FC236}">
                <a16:creationId xmlns:a16="http://schemas.microsoft.com/office/drawing/2014/main" xmlns="" id="{81D1A457-4F77-6BE6-3713-4638E83D6D7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 flipH="1" flipV="1">
            <a:off x="10833955" y="4148663"/>
            <a:ext cx="1358045" cy="209684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8875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4.xml"/><Relationship Id="rId26" Type="http://schemas.openxmlformats.org/officeDocument/2006/relationships/slideLayout" Target="../slideLayouts/slideLayout52.xml"/><Relationship Id="rId39" Type="http://schemas.openxmlformats.org/officeDocument/2006/relationships/slideLayout" Target="../slideLayouts/slideLayout65.xml"/><Relationship Id="rId21" Type="http://schemas.openxmlformats.org/officeDocument/2006/relationships/slideLayout" Target="../slideLayouts/slideLayout47.xml"/><Relationship Id="rId34" Type="http://schemas.openxmlformats.org/officeDocument/2006/relationships/slideLayout" Target="../slideLayouts/slideLayout60.xml"/><Relationship Id="rId42" Type="http://schemas.openxmlformats.org/officeDocument/2006/relationships/slideLayout" Target="../slideLayouts/slideLayout68.xml"/><Relationship Id="rId47" Type="http://schemas.openxmlformats.org/officeDocument/2006/relationships/slideLayout" Target="../slideLayouts/slideLayout73.xml"/><Relationship Id="rId50" Type="http://schemas.openxmlformats.org/officeDocument/2006/relationships/slideLayout" Target="../slideLayouts/slideLayout76.xml"/><Relationship Id="rId55" Type="http://schemas.openxmlformats.org/officeDocument/2006/relationships/slideLayout" Target="../slideLayouts/slideLayout81.xml"/><Relationship Id="rId63" Type="http://schemas.openxmlformats.org/officeDocument/2006/relationships/theme" Target="../theme/theme3.xml"/><Relationship Id="rId7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42.xml"/><Relationship Id="rId29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37.xml"/><Relationship Id="rId24" Type="http://schemas.openxmlformats.org/officeDocument/2006/relationships/slideLayout" Target="../slideLayouts/slideLayout50.xml"/><Relationship Id="rId32" Type="http://schemas.openxmlformats.org/officeDocument/2006/relationships/slideLayout" Target="../slideLayouts/slideLayout58.xml"/><Relationship Id="rId37" Type="http://schemas.openxmlformats.org/officeDocument/2006/relationships/slideLayout" Target="../slideLayouts/slideLayout63.xml"/><Relationship Id="rId40" Type="http://schemas.openxmlformats.org/officeDocument/2006/relationships/slideLayout" Target="../slideLayouts/slideLayout66.xml"/><Relationship Id="rId45" Type="http://schemas.openxmlformats.org/officeDocument/2006/relationships/slideLayout" Target="../slideLayouts/slideLayout71.xml"/><Relationship Id="rId53" Type="http://schemas.openxmlformats.org/officeDocument/2006/relationships/slideLayout" Target="../slideLayouts/slideLayout79.xml"/><Relationship Id="rId58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1.xml"/><Relationship Id="rId61" Type="http://schemas.openxmlformats.org/officeDocument/2006/relationships/slideLayout" Target="../slideLayouts/slideLayout87.xml"/><Relationship Id="rId1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40.xml"/><Relationship Id="rId22" Type="http://schemas.openxmlformats.org/officeDocument/2006/relationships/slideLayout" Target="../slideLayouts/slideLayout48.xml"/><Relationship Id="rId27" Type="http://schemas.openxmlformats.org/officeDocument/2006/relationships/slideLayout" Target="../slideLayouts/slideLayout53.xml"/><Relationship Id="rId30" Type="http://schemas.openxmlformats.org/officeDocument/2006/relationships/slideLayout" Target="../slideLayouts/slideLayout56.xml"/><Relationship Id="rId35" Type="http://schemas.openxmlformats.org/officeDocument/2006/relationships/slideLayout" Target="../slideLayouts/slideLayout61.xml"/><Relationship Id="rId43" Type="http://schemas.openxmlformats.org/officeDocument/2006/relationships/slideLayout" Target="../slideLayouts/slideLayout69.xml"/><Relationship Id="rId48" Type="http://schemas.openxmlformats.org/officeDocument/2006/relationships/slideLayout" Target="../slideLayouts/slideLayout74.xml"/><Relationship Id="rId56" Type="http://schemas.openxmlformats.org/officeDocument/2006/relationships/slideLayout" Target="../slideLayouts/slideLayout82.xml"/><Relationship Id="rId8" Type="http://schemas.openxmlformats.org/officeDocument/2006/relationships/slideLayout" Target="../slideLayouts/slideLayout34.xml"/><Relationship Id="rId51" Type="http://schemas.openxmlformats.org/officeDocument/2006/relationships/slideLayout" Target="../slideLayouts/slideLayout77.xml"/><Relationship Id="rId3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43.xml"/><Relationship Id="rId25" Type="http://schemas.openxmlformats.org/officeDocument/2006/relationships/slideLayout" Target="../slideLayouts/slideLayout51.xml"/><Relationship Id="rId33" Type="http://schemas.openxmlformats.org/officeDocument/2006/relationships/slideLayout" Target="../slideLayouts/slideLayout59.xml"/><Relationship Id="rId38" Type="http://schemas.openxmlformats.org/officeDocument/2006/relationships/slideLayout" Target="../slideLayouts/slideLayout64.xml"/><Relationship Id="rId46" Type="http://schemas.openxmlformats.org/officeDocument/2006/relationships/slideLayout" Target="../slideLayouts/slideLayout72.xml"/><Relationship Id="rId5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46.xml"/><Relationship Id="rId41" Type="http://schemas.openxmlformats.org/officeDocument/2006/relationships/slideLayout" Target="../slideLayouts/slideLayout67.xml"/><Relationship Id="rId54" Type="http://schemas.openxmlformats.org/officeDocument/2006/relationships/slideLayout" Target="../slideLayouts/slideLayout80.xml"/><Relationship Id="rId62" Type="http://schemas.openxmlformats.org/officeDocument/2006/relationships/slideLayout" Target="../slideLayouts/slideLayout8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5" Type="http://schemas.openxmlformats.org/officeDocument/2006/relationships/slideLayout" Target="../slideLayouts/slideLayout41.xml"/><Relationship Id="rId23" Type="http://schemas.openxmlformats.org/officeDocument/2006/relationships/slideLayout" Target="../slideLayouts/slideLayout49.xml"/><Relationship Id="rId28" Type="http://schemas.openxmlformats.org/officeDocument/2006/relationships/slideLayout" Target="../slideLayouts/slideLayout54.xml"/><Relationship Id="rId36" Type="http://schemas.openxmlformats.org/officeDocument/2006/relationships/slideLayout" Target="../slideLayouts/slideLayout62.xml"/><Relationship Id="rId49" Type="http://schemas.openxmlformats.org/officeDocument/2006/relationships/slideLayout" Target="../slideLayouts/slideLayout75.xml"/><Relationship Id="rId57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36.xml"/><Relationship Id="rId31" Type="http://schemas.openxmlformats.org/officeDocument/2006/relationships/slideLayout" Target="../slideLayouts/slideLayout57.xml"/><Relationship Id="rId44" Type="http://schemas.openxmlformats.org/officeDocument/2006/relationships/slideLayout" Target="../slideLayouts/slideLayout70.xml"/><Relationship Id="rId52" Type="http://schemas.openxmlformats.org/officeDocument/2006/relationships/slideLayout" Target="../slideLayouts/slideLayout78.xml"/><Relationship Id="rId60" Type="http://schemas.openxmlformats.org/officeDocument/2006/relationships/slideLayout" Target="../slideLayouts/slideLayout8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01.xml"/><Relationship Id="rId18" Type="http://schemas.openxmlformats.org/officeDocument/2006/relationships/slideLayout" Target="../slideLayouts/slideLayout106.xml"/><Relationship Id="rId26" Type="http://schemas.openxmlformats.org/officeDocument/2006/relationships/slideLayout" Target="../slideLayouts/slideLayout114.xml"/><Relationship Id="rId39" Type="http://schemas.openxmlformats.org/officeDocument/2006/relationships/slideLayout" Target="../slideLayouts/slideLayout127.xml"/><Relationship Id="rId21" Type="http://schemas.openxmlformats.org/officeDocument/2006/relationships/slideLayout" Target="../slideLayouts/slideLayout109.xml"/><Relationship Id="rId34" Type="http://schemas.openxmlformats.org/officeDocument/2006/relationships/slideLayout" Target="../slideLayouts/slideLayout122.xml"/><Relationship Id="rId42" Type="http://schemas.openxmlformats.org/officeDocument/2006/relationships/slideLayout" Target="../slideLayouts/slideLayout130.xml"/><Relationship Id="rId47" Type="http://schemas.openxmlformats.org/officeDocument/2006/relationships/slideLayout" Target="../slideLayouts/slideLayout135.xml"/><Relationship Id="rId50" Type="http://schemas.openxmlformats.org/officeDocument/2006/relationships/slideLayout" Target="../slideLayouts/slideLayout138.xml"/><Relationship Id="rId55" Type="http://schemas.openxmlformats.org/officeDocument/2006/relationships/slideLayout" Target="../slideLayouts/slideLayout143.xml"/><Relationship Id="rId7" Type="http://schemas.openxmlformats.org/officeDocument/2006/relationships/slideLayout" Target="../slideLayouts/slideLayout95.xml"/><Relationship Id="rId2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104.xml"/><Relationship Id="rId29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99.xml"/><Relationship Id="rId24" Type="http://schemas.openxmlformats.org/officeDocument/2006/relationships/slideLayout" Target="../slideLayouts/slideLayout112.xml"/><Relationship Id="rId32" Type="http://schemas.openxmlformats.org/officeDocument/2006/relationships/slideLayout" Target="../slideLayouts/slideLayout120.xml"/><Relationship Id="rId37" Type="http://schemas.openxmlformats.org/officeDocument/2006/relationships/slideLayout" Target="../slideLayouts/slideLayout125.xml"/><Relationship Id="rId40" Type="http://schemas.openxmlformats.org/officeDocument/2006/relationships/slideLayout" Target="../slideLayouts/slideLayout128.xml"/><Relationship Id="rId45" Type="http://schemas.openxmlformats.org/officeDocument/2006/relationships/slideLayout" Target="../slideLayouts/slideLayout133.xml"/><Relationship Id="rId53" Type="http://schemas.openxmlformats.org/officeDocument/2006/relationships/slideLayout" Target="../slideLayouts/slideLayout141.xml"/><Relationship Id="rId58" Type="http://schemas.openxmlformats.org/officeDocument/2006/relationships/slideLayout" Target="../slideLayouts/slideLayout146.xml"/><Relationship Id="rId5" Type="http://schemas.openxmlformats.org/officeDocument/2006/relationships/slideLayout" Target="../slideLayouts/slideLayout93.xml"/><Relationship Id="rId61" Type="http://schemas.openxmlformats.org/officeDocument/2006/relationships/slideLayout" Target="../slideLayouts/slideLayout149.xml"/><Relationship Id="rId19" Type="http://schemas.openxmlformats.org/officeDocument/2006/relationships/slideLayout" Target="../slideLayouts/slideLayout107.xml"/><Relationship Id="rId14" Type="http://schemas.openxmlformats.org/officeDocument/2006/relationships/slideLayout" Target="../slideLayouts/slideLayout102.xml"/><Relationship Id="rId22" Type="http://schemas.openxmlformats.org/officeDocument/2006/relationships/slideLayout" Target="../slideLayouts/slideLayout110.xml"/><Relationship Id="rId27" Type="http://schemas.openxmlformats.org/officeDocument/2006/relationships/slideLayout" Target="../slideLayouts/slideLayout115.xml"/><Relationship Id="rId30" Type="http://schemas.openxmlformats.org/officeDocument/2006/relationships/slideLayout" Target="../slideLayouts/slideLayout118.xml"/><Relationship Id="rId35" Type="http://schemas.openxmlformats.org/officeDocument/2006/relationships/slideLayout" Target="../slideLayouts/slideLayout123.xml"/><Relationship Id="rId43" Type="http://schemas.openxmlformats.org/officeDocument/2006/relationships/slideLayout" Target="../slideLayouts/slideLayout131.xml"/><Relationship Id="rId48" Type="http://schemas.openxmlformats.org/officeDocument/2006/relationships/slideLayout" Target="../slideLayouts/slideLayout136.xml"/><Relationship Id="rId56" Type="http://schemas.openxmlformats.org/officeDocument/2006/relationships/slideLayout" Target="../slideLayouts/slideLayout144.xml"/><Relationship Id="rId8" Type="http://schemas.openxmlformats.org/officeDocument/2006/relationships/slideLayout" Target="../slideLayouts/slideLayout96.xml"/><Relationship Id="rId51" Type="http://schemas.openxmlformats.org/officeDocument/2006/relationships/slideLayout" Target="../slideLayouts/slideLayout139.xml"/><Relationship Id="rId3" Type="http://schemas.openxmlformats.org/officeDocument/2006/relationships/slideLayout" Target="../slideLayouts/slideLayout91.xml"/><Relationship Id="rId12" Type="http://schemas.openxmlformats.org/officeDocument/2006/relationships/slideLayout" Target="../slideLayouts/slideLayout100.xml"/><Relationship Id="rId17" Type="http://schemas.openxmlformats.org/officeDocument/2006/relationships/slideLayout" Target="../slideLayouts/slideLayout105.xml"/><Relationship Id="rId25" Type="http://schemas.openxmlformats.org/officeDocument/2006/relationships/slideLayout" Target="../slideLayouts/slideLayout113.xml"/><Relationship Id="rId33" Type="http://schemas.openxmlformats.org/officeDocument/2006/relationships/slideLayout" Target="../slideLayouts/slideLayout121.xml"/><Relationship Id="rId38" Type="http://schemas.openxmlformats.org/officeDocument/2006/relationships/slideLayout" Target="../slideLayouts/slideLayout126.xml"/><Relationship Id="rId46" Type="http://schemas.openxmlformats.org/officeDocument/2006/relationships/slideLayout" Target="../slideLayouts/slideLayout134.xml"/><Relationship Id="rId59" Type="http://schemas.openxmlformats.org/officeDocument/2006/relationships/slideLayout" Target="../slideLayouts/slideLayout147.xml"/><Relationship Id="rId20" Type="http://schemas.openxmlformats.org/officeDocument/2006/relationships/slideLayout" Target="../slideLayouts/slideLayout108.xml"/><Relationship Id="rId41" Type="http://schemas.openxmlformats.org/officeDocument/2006/relationships/slideLayout" Target="../slideLayouts/slideLayout129.xml"/><Relationship Id="rId54" Type="http://schemas.openxmlformats.org/officeDocument/2006/relationships/slideLayout" Target="../slideLayouts/slideLayout142.xml"/><Relationship Id="rId62" Type="http://schemas.openxmlformats.org/officeDocument/2006/relationships/theme" Target="../theme/theme4.xml"/><Relationship Id="rId1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4.xml"/><Relationship Id="rId15" Type="http://schemas.openxmlformats.org/officeDocument/2006/relationships/slideLayout" Target="../slideLayouts/slideLayout103.xml"/><Relationship Id="rId23" Type="http://schemas.openxmlformats.org/officeDocument/2006/relationships/slideLayout" Target="../slideLayouts/slideLayout111.xml"/><Relationship Id="rId28" Type="http://schemas.openxmlformats.org/officeDocument/2006/relationships/slideLayout" Target="../slideLayouts/slideLayout116.xml"/><Relationship Id="rId36" Type="http://schemas.openxmlformats.org/officeDocument/2006/relationships/slideLayout" Target="../slideLayouts/slideLayout124.xml"/><Relationship Id="rId49" Type="http://schemas.openxmlformats.org/officeDocument/2006/relationships/slideLayout" Target="../slideLayouts/slideLayout137.xml"/><Relationship Id="rId57" Type="http://schemas.openxmlformats.org/officeDocument/2006/relationships/slideLayout" Target="../slideLayouts/slideLayout145.xml"/><Relationship Id="rId10" Type="http://schemas.openxmlformats.org/officeDocument/2006/relationships/slideLayout" Target="../slideLayouts/slideLayout98.xml"/><Relationship Id="rId31" Type="http://schemas.openxmlformats.org/officeDocument/2006/relationships/slideLayout" Target="../slideLayouts/slideLayout119.xml"/><Relationship Id="rId44" Type="http://schemas.openxmlformats.org/officeDocument/2006/relationships/slideLayout" Target="../slideLayouts/slideLayout132.xml"/><Relationship Id="rId52" Type="http://schemas.openxmlformats.org/officeDocument/2006/relationships/slideLayout" Target="../slideLayouts/slideLayout140.xml"/><Relationship Id="rId60" Type="http://schemas.openxmlformats.org/officeDocument/2006/relationships/slideLayout" Target="../slideLayouts/slideLayout148.xml"/><Relationship Id="rId4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CE341CFC-63B9-4A19-A8AB-62B9E452A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115A838B-134E-40B6-A7E3-1119BB8BF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E8943BB-9EAD-4CBC-9CA2-75F70C6B58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94036C-9E7C-4FFC-99FA-414B61E345DD}" type="datetimeFigureOut">
              <a:rPr lang="en-US" smtClean="0"/>
              <a:t>5/26/2025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F204E537-5CBA-4B86-9D30-577B9F741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6E79E72-0F12-4646-BCDF-4C9EAA89C2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378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8EB94F4E-FF39-0408-C3C6-A986750D8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1" y="365125"/>
            <a:ext cx="109150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EB616EB-5E9D-04D9-F6DC-33F7E5BBA1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8460" y="1825625"/>
            <a:ext cx="1091507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061C11A-4AAF-B1E1-B1F3-67C0A55EFF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1033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 spc="50" baseline="0">
                <a:solidFill>
                  <a:schemeClr val="accent2">
                    <a:lumMod val="90000"/>
                  </a:schemeClr>
                </a:solidFill>
                <a:latin typeface="+mn-lt"/>
              </a:defRPr>
            </a:lvl1pPr>
          </a:lstStyle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D63DBDAD-8830-10AA-86C7-A42D122927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460" y="6356350"/>
            <a:ext cx="4114800" cy="365125"/>
          </a:xfrm>
          <a:prstGeom prst="rect">
            <a:avLst/>
          </a:prstGeom>
        </p:spPr>
        <p:txBody>
          <a:bodyPr anchor="ctr"/>
          <a:lstStyle>
            <a:lvl1pPr>
              <a:defRPr sz="1200" b="0" i="0" spc="50" baseline="0">
                <a:solidFill>
                  <a:schemeClr val="accent2">
                    <a:lumMod val="9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5322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500" kern="1200" spc="5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1" i="0" kern="1200" spc="5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 spc="5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 spc="5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venir Book" panose="02000503020000020003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Date Placeholder 3">
            <a:extLst>
              <a:ext uri="{FF2B5EF4-FFF2-40B4-BE49-F238E27FC236}">
                <a16:creationId xmlns:a16="http://schemas.microsoft.com/office/drawing/2014/main" xmlns="" id="{ADB13491-D2D3-4083-6A8B-1287C22AE5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2492F7-AF48-144F-A38F-899165CDF1AF}" type="datetimeFigureOut">
              <a:rPr lang="x-none" smtClean="0"/>
              <a:t>2025-05-26</a:t>
            </a:fld>
            <a:endParaRPr lang="x-none"/>
          </a:p>
        </p:txBody>
      </p:sp>
      <p:sp>
        <p:nvSpPr>
          <p:cNvPr id="36" name="Footer Placeholder 4">
            <a:extLst>
              <a:ext uri="{FF2B5EF4-FFF2-40B4-BE49-F238E27FC236}">
                <a16:creationId xmlns:a16="http://schemas.microsoft.com/office/drawing/2014/main" xmlns="" id="{7926D9C2-BC4F-E144-A16A-55FF6A79FB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xmlns="" id="{9E317CA0-22C4-CA77-01FA-B2BEFBBCDF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8614673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  <p:sldLayoutId id="2147483716" r:id="rId36"/>
    <p:sldLayoutId id="2147483717" r:id="rId37"/>
    <p:sldLayoutId id="2147483718" r:id="rId38"/>
    <p:sldLayoutId id="2147483719" r:id="rId39"/>
    <p:sldLayoutId id="2147483720" r:id="rId40"/>
    <p:sldLayoutId id="2147483721" r:id="rId41"/>
    <p:sldLayoutId id="2147483722" r:id="rId42"/>
    <p:sldLayoutId id="2147483723" r:id="rId43"/>
    <p:sldLayoutId id="2147483724" r:id="rId44"/>
    <p:sldLayoutId id="2147483725" r:id="rId45"/>
    <p:sldLayoutId id="2147483726" r:id="rId46"/>
    <p:sldLayoutId id="2147483727" r:id="rId47"/>
    <p:sldLayoutId id="2147483728" r:id="rId48"/>
    <p:sldLayoutId id="2147483729" r:id="rId49"/>
    <p:sldLayoutId id="2147483730" r:id="rId50"/>
    <p:sldLayoutId id="2147483731" r:id="rId51"/>
    <p:sldLayoutId id="2147483732" r:id="rId52"/>
    <p:sldLayoutId id="2147483733" r:id="rId53"/>
    <p:sldLayoutId id="2147483734" r:id="rId54"/>
    <p:sldLayoutId id="2147483735" r:id="rId55"/>
    <p:sldLayoutId id="2147483736" r:id="rId56"/>
    <p:sldLayoutId id="2147483737" r:id="rId57"/>
    <p:sldLayoutId id="2147483738" r:id="rId58"/>
    <p:sldLayoutId id="2147483739" r:id="rId59"/>
    <p:sldLayoutId id="2147483740" r:id="rId60"/>
    <p:sldLayoutId id="2147483741" r:id="rId61"/>
    <p:sldLayoutId id="2147483742" r:id="rId62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>
          <p15:clr>
            <a:srgbClr val="F26B43"/>
          </p15:clr>
        </p15:guide>
        <p15:guide id="2" pos="7256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28">
          <p15:clr>
            <a:srgbClr val="F26B43"/>
          </p15:clr>
        </p15:guide>
        <p15:guide id="6" orient="horz" pos="386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 sz="1418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sz="1418"/>
              <a:t>Click to edit Master text styles</a:t>
            </a:r>
            <a:endParaRPr lang="en-US"/>
          </a:p>
          <a:p>
            <a:pPr lvl="1"/>
            <a:r>
              <a:rPr lang="en-US" sz="1418"/>
              <a:t>Second level</a:t>
            </a:r>
          </a:p>
          <a:p>
            <a:pPr lvl="2"/>
            <a:r>
              <a:rPr lang="en-US" sz="1418"/>
              <a:t>Third level</a:t>
            </a:r>
          </a:p>
          <a:p>
            <a:pPr lvl="3"/>
            <a:r>
              <a:rPr lang="en-US" sz="1418"/>
              <a:t>Fourth level</a:t>
            </a:r>
          </a:p>
          <a:p>
            <a:pPr lvl="4"/>
            <a:r>
              <a:rPr lang="en-US" sz="1418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xmlns="" id="{79DDEA0E-07E9-13B1-EDC7-61BAFA5FF7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 sz="1200"/>
            </a:lvl1pPr>
          </a:lstStyle>
          <a:p>
            <a:fld id="{FD138C57-8E3B-4697-92F8-0ED9B71F7E17}" type="datetime1">
              <a:rPr lang="en-US" smtClean="0"/>
              <a:pPr/>
              <a:t>5/26/2025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xmlns="" id="{1EA10547-A0BF-14BF-EF18-92FBBF644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 sz="1200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xmlns="" id="{C413A03B-58A6-5266-F4CA-95B7A6F4BC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 sz="1200"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329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  <p:sldLayoutId id="2147483760" r:id="rId17"/>
    <p:sldLayoutId id="2147483761" r:id="rId18"/>
    <p:sldLayoutId id="2147483762" r:id="rId19"/>
    <p:sldLayoutId id="2147483763" r:id="rId20"/>
    <p:sldLayoutId id="2147483764" r:id="rId21"/>
    <p:sldLayoutId id="2147483765" r:id="rId22"/>
    <p:sldLayoutId id="2147483766" r:id="rId23"/>
    <p:sldLayoutId id="2147483767" r:id="rId24"/>
    <p:sldLayoutId id="2147483768" r:id="rId25"/>
    <p:sldLayoutId id="2147483769" r:id="rId26"/>
    <p:sldLayoutId id="2147483770" r:id="rId27"/>
    <p:sldLayoutId id="2147483771" r:id="rId28"/>
    <p:sldLayoutId id="2147483772" r:id="rId29"/>
    <p:sldLayoutId id="2147483773" r:id="rId30"/>
    <p:sldLayoutId id="2147483774" r:id="rId31"/>
    <p:sldLayoutId id="2147483775" r:id="rId32"/>
    <p:sldLayoutId id="2147483776" r:id="rId33"/>
    <p:sldLayoutId id="2147483777" r:id="rId34"/>
    <p:sldLayoutId id="2147483778" r:id="rId35"/>
    <p:sldLayoutId id="2147483779" r:id="rId36"/>
    <p:sldLayoutId id="2147483780" r:id="rId37"/>
    <p:sldLayoutId id="2147483781" r:id="rId38"/>
    <p:sldLayoutId id="2147483782" r:id="rId39"/>
    <p:sldLayoutId id="2147483783" r:id="rId40"/>
    <p:sldLayoutId id="2147483784" r:id="rId41"/>
    <p:sldLayoutId id="2147483785" r:id="rId42"/>
    <p:sldLayoutId id="2147483786" r:id="rId43"/>
    <p:sldLayoutId id="2147483787" r:id="rId44"/>
    <p:sldLayoutId id="2147483788" r:id="rId45"/>
    <p:sldLayoutId id="2147483789" r:id="rId46"/>
    <p:sldLayoutId id="2147483790" r:id="rId47"/>
    <p:sldLayoutId id="2147483791" r:id="rId48"/>
    <p:sldLayoutId id="2147483792" r:id="rId49"/>
    <p:sldLayoutId id="2147483793" r:id="rId50"/>
    <p:sldLayoutId id="2147483794" r:id="rId51"/>
    <p:sldLayoutId id="2147483795" r:id="rId52"/>
    <p:sldLayoutId id="2147483796" r:id="rId53"/>
    <p:sldLayoutId id="2147483797" r:id="rId54"/>
    <p:sldLayoutId id="2147483798" r:id="rId55"/>
    <p:sldLayoutId id="2147483799" r:id="rId56"/>
    <p:sldLayoutId id="2147483800" r:id="rId57"/>
    <p:sldLayoutId id="2147483801" r:id="rId58"/>
    <p:sldLayoutId id="2147483802" r:id="rId59"/>
    <p:sldLayoutId id="2147483803" r:id="rId60"/>
    <p:sldLayoutId id="2147483804" r:id="rId6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>
          <p15:clr>
            <a:srgbClr val="F26B43"/>
          </p15:clr>
        </p15:guide>
        <p15:guide id="2" pos="7256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28">
          <p15:clr>
            <a:srgbClr val="F26B43"/>
          </p15:clr>
        </p15:guide>
        <p15:guide id="6" orient="horz" pos="386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4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FF6F0DE-C48F-4911-F606-5027160085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432" y="1582524"/>
            <a:ext cx="5777442" cy="2322576"/>
          </a:xfrm>
        </p:spPr>
        <p:txBody>
          <a:bodyPr>
            <a:normAutofit/>
          </a:bodyPr>
          <a:lstStyle/>
          <a:p>
            <a:r>
              <a:rPr lang="en-US" altLang="zh-CN" sz="4800" b="1" dirty="0" smtClean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System Modelling &amp;</a:t>
            </a:r>
            <a:r>
              <a:rPr lang="en-US" altLang="zh-CN" sz="48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altLang="zh-CN" sz="4800" b="1" dirty="0" smtClean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Design</a:t>
            </a:r>
            <a:r>
              <a:rPr lang="en-US" altLang="zh-CN" sz="4800" b="1" dirty="0" smtClean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endParaRPr lang="zh-CN" altLang="en-US" sz="4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6C3DA174-FC3D-8B25-FBB8-DC2004FF79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2687" y="6229438"/>
            <a:ext cx="1738083" cy="274320"/>
          </a:xfrm>
        </p:spPr>
        <p:txBody>
          <a:bodyPr/>
          <a:lstStyle/>
          <a:p>
            <a:r>
              <a:rPr lang="en-GB" altLang="zh-CN" sz="1800" dirty="0">
                <a:solidFill>
                  <a:srgbClr val="002060"/>
                </a:solidFill>
                <a:latin typeface="+mj-lt"/>
                <a:cs typeface="Segoe UI" panose="020B0502040204020203" pitchFamily="34" charset="0"/>
              </a:rPr>
              <a:t>Group 5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xmlns="" id="{82316F9B-3EB8-DF6C-405A-F39B5E1E9AFC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>
          <a:blip r:embed="rId2"/>
          <a:srcRect l="22001" r="22001"/>
          <a:stretch/>
        </p:blipFill>
        <p:spPr>
          <a:xfrm>
            <a:off x="6412687" y="0"/>
            <a:ext cx="5779313" cy="6875770"/>
          </a:xfr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AA025E2-D592-63D7-1746-A9307E229B90}"/>
              </a:ext>
            </a:extLst>
          </p:cNvPr>
          <p:cNvSpPr/>
          <p:nvPr/>
        </p:nvSpPr>
        <p:spPr>
          <a:xfrm>
            <a:off x="291950" y="4195333"/>
            <a:ext cx="3536195" cy="6155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en-US" sz="2000" i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Road </a:t>
            </a:r>
            <a:r>
              <a:rPr lang="en-US" sz="2000" i="1" dirty="0">
                <a:solidFill>
                  <a:srgbClr val="0305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</a:t>
            </a:r>
            <a:r>
              <a:rPr lang="en-US" sz="2000" i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Road Map Mobile Notification Application</a:t>
            </a:r>
          </a:p>
        </p:txBody>
      </p:sp>
      <p:grpSp>
        <p:nvGrpSpPr>
          <p:cNvPr id="12" name="Group 11" descr="This image is an icon of three connected human figures. ">
            <a:extLst>
              <a:ext uri="{FF2B5EF4-FFF2-40B4-BE49-F238E27FC236}">
                <a16:creationId xmlns:a16="http://schemas.microsoft.com/office/drawing/2014/main" xmlns="" id="{B92236CF-CC31-5FE2-22F5-9F6A101650A5}"/>
              </a:ext>
            </a:extLst>
          </p:cNvPr>
          <p:cNvGrpSpPr/>
          <p:nvPr/>
        </p:nvGrpSpPr>
        <p:grpSpPr>
          <a:xfrm>
            <a:off x="368967" y="757585"/>
            <a:ext cx="569186" cy="530997"/>
            <a:chOff x="-27444701" y="-10180638"/>
            <a:chExt cx="10883901" cy="10153650"/>
          </a:xfrm>
          <a:solidFill>
            <a:schemeClr val="bg1">
              <a:lumMod val="50000"/>
            </a:schemeClr>
          </a:solidFill>
        </p:grpSpPr>
        <p:sp>
          <p:nvSpPr>
            <p:cNvPr id="13" name="Freeform 35">
              <a:extLst>
                <a:ext uri="{FF2B5EF4-FFF2-40B4-BE49-F238E27FC236}">
                  <a16:creationId xmlns:a16="http://schemas.microsoft.com/office/drawing/2014/main" xmlns="" id="{9A3A1FA8-0BE8-2F14-AEBB-65D0C743AF13}"/>
                </a:ext>
              </a:extLst>
            </p:cNvPr>
            <p:cNvSpPr>
              <a:spLocks/>
            </p:cNvSpPr>
            <p:nvPr/>
          </p:nvSpPr>
          <p:spPr bwMode="auto">
            <a:xfrm>
              <a:off x="-22969538" y="-10180638"/>
              <a:ext cx="1906588" cy="1978025"/>
            </a:xfrm>
            <a:custGeom>
              <a:avLst/>
              <a:gdLst>
                <a:gd name="T0" fmla="*/ 554 w 639"/>
                <a:gd name="T1" fmla="*/ 327 h 664"/>
                <a:gd name="T2" fmla="*/ 438 w 639"/>
                <a:gd name="T3" fmla="*/ 526 h 664"/>
                <a:gd name="T4" fmla="*/ 204 w 639"/>
                <a:gd name="T5" fmla="*/ 521 h 664"/>
                <a:gd name="T6" fmla="*/ 97 w 639"/>
                <a:gd name="T7" fmla="*/ 316 h 664"/>
                <a:gd name="T8" fmla="*/ 222 w 639"/>
                <a:gd name="T9" fmla="*/ 123 h 664"/>
                <a:gd name="T10" fmla="*/ 447 w 639"/>
                <a:gd name="T11" fmla="*/ 133 h 664"/>
                <a:gd name="T12" fmla="*/ 554 w 639"/>
                <a:gd name="T13" fmla="*/ 327 h 664"/>
                <a:gd name="T14" fmla="*/ 638 w 639"/>
                <a:gd name="T15" fmla="*/ 327 h 664"/>
                <a:gd name="T16" fmla="*/ 519 w 639"/>
                <a:gd name="T17" fmla="*/ 82 h 664"/>
                <a:gd name="T18" fmla="*/ 244 w 639"/>
                <a:gd name="T19" fmla="*/ 25 h 664"/>
                <a:gd name="T20" fmla="*/ 39 w 639"/>
                <a:gd name="T21" fmla="*/ 200 h 664"/>
                <a:gd name="T22" fmla="*/ 53 w 639"/>
                <a:gd name="T23" fmla="*/ 482 h 664"/>
                <a:gd name="T24" fmla="*/ 407 w 639"/>
                <a:gd name="T25" fmla="*/ 629 h 664"/>
                <a:gd name="T26" fmla="*/ 638 w 639"/>
                <a:gd name="T27" fmla="*/ 327 h 664"/>
                <a:gd name="T28" fmla="*/ 554 w 639"/>
                <a:gd name="T29" fmla="*/ 327 h 6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39" h="664">
                  <a:moveTo>
                    <a:pt x="554" y="327"/>
                  </a:moveTo>
                  <a:cubicBezTo>
                    <a:pt x="553" y="410"/>
                    <a:pt x="510" y="485"/>
                    <a:pt x="438" y="526"/>
                  </a:cubicBezTo>
                  <a:cubicBezTo>
                    <a:pt x="365" y="569"/>
                    <a:pt x="275" y="564"/>
                    <a:pt x="204" y="521"/>
                  </a:cubicBezTo>
                  <a:cubicBezTo>
                    <a:pt x="133" y="478"/>
                    <a:pt x="94" y="398"/>
                    <a:pt x="97" y="316"/>
                  </a:cubicBezTo>
                  <a:cubicBezTo>
                    <a:pt x="99" y="234"/>
                    <a:pt x="150" y="161"/>
                    <a:pt x="222" y="123"/>
                  </a:cubicBezTo>
                  <a:cubicBezTo>
                    <a:pt x="292" y="85"/>
                    <a:pt x="379" y="92"/>
                    <a:pt x="447" y="133"/>
                  </a:cubicBezTo>
                  <a:cubicBezTo>
                    <a:pt x="514" y="174"/>
                    <a:pt x="553" y="249"/>
                    <a:pt x="554" y="327"/>
                  </a:cubicBezTo>
                  <a:cubicBezTo>
                    <a:pt x="555" y="381"/>
                    <a:pt x="639" y="381"/>
                    <a:pt x="638" y="327"/>
                  </a:cubicBezTo>
                  <a:cubicBezTo>
                    <a:pt x="637" y="232"/>
                    <a:pt x="594" y="141"/>
                    <a:pt x="519" y="82"/>
                  </a:cubicBezTo>
                  <a:cubicBezTo>
                    <a:pt x="441" y="21"/>
                    <a:pt x="340" y="0"/>
                    <a:pt x="244" y="25"/>
                  </a:cubicBezTo>
                  <a:cubicBezTo>
                    <a:pt x="154" y="48"/>
                    <a:pt x="76" y="116"/>
                    <a:pt x="39" y="200"/>
                  </a:cubicBezTo>
                  <a:cubicBezTo>
                    <a:pt x="0" y="292"/>
                    <a:pt x="5" y="395"/>
                    <a:pt x="53" y="482"/>
                  </a:cubicBezTo>
                  <a:cubicBezTo>
                    <a:pt x="122" y="606"/>
                    <a:pt x="271" y="664"/>
                    <a:pt x="407" y="629"/>
                  </a:cubicBezTo>
                  <a:cubicBezTo>
                    <a:pt x="543" y="594"/>
                    <a:pt x="637" y="466"/>
                    <a:pt x="638" y="327"/>
                  </a:cubicBezTo>
                  <a:cubicBezTo>
                    <a:pt x="639" y="273"/>
                    <a:pt x="555" y="273"/>
                    <a:pt x="554" y="3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4" name="Freeform 36">
              <a:extLst>
                <a:ext uri="{FF2B5EF4-FFF2-40B4-BE49-F238E27FC236}">
                  <a16:creationId xmlns:a16="http://schemas.microsoft.com/office/drawing/2014/main" xmlns="" id="{1850F4A0-1234-4422-0550-EFE8045AAA94}"/>
                </a:ext>
              </a:extLst>
            </p:cNvPr>
            <p:cNvSpPr>
              <a:spLocks/>
            </p:cNvSpPr>
            <p:nvPr/>
          </p:nvSpPr>
          <p:spPr bwMode="auto">
            <a:xfrm>
              <a:off x="-23596600" y="-8610601"/>
              <a:ext cx="3186113" cy="2139950"/>
            </a:xfrm>
            <a:custGeom>
              <a:avLst/>
              <a:gdLst>
                <a:gd name="T0" fmla="*/ 846 w 1068"/>
                <a:gd name="T1" fmla="*/ 102 h 718"/>
                <a:gd name="T2" fmla="*/ 981 w 1068"/>
                <a:gd name="T3" fmla="*/ 330 h 718"/>
                <a:gd name="T4" fmla="*/ 981 w 1068"/>
                <a:gd name="T5" fmla="*/ 480 h 718"/>
                <a:gd name="T6" fmla="*/ 981 w 1068"/>
                <a:gd name="T7" fmla="*/ 559 h 718"/>
                <a:gd name="T8" fmla="*/ 961 w 1068"/>
                <a:gd name="T9" fmla="*/ 618 h 718"/>
                <a:gd name="T10" fmla="*/ 882 w 1068"/>
                <a:gd name="T11" fmla="*/ 634 h 718"/>
                <a:gd name="T12" fmla="*/ 214 w 1068"/>
                <a:gd name="T13" fmla="*/ 634 h 718"/>
                <a:gd name="T14" fmla="*/ 152 w 1068"/>
                <a:gd name="T15" fmla="*/ 634 h 718"/>
                <a:gd name="T16" fmla="*/ 90 w 1068"/>
                <a:gd name="T17" fmla="*/ 571 h 718"/>
                <a:gd name="T18" fmla="*/ 90 w 1068"/>
                <a:gd name="T19" fmla="*/ 524 h 718"/>
                <a:gd name="T20" fmla="*/ 90 w 1068"/>
                <a:gd name="T21" fmla="*/ 355 h 718"/>
                <a:gd name="T22" fmla="*/ 173 w 1068"/>
                <a:gd name="T23" fmla="*/ 144 h 718"/>
                <a:gd name="T24" fmla="*/ 222 w 1068"/>
                <a:gd name="T25" fmla="*/ 104 h 718"/>
                <a:gd name="T26" fmla="*/ 180 w 1068"/>
                <a:gd name="T27" fmla="*/ 31 h 718"/>
                <a:gd name="T28" fmla="*/ 13 w 1068"/>
                <a:gd name="T29" fmla="*/ 277 h 718"/>
                <a:gd name="T30" fmla="*/ 6 w 1068"/>
                <a:gd name="T31" fmla="*/ 448 h 718"/>
                <a:gd name="T32" fmla="*/ 9 w 1068"/>
                <a:gd name="T33" fmla="*/ 604 h 718"/>
                <a:gd name="T34" fmla="*/ 161 w 1068"/>
                <a:gd name="T35" fmla="*/ 718 h 718"/>
                <a:gd name="T36" fmla="*/ 805 w 1068"/>
                <a:gd name="T37" fmla="*/ 718 h 718"/>
                <a:gd name="T38" fmla="*/ 908 w 1068"/>
                <a:gd name="T39" fmla="*/ 718 h 718"/>
                <a:gd name="T40" fmla="*/ 1059 w 1068"/>
                <a:gd name="T41" fmla="*/ 615 h 718"/>
                <a:gd name="T42" fmla="*/ 1065 w 1068"/>
                <a:gd name="T43" fmla="*/ 545 h 718"/>
                <a:gd name="T44" fmla="*/ 1065 w 1068"/>
                <a:gd name="T45" fmla="*/ 456 h 718"/>
                <a:gd name="T46" fmla="*/ 1060 w 1068"/>
                <a:gd name="T47" fmla="*/ 288 h 718"/>
                <a:gd name="T48" fmla="*/ 888 w 1068"/>
                <a:gd name="T49" fmla="*/ 30 h 718"/>
                <a:gd name="T50" fmla="*/ 846 w 1068"/>
                <a:gd name="T51" fmla="*/ 102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068" h="718">
                  <a:moveTo>
                    <a:pt x="846" y="102"/>
                  </a:moveTo>
                  <a:cubicBezTo>
                    <a:pt x="924" y="152"/>
                    <a:pt x="975" y="237"/>
                    <a:pt x="981" y="330"/>
                  </a:cubicBezTo>
                  <a:cubicBezTo>
                    <a:pt x="984" y="379"/>
                    <a:pt x="981" y="430"/>
                    <a:pt x="981" y="480"/>
                  </a:cubicBezTo>
                  <a:cubicBezTo>
                    <a:pt x="981" y="506"/>
                    <a:pt x="981" y="533"/>
                    <a:pt x="981" y="559"/>
                  </a:cubicBezTo>
                  <a:cubicBezTo>
                    <a:pt x="981" y="583"/>
                    <a:pt x="978" y="601"/>
                    <a:pt x="961" y="618"/>
                  </a:cubicBezTo>
                  <a:cubicBezTo>
                    <a:pt x="941" y="638"/>
                    <a:pt x="910" y="634"/>
                    <a:pt x="882" y="634"/>
                  </a:cubicBezTo>
                  <a:cubicBezTo>
                    <a:pt x="659" y="634"/>
                    <a:pt x="436" y="634"/>
                    <a:pt x="214" y="634"/>
                  </a:cubicBezTo>
                  <a:cubicBezTo>
                    <a:pt x="193" y="634"/>
                    <a:pt x="173" y="634"/>
                    <a:pt x="152" y="634"/>
                  </a:cubicBezTo>
                  <a:cubicBezTo>
                    <a:pt x="117" y="634"/>
                    <a:pt x="90" y="606"/>
                    <a:pt x="90" y="571"/>
                  </a:cubicBezTo>
                  <a:cubicBezTo>
                    <a:pt x="89" y="556"/>
                    <a:pt x="90" y="540"/>
                    <a:pt x="90" y="524"/>
                  </a:cubicBezTo>
                  <a:cubicBezTo>
                    <a:pt x="90" y="468"/>
                    <a:pt x="90" y="412"/>
                    <a:pt x="90" y="355"/>
                  </a:cubicBezTo>
                  <a:cubicBezTo>
                    <a:pt x="90" y="276"/>
                    <a:pt x="117" y="202"/>
                    <a:pt x="173" y="144"/>
                  </a:cubicBezTo>
                  <a:cubicBezTo>
                    <a:pt x="188" y="129"/>
                    <a:pt x="204" y="116"/>
                    <a:pt x="222" y="104"/>
                  </a:cubicBezTo>
                  <a:cubicBezTo>
                    <a:pt x="267" y="74"/>
                    <a:pt x="225" y="2"/>
                    <a:pt x="180" y="31"/>
                  </a:cubicBezTo>
                  <a:cubicBezTo>
                    <a:pt x="94" y="88"/>
                    <a:pt x="32" y="175"/>
                    <a:pt x="13" y="277"/>
                  </a:cubicBezTo>
                  <a:cubicBezTo>
                    <a:pt x="2" y="333"/>
                    <a:pt x="6" y="391"/>
                    <a:pt x="6" y="448"/>
                  </a:cubicBezTo>
                  <a:cubicBezTo>
                    <a:pt x="6" y="499"/>
                    <a:pt x="0" y="554"/>
                    <a:pt x="9" y="604"/>
                  </a:cubicBezTo>
                  <a:cubicBezTo>
                    <a:pt x="23" y="676"/>
                    <a:pt x="92" y="718"/>
                    <a:pt x="161" y="718"/>
                  </a:cubicBezTo>
                  <a:cubicBezTo>
                    <a:pt x="375" y="718"/>
                    <a:pt x="590" y="718"/>
                    <a:pt x="805" y="718"/>
                  </a:cubicBezTo>
                  <a:cubicBezTo>
                    <a:pt x="839" y="718"/>
                    <a:pt x="873" y="718"/>
                    <a:pt x="908" y="718"/>
                  </a:cubicBezTo>
                  <a:cubicBezTo>
                    <a:pt x="977" y="718"/>
                    <a:pt x="1035" y="682"/>
                    <a:pt x="1059" y="615"/>
                  </a:cubicBezTo>
                  <a:cubicBezTo>
                    <a:pt x="1066" y="593"/>
                    <a:pt x="1065" y="568"/>
                    <a:pt x="1065" y="545"/>
                  </a:cubicBezTo>
                  <a:cubicBezTo>
                    <a:pt x="1065" y="515"/>
                    <a:pt x="1065" y="486"/>
                    <a:pt x="1065" y="456"/>
                  </a:cubicBezTo>
                  <a:cubicBezTo>
                    <a:pt x="1065" y="400"/>
                    <a:pt x="1068" y="344"/>
                    <a:pt x="1060" y="288"/>
                  </a:cubicBezTo>
                  <a:cubicBezTo>
                    <a:pt x="1045" y="182"/>
                    <a:pt x="978" y="87"/>
                    <a:pt x="888" y="30"/>
                  </a:cubicBezTo>
                  <a:cubicBezTo>
                    <a:pt x="843" y="0"/>
                    <a:pt x="801" y="73"/>
                    <a:pt x="846" y="10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5" name="Freeform 37">
              <a:extLst>
                <a:ext uri="{FF2B5EF4-FFF2-40B4-BE49-F238E27FC236}">
                  <a16:creationId xmlns:a16="http://schemas.microsoft.com/office/drawing/2014/main" xmlns="" id="{DB71049C-479E-6062-0F42-DA3204B6FC32}"/>
                </a:ext>
              </a:extLst>
            </p:cNvPr>
            <p:cNvSpPr>
              <a:spLocks/>
            </p:cNvSpPr>
            <p:nvPr/>
          </p:nvSpPr>
          <p:spPr bwMode="auto">
            <a:xfrm>
              <a:off x="-26819225" y="-3736976"/>
              <a:ext cx="1903413" cy="1978025"/>
            </a:xfrm>
            <a:custGeom>
              <a:avLst/>
              <a:gdLst>
                <a:gd name="T0" fmla="*/ 554 w 638"/>
                <a:gd name="T1" fmla="*/ 327 h 664"/>
                <a:gd name="T2" fmla="*/ 437 w 638"/>
                <a:gd name="T3" fmla="*/ 527 h 664"/>
                <a:gd name="T4" fmla="*/ 203 w 638"/>
                <a:gd name="T5" fmla="*/ 521 h 664"/>
                <a:gd name="T6" fmla="*/ 96 w 638"/>
                <a:gd name="T7" fmla="*/ 316 h 664"/>
                <a:gd name="T8" fmla="*/ 222 w 638"/>
                <a:gd name="T9" fmla="*/ 123 h 664"/>
                <a:gd name="T10" fmla="*/ 446 w 638"/>
                <a:gd name="T11" fmla="*/ 133 h 664"/>
                <a:gd name="T12" fmla="*/ 554 w 638"/>
                <a:gd name="T13" fmla="*/ 327 h 664"/>
                <a:gd name="T14" fmla="*/ 638 w 638"/>
                <a:gd name="T15" fmla="*/ 327 h 664"/>
                <a:gd name="T16" fmla="*/ 519 w 638"/>
                <a:gd name="T17" fmla="*/ 82 h 664"/>
                <a:gd name="T18" fmla="*/ 244 w 638"/>
                <a:gd name="T19" fmla="*/ 25 h 664"/>
                <a:gd name="T20" fmla="*/ 39 w 638"/>
                <a:gd name="T21" fmla="*/ 201 h 664"/>
                <a:gd name="T22" fmla="*/ 53 w 638"/>
                <a:gd name="T23" fmla="*/ 482 h 664"/>
                <a:gd name="T24" fmla="*/ 406 w 638"/>
                <a:gd name="T25" fmla="*/ 630 h 664"/>
                <a:gd name="T26" fmla="*/ 638 w 638"/>
                <a:gd name="T27" fmla="*/ 327 h 664"/>
                <a:gd name="T28" fmla="*/ 554 w 638"/>
                <a:gd name="T29" fmla="*/ 327 h 6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38" h="664">
                  <a:moveTo>
                    <a:pt x="554" y="327"/>
                  </a:moveTo>
                  <a:cubicBezTo>
                    <a:pt x="553" y="410"/>
                    <a:pt x="509" y="485"/>
                    <a:pt x="437" y="527"/>
                  </a:cubicBezTo>
                  <a:cubicBezTo>
                    <a:pt x="365" y="569"/>
                    <a:pt x="274" y="564"/>
                    <a:pt x="203" y="521"/>
                  </a:cubicBezTo>
                  <a:cubicBezTo>
                    <a:pt x="133" y="478"/>
                    <a:pt x="94" y="398"/>
                    <a:pt x="96" y="316"/>
                  </a:cubicBezTo>
                  <a:cubicBezTo>
                    <a:pt x="99" y="234"/>
                    <a:pt x="150" y="161"/>
                    <a:pt x="222" y="123"/>
                  </a:cubicBezTo>
                  <a:cubicBezTo>
                    <a:pt x="292" y="86"/>
                    <a:pt x="379" y="92"/>
                    <a:pt x="446" y="133"/>
                  </a:cubicBezTo>
                  <a:cubicBezTo>
                    <a:pt x="514" y="174"/>
                    <a:pt x="553" y="250"/>
                    <a:pt x="554" y="327"/>
                  </a:cubicBezTo>
                  <a:cubicBezTo>
                    <a:pt x="554" y="381"/>
                    <a:pt x="638" y="382"/>
                    <a:pt x="638" y="327"/>
                  </a:cubicBezTo>
                  <a:cubicBezTo>
                    <a:pt x="637" y="232"/>
                    <a:pt x="594" y="141"/>
                    <a:pt x="519" y="82"/>
                  </a:cubicBezTo>
                  <a:cubicBezTo>
                    <a:pt x="441" y="21"/>
                    <a:pt x="340" y="0"/>
                    <a:pt x="244" y="25"/>
                  </a:cubicBezTo>
                  <a:cubicBezTo>
                    <a:pt x="154" y="48"/>
                    <a:pt x="76" y="116"/>
                    <a:pt x="39" y="201"/>
                  </a:cubicBezTo>
                  <a:cubicBezTo>
                    <a:pt x="0" y="292"/>
                    <a:pt x="5" y="395"/>
                    <a:pt x="53" y="482"/>
                  </a:cubicBezTo>
                  <a:cubicBezTo>
                    <a:pt x="122" y="606"/>
                    <a:pt x="271" y="664"/>
                    <a:pt x="406" y="630"/>
                  </a:cubicBezTo>
                  <a:cubicBezTo>
                    <a:pt x="542" y="595"/>
                    <a:pt x="636" y="466"/>
                    <a:pt x="638" y="327"/>
                  </a:cubicBezTo>
                  <a:cubicBezTo>
                    <a:pt x="638" y="273"/>
                    <a:pt x="554" y="273"/>
                    <a:pt x="554" y="3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6" name="Freeform 38">
              <a:extLst>
                <a:ext uri="{FF2B5EF4-FFF2-40B4-BE49-F238E27FC236}">
                  <a16:creationId xmlns:a16="http://schemas.microsoft.com/office/drawing/2014/main" xmlns="" id="{8963BCA9-A71F-8612-C145-763ACD199DC2}"/>
                </a:ext>
              </a:extLst>
            </p:cNvPr>
            <p:cNvSpPr>
              <a:spLocks/>
            </p:cNvSpPr>
            <p:nvPr/>
          </p:nvSpPr>
          <p:spPr bwMode="auto">
            <a:xfrm>
              <a:off x="-27444701" y="-2163763"/>
              <a:ext cx="3182938" cy="2136775"/>
            </a:xfrm>
            <a:custGeom>
              <a:avLst/>
              <a:gdLst>
                <a:gd name="T0" fmla="*/ 846 w 1067"/>
                <a:gd name="T1" fmla="*/ 102 h 717"/>
                <a:gd name="T2" fmla="*/ 980 w 1067"/>
                <a:gd name="T3" fmla="*/ 329 h 717"/>
                <a:gd name="T4" fmla="*/ 981 w 1067"/>
                <a:gd name="T5" fmla="*/ 479 h 717"/>
                <a:gd name="T6" fmla="*/ 981 w 1067"/>
                <a:gd name="T7" fmla="*/ 558 h 717"/>
                <a:gd name="T8" fmla="*/ 961 w 1067"/>
                <a:gd name="T9" fmla="*/ 617 h 717"/>
                <a:gd name="T10" fmla="*/ 882 w 1067"/>
                <a:gd name="T11" fmla="*/ 633 h 717"/>
                <a:gd name="T12" fmla="*/ 213 w 1067"/>
                <a:gd name="T13" fmla="*/ 633 h 717"/>
                <a:gd name="T14" fmla="*/ 152 w 1067"/>
                <a:gd name="T15" fmla="*/ 633 h 717"/>
                <a:gd name="T16" fmla="*/ 89 w 1067"/>
                <a:gd name="T17" fmla="*/ 571 h 717"/>
                <a:gd name="T18" fmla="*/ 89 w 1067"/>
                <a:gd name="T19" fmla="*/ 523 h 717"/>
                <a:gd name="T20" fmla="*/ 89 w 1067"/>
                <a:gd name="T21" fmla="*/ 355 h 717"/>
                <a:gd name="T22" fmla="*/ 172 w 1067"/>
                <a:gd name="T23" fmla="*/ 144 h 717"/>
                <a:gd name="T24" fmla="*/ 222 w 1067"/>
                <a:gd name="T25" fmla="*/ 103 h 717"/>
                <a:gd name="T26" fmla="*/ 179 w 1067"/>
                <a:gd name="T27" fmla="*/ 31 h 717"/>
                <a:gd name="T28" fmla="*/ 12 w 1067"/>
                <a:gd name="T29" fmla="*/ 276 h 717"/>
                <a:gd name="T30" fmla="*/ 5 w 1067"/>
                <a:gd name="T31" fmla="*/ 447 h 717"/>
                <a:gd name="T32" fmla="*/ 9 w 1067"/>
                <a:gd name="T33" fmla="*/ 604 h 717"/>
                <a:gd name="T34" fmla="*/ 161 w 1067"/>
                <a:gd name="T35" fmla="*/ 717 h 717"/>
                <a:gd name="T36" fmla="*/ 804 w 1067"/>
                <a:gd name="T37" fmla="*/ 717 h 717"/>
                <a:gd name="T38" fmla="*/ 907 w 1067"/>
                <a:gd name="T39" fmla="*/ 717 h 717"/>
                <a:gd name="T40" fmla="*/ 1058 w 1067"/>
                <a:gd name="T41" fmla="*/ 614 h 717"/>
                <a:gd name="T42" fmla="*/ 1065 w 1067"/>
                <a:gd name="T43" fmla="*/ 544 h 717"/>
                <a:gd name="T44" fmla="*/ 1065 w 1067"/>
                <a:gd name="T45" fmla="*/ 455 h 717"/>
                <a:gd name="T46" fmla="*/ 1060 w 1067"/>
                <a:gd name="T47" fmla="*/ 287 h 717"/>
                <a:gd name="T48" fmla="*/ 888 w 1067"/>
                <a:gd name="T49" fmla="*/ 29 h 717"/>
                <a:gd name="T50" fmla="*/ 846 w 1067"/>
                <a:gd name="T51" fmla="*/ 102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067" h="717">
                  <a:moveTo>
                    <a:pt x="846" y="102"/>
                  </a:moveTo>
                  <a:cubicBezTo>
                    <a:pt x="924" y="152"/>
                    <a:pt x="974" y="236"/>
                    <a:pt x="980" y="329"/>
                  </a:cubicBezTo>
                  <a:cubicBezTo>
                    <a:pt x="983" y="379"/>
                    <a:pt x="981" y="429"/>
                    <a:pt x="981" y="479"/>
                  </a:cubicBezTo>
                  <a:cubicBezTo>
                    <a:pt x="981" y="505"/>
                    <a:pt x="981" y="532"/>
                    <a:pt x="981" y="558"/>
                  </a:cubicBezTo>
                  <a:cubicBezTo>
                    <a:pt x="981" y="582"/>
                    <a:pt x="978" y="600"/>
                    <a:pt x="961" y="617"/>
                  </a:cubicBezTo>
                  <a:cubicBezTo>
                    <a:pt x="940" y="637"/>
                    <a:pt x="910" y="633"/>
                    <a:pt x="882" y="633"/>
                  </a:cubicBezTo>
                  <a:cubicBezTo>
                    <a:pt x="659" y="633"/>
                    <a:pt x="436" y="633"/>
                    <a:pt x="213" y="633"/>
                  </a:cubicBezTo>
                  <a:cubicBezTo>
                    <a:pt x="193" y="633"/>
                    <a:pt x="172" y="633"/>
                    <a:pt x="152" y="633"/>
                  </a:cubicBezTo>
                  <a:cubicBezTo>
                    <a:pt x="117" y="633"/>
                    <a:pt x="90" y="605"/>
                    <a:pt x="89" y="571"/>
                  </a:cubicBezTo>
                  <a:cubicBezTo>
                    <a:pt x="89" y="555"/>
                    <a:pt x="89" y="539"/>
                    <a:pt x="89" y="523"/>
                  </a:cubicBezTo>
                  <a:cubicBezTo>
                    <a:pt x="89" y="467"/>
                    <a:pt x="89" y="411"/>
                    <a:pt x="89" y="355"/>
                  </a:cubicBezTo>
                  <a:cubicBezTo>
                    <a:pt x="89" y="275"/>
                    <a:pt x="117" y="201"/>
                    <a:pt x="172" y="144"/>
                  </a:cubicBezTo>
                  <a:cubicBezTo>
                    <a:pt x="187" y="128"/>
                    <a:pt x="204" y="115"/>
                    <a:pt x="222" y="103"/>
                  </a:cubicBezTo>
                  <a:cubicBezTo>
                    <a:pt x="267" y="74"/>
                    <a:pt x="225" y="1"/>
                    <a:pt x="179" y="31"/>
                  </a:cubicBezTo>
                  <a:cubicBezTo>
                    <a:pt x="93" y="87"/>
                    <a:pt x="32" y="174"/>
                    <a:pt x="12" y="276"/>
                  </a:cubicBezTo>
                  <a:cubicBezTo>
                    <a:pt x="1" y="332"/>
                    <a:pt x="5" y="391"/>
                    <a:pt x="5" y="447"/>
                  </a:cubicBezTo>
                  <a:cubicBezTo>
                    <a:pt x="5" y="498"/>
                    <a:pt x="0" y="553"/>
                    <a:pt x="9" y="604"/>
                  </a:cubicBezTo>
                  <a:cubicBezTo>
                    <a:pt x="22" y="675"/>
                    <a:pt x="92" y="717"/>
                    <a:pt x="161" y="717"/>
                  </a:cubicBezTo>
                  <a:cubicBezTo>
                    <a:pt x="375" y="717"/>
                    <a:pt x="590" y="717"/>
                    <a:pt x="804" y="717"/>
                  </a:cubicBezTo>
                  <a:cubicBezTo>
                    <a:pt x="839" y="717"/>
                    <a:pt x="873" y="717"/>
                    <a:pt x="907" y="717"/>
                  </a:cubicBezTo>
                  <a:cubicBezTo>
                    <a:pt x="977" y="717"/>
                    <a:pt x="1035" y="681"/>
                    <a:pt x="1058" y="614"/>
                  </a:cubicBezTo>
                  <a:cubicBezTo>
                    <a:pt x="1066" y="592"/>
                    <a:pt x="1065" y="568"/>
                    <a:pt x="1065" y="544"/>
                  </a:cubicBezTo>
                  <a:cubicBezTo>
                    <a:pt x="1065" y="515"/>
                    <a:pt x="1065" y="485"/>
                    <a:pt x="1065" y="455"/>
                  </a:cubicBezTo>
                  <a:cubicBezTo>
                    <a:pt x="1065" y="399"/>
                    <a:pt x="1067" y="343"/>
                    <a:pt x="1060" y="287"/>
                  </a:cubicBezTo>
                  <a:cubicBezTo>
                    <a:pt x="1045" y="181"/>
                    <a:pt x="977" y="86"/>
                    <a:pt x="888" y="29"/>
                  </a:cubicBezTo>
                  <a:cubicBezTo>
                    <a:pt x="842" y="0"/>
                    <a:pt x="800" y="72"/>
                    <a:pt x="846" y="10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7" name="Freeform 39">
              <a:extLst>
                <a:ext uri="{FF2B5EF4-FFF2-40B4-BE49-F238E27FC236}">
                  <a16:creationId xmlns:a16="http://schemas.microsoft.com/office/drawing/2014/main" xmlns="" id="{2575DCC8-A28D-D3C2-F9C8-0B1B7B246B05}"/>
                </a:ext>
              </a:extLst>
            </p:cNvPr>
            <p:cNvSpPr>
              <a:spLocks/>
            </p:cNvSpPr>
            <p:nvPr/>
          </p:nvSpPr>
          <p:spPr bwMode="auto">
            <a:xfrm>
              <a:off x="-19121438" y="-3736976"/>
              <a:ext cx="1906588" cy="1978025"/>
            </a:xfrm>
            <a:custGeom>
              <a:avLst/>
              <a:gdLst>
                <a:gd name="T0" fmla="*/ 555 w 639"/>
                <a:gd name="T1" fmla="*/ 327 h 664"/>
                <a:gd name="T2" fmla="*/ 438 w 639"/>
                <a:gd name="T3" fmla="*/ 527 h 664"/>
                <a:gd name="T4" fmla="*/ 204 w 639"/>
                <a:gd name="T5" fmla="*/ 521 h 664"/>
                <a:gd name="T6" fmla="*/ 97 w 639"/>
                <a:gd name="T7" fmla="*/ 316 h 664"/>
                <a:gd name="T8" fmla="*/ 222 w 639"/>
                <a:gd name="T9" fmla="*/ 123 h 664"/>
                <a:gd name="T10" fmla="*/ 447 w 639"/>
                <a:gd name="T11" fmla="*/ 133 h 664"/>
                <a:gd name="T12" fmla="*/ 555 w 639"/>
                <a:gd name="T13" fmla="*/ 327 h 664"/>
                <a:gd name="T14" fmla="*/ 639 w 639"/>
                <a:gd name="T15" fmla="*/ 327 h 664"/>
                <a:gd name="T16" fmla="*/ 519 w 639"/>
                <a:gd name="T17" fmla="*/ 82 h 664"/>
                <a:gd name="T18" fmla="*/ 244 w 639"/>
                <a:gd name="T19" fmla="*/ 25 h 664"/>
                <a:gd name="T20" fmla="*/ 40 w 639"/>
                <a:gd name="T21" fmla="*/ 201 h 664"/>
                <a:gd name="T22" fmla="*/ 54 w 639"/>
                <a:gd name="T23" fmla="*/ 482 h 664"/>
                <a:gd name="T24" fmla="*/ 407 w 639"/>
                <a:gd name="T25" fmla="*/ 630 h 664"/>
                <a:gd name="T26" fmla="*/ 639 w 639"/>
                <a:gd name="T27" fmla="*/ 327 h 664"/>
                <a:gd name="T28" fmla="*/ 555 w 639"/>
                <a:gd name="T29" fmla="*/ 327 h 6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39" h="664">
                  <a:moveTo>
                    <a:pt x="555" y="327"/>
                  </a:moveTo>
                  <a:cubicBezTo>
                    <a:pt x="554" y="410"/>
                    <a:pt x="510" y="485"/>
                    <a:pt x="438" y="527"/>
                  </a:cubicBezTo>
                  <a:cubicBezTo>
                    <a:pt x="366" y="569"/>
                    <a:pt x="275" y="564"/>
                    <a:pt x="204" y="521"/>
                  </a:cubicBezTo>
                  <a:cubicBezTo>
                    <a:pt x="133" y="478"/>
                    <a:pt x="95" y="398"/>
                    <a:pt x="97" y="316"/>
                  </a:cubicBezTo>
                  <a:cubicBezTo>
                    <a:pt x="100" y="234"/>
                    <a:pt x="151" y="161"/>
                    <a:pt x="222" y="123"/>
                  </a:cubicBezTo>
                  <a:cubicBezTo>
                    <a:pt x="293" y="86"/>
                    <a:pt x="380" y="92"/>
                    <a:pt x="447" y="133"/>
                  </a:cubicBezTo>
                  <a:cubicBezTo>
                    <a:pt x="514" y="174"/>
                    <a:pt x="554" y="250"/>
                    <a:pt x="555" y="327"/>
                  </a:cubicBezTo>
                  <a:cubicBezTo>
                    <a:pt x="555" y="381"/>
                    <a:pt x="639" y="382"/>
                    <a:pt x="639" y="327"/>
                  </a:cubicBezTo>
                  <a:cubicBezTo>
                    <a:pt x="638" y="232"/>
                    <a:pt x="595" y="141"/>
                    <a:pt x="519" y="82"/>
                  </a:cubicBezTo>
                  <a:cubicBezTo>
                    <a:pt x="441" y="21"/>
                    <a:pt x="340" y="0"/>
                    <a:pt x="244" y="25"/>
                  </a:cubicBezTo>
                  <a:cubicBezTo>
                    <a:pt x="154" y="48"/>
                    <a:pt x="77" y="116"/>
                    <a:pt x="40" y="201"/>
                  </a:cubicBezTo>
                  <a:cubicBezTo>
                    <a:pt x="0" y="292"/>
                    <a:pt x="5" y="395"/>
                    <a:pt x="54" y="482"/>
                  </a:cubicBezTo>
                  <a:cubicBezTo>
                    <a:pt x="123" y="606"/>
                    <a:pt x="272" y="664"/>
                    <a:pt x="407" y="630"/>
                  </a:cubicBezTo>
                  <a:cubicBezTo>
                    <a:pt x="543" y="595"/>
                    <a:pt x="637" y="466"/>
                    <a:pt x="639" y="327"/>
                  </a:cubicBezTo>
                  <a:cubicBezTo>
                    <a:pt x="639" y="273"/>
                    <a:pt x="555" y="273"/>
                    <a:pt x="555" y="3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8" name="Freeform 40">
              <a:extLst>
                <a:ext uri="{FF2B5EF4-FFF2-40B4-BE49-F238E27FC236}">
                  <a16:creationId xmlns:a16="http://schemas.microsoft.com/office/drawing/2014/main" xmlns="" id="{3E1B5251-5EBD-B06E-2D13-3B0F2B19C62B}"/>
                </a:ext>
              </a:extLst>
            </p:cNvPr>
            <p:cNvSpPr>
              <a:spLocks/>
            </p:cNvSpPr>
            <p:nvPr/>
          </p:nvSpPr>
          <p:spPr bwMode="auto">
            <a:xfrm>
              <a:off x="-19746913" y="-2163763"/>
              <a:ext cx="3186113" cy="2136775"/>
            </a:xfrm>
            <a:custGeom>
              <a:avLst/>
              <a:gdLst>
                <a:gd name="T0" fmla="*/ 846 w 1068"/>
                <a:gd name="T1" fmla="*/ 102 h 717"/>
                <a:gd name="T2" fmla="*/ 981 w 1068"/>
                <a:gd name="T3" fmla="*/ 329 h 717"/>
                <a:gd name="T4" fmla="*/ 981 w 1068"/>
                <a:gd name="T5" fmla="*/ 479 h 717"/>
                <a:gd name="T6" fmla="*/ 981 w 1068"/>
                <a:gd name="T7" fmla="*/ 558 h 717"/>
                <a:gd name="T8" fmla="*/ 961 w 1068"/>
                <a:gd name="T9" fmla="*/ 617 h 717"/>
                <a:gd name="T10" fmla="*/ 882 w 1068"/>
                <a:gd name="T11" fmla="*/ 633 h 717"/>
                <a:gd name="T12" fmla="*/ 214 w 1068"/>
                <a:gd name="T13" fmla="*/ 633 h 717"/>
                <a:gd name="T14" fmla="*/ 153 w 1068"/>
                <a:gd name="T15" fmla="*/ 633 h 717"/>
                <a:gd name="T16" fmla="*/ 90 w 1068"/>
                <a:gd name="T17" fmla="*/ 571 h 717"/>
                <a:gd name="T18" fmla="*/ 90 w 1068"/>
                <a:gd name="T19" fmla="*/ 523 h 717"/>
                <a:gd name="T20" fmla="*/ 90 w 1068"/>
                <a:gd name="T21" fmla="*/ 355 h 717"/>
                <a:gd name="T22" fmla="*/ 173 w 1068"/>
                <a:gd name="T23" fmla="*/ 144 h 717"/>
                <a:gd name="T24" fmla="*/ 222 w 1068"/>
                <a:gd name="T25" fmla="*/ 103 h 717"/>
                <a:gd name="T26" fmla="*/ 180 w 1068"/>
                <a:gd name="T27" fmla="*/ 31 h 717"/>
                <a:gd name="T28" fmla="*/ 13 w 1068"/>
                <a:gd name="T29" fmla="*/ 276 h 717"/>
                <a:gd name="T30" fmla="*/ 6 w 1068"/>
                <a:gd name="T31" fmla="*/ 447 h 717"/>
                <a:gd name="T32" fmla="*/ 10 w 1068"/>
                <a:gd name="T33" fmla="*/ 604 h 717"/>
                <a:gd name="T34" fmla="*/ 161 w 1068"/>
                <a:gd name="T35" fmla="*/ 717 h 717"/>
                <a:gd name="T36" fmla="*/ 805 w 1068"/>
                <a:gd name="T37" fmla="*/ 717 h 717"/>
                <a:gd name="T38" fmla="*/ 908 w 1068"/>
                <a:gd name="T39" fmla="*/ 717 h 717"/>
                <a:gd name="T40" fmla="*/ 1059 w 1068"/>
                <a:gd name="T41" fmla="*/ 614 h 717"/>
                <a:gd name="T42" fmla="*/ 1065 w 1068"/>
                <a:gd name="T43" fmla="*/ 544 h 717"/>
                <a:gd name="T44" fmla="*/ 1065 w 1068"/>
                <a:gd name="T45" fmla="*/ 455 h 717"/>
                <a:gd name="T46" fmla="*/ 1060 w 1068"/>
                <a:gd name="T47" fmla="*/ 287 h 717"/>
                <a:gd name="T48" fmla="*/ 889 w 1068"/>
                <a:gd name="T49" fmla="*/ 29 h 717"/>
                <a:gd name="T50" fmla="*/ 846 w 1068"/>
                <a:gd name="T51" fmla="*/ 102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068" h="717">
                  <a:moveTo>
                    <a:pt x="846" y="102"/>
                  </a:moveTo>
                  <a:cubicBezTo>
                    <a:pt x="924" y="152"/>
                    <a:pt x="975" y="236"/>
                    <a:pt x="981" y="329"/>
                  </a:cubicBezTo>
                  <a:cubicBezTo>
                    <a:pt x="984" y="379"/>
                    <a:pt x="981" y="429"/>
                    <a:pt x="981" y="479"/>
                  </a:cubicBezTo>
                  <a:cubicBezTo>
                    <a:pt x="981" y="505"/>
                    <a:pt x="981" y="532"/>
                    <a:pt x="981" y="558"/>
                  </a:cubicBezTo>
                  <a:cubicBezTo>
                    <a:pt x="981" y="582"/>
                    <a:pt x="978" y="600"/>
                    <a:pt x="961" y="617"/>
                  </a:cubicBezTo>
                  <a:cubicBezTo>
                    <a:pt x="941" y="637"/>
                    <a:pt x="911" y="633"/>
                    <a:pt x="882" y="633"/>
                  </a:cubicBezTo>
                  <a:cubicBezTo>
                    <a:pt x="659" y="633"/>
                    <a:pt x="437" y="633"/>
                    <a:pt x="214" y="633"/>
                  </a:cubicBezTo>
                  <a:cubicBezTo>
                    <a:pt x="193" y="633"/>
                    <a:pt x="173" y="633"/>
                    <a:pt x="153" y="633"/>
                  </a:cubicBezTo>
                  <a:cubicBezTo>
                    <a:pt x="118" y="633"/>
                    <a:pt x="91" y="605"/>
                    <a:pt x="90" y="571"/>
                  </a:cubicBezTo>
                  <a:cubicBezTo>
                    <a:pt x="89" y="555"/>
                    <a:pt x="90" y="539"/>
                    <a:pt x="90" y="523"/>
                  </a:cubicBezTo>
                  <a:cubicBezTo>
                    <a:pt x="90" y="467"/>
                    <a:pt x="90" y="411"/>
                    <a:pt x="90" y="355"/>
                  </a:cubicBezTo>
                  <a:cubicBezTo>
                    <a:pt x="90" y="275"/>
                    <a:pt x="117" y="201"/>
                    <a:pt x="173" y="144"/>
                  </a:cubicBezTo>
                  <a:cubicBezTo>
                    <a:pt x="188" y="128"/>
                    <a:pt x="204" y="115"/>
                    <a:pt x="222" y="103"/>
                  </a:cubicBezTo>
                  <a:cubicBezTo>
                    <a:pt x="267" y="74"/>
                    <a:pt x="225" y="1"/>
                    <a:pt x="180" y="31"/>
                  </a:cubicBezTo>
                  <a:cubicBezTo>
                    <a:pt x="94" y="87"/>
                    <a:pt x="32" y="174"/>
                    <a:pt x="13" y="276"/>
                  </a:cubicBezTo>
                  <a:cubicBezTo>
                    <a:pt x="2" y="332"/>
                    <a:pt x="6" y="391"/>
                    <a:pt x="6" y="447"/>
                  </a:cubicBezTo>
                  <a:cubicBezTo>
                    <a:pt x="6" y="498"/>
                    <a:pt x="0" y="553"/>
                    <a:pt x="10" y="604"/>
                  </a:cubicBezTo>
                  <a:cubicBezTo>
                    <a:pt x="23" y="675"/>
                    <a:pt x="93" y="717"/>
                    <a:pt x="161" y="717"/>
                  </a:cubicBezTo>
                  <a:cubicBezTo>
                    <a:pt x="376" y="717"/>
                    <a:pt x="590" y="717"/>
                    <a:pt x="805" y="717"/>
                  </a:cubicBezTo>
                  <a:cubicBezTo>
                    <a:pt x="839" y="717"/>
                    <a:pt x="874" y="717"/>
                    <a:pt x="908" y="717"/>
                  </a:cubicBezTo>
                  <a:cubicBezTo>
                    <a:pt x="978" y="717"/>
                    <a:pt x="1036" y="681"/>
                    <a:pt x="1059" y="614"/>
                  </a:cubicBezTo>
                  <a:cubicBezTo>
                    <a:pt x="1067" y="592"/>
                    <a:pt x="1065" y="568"/>
                    <a:pt x="1065" y="544"/>
                  </a:cubicBezTo>
                  <a:cubicBezTo>
                    <a:pt x="1065" y="515"/>
                    <a:pt x="1065" y="485"/>
                    <a:pt x="1065" y="455"/>
                  </a:cubicBezTo>
                  <a:cubicBezTo>
                    <a:pt x="1065" y="399"/>
                    <a:pt x="1068" y="343"/>
                    <a:pt x="1060" y="287"/>
                  </a:cubicBezTo>
                  <a:cubicBezTo>
                    <a:pt x="1046" y="181"/>
                    <a:pt x="978" y="86"/>
                    <a:pt x="889" y="29"/>
                  </a:cubicBezTo>
                  <a:cubicBezTo>
                    <a:pt x="843" y="0"/>
                    <a:pt x="801" y="72"/>
                    <a:pt x="846" y="10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9" name="Freeform 41">
              <a:extLst>
                <a:ext uri="{FF2B5EF4-FFF2-40B4-BE49-F238E27FC236}">
                  <a16:creationId xmlns:a16="http://schemas.microsoft.com/office/drawing/2014/main" xmlns="" id="{9B5DA382-61C9-C210-B72E-ED3B4DA1B11B}"/>
                </a:ext>
              </a:extLst>
            </p:cNvPr>
            <p:cNvSpPr>
              <a:spLocks/>
            </p:cNvSpPr>
            <p:nvPr/>
          </p:nvSpPr>
          <p:spPr bwMode="auto">
            <a:xfrm>
              <a:off x="-22120225" y="-5770563"/>
              <a:ext cx="250825" cy="2101850"/>
            </a:xfrm>
            <a:custGeom>
              <a:avLst/>
              <a:gdLst>
                <a:gd name="T0" fmla="*/ 0 w 84"/>
                <a:gd name="T1" fmla="*/ 54 h 705"/>
                <a:gd name="T2" fmla="*/ 0 w 84"/>
                <a:gd name="T3" fmla="*/ 631 h 705"/>
                <a:gd name="T4" fmla="*/ 0 w 84"/>
                <a:gd name="T5" fmla="*/ 650 h 705"/>
                <a:gd name="T6" fmla="*/ 84 w 84"/>
                <a:gd name="T7" fmla="*/ 650 h 705"/>
                <a:gd name="T8" fmla="*/ 84 w 84"/>
                <a:gd name="T9" fmla="*/ 73 h 705"/>
                <a:gd name="T10" fmla="*/ 84 w 84"/>
                <a:gd name="T11" fmla="*/ 54 h 705"/>
                <a:gd name="T12" fmla="*/ 0 w 84"/>
                <a:gd name="T13" fmla="*/ 54 h 7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4" h="705">
                  <a:moveTo>
                    <a:pt x="0" y="54"/>
                  </a:moveTo>
                  <a:cubicBezTo>
                    <a:pt x="0" y="247"/>
                    <a:pt x="0" y="439"/>
                    <a:pt x="0" y="631"/>
                  </a:cubicBezTo>
                  <a:cubicBezTo>
                    <a:pt x="0" y="638"/>
                    <a:pt x="0" y="644"/>
                    <a:pt x="0" y="650"/>
                  </a:cubicBezTo>
                  <a:cubicBezTo>
                    <a:pt x="0" y="705"/>
                    <a:pt x="84" y="705"/>
                    <a:pt x="84" y="650"/>
                  </a:cubicBezTo>
                  <a:cubicBezTo>
                    <a:pt x="84" y="458"/>
                    <a:pt x="84" y="266"/>
                    <a:pt x="84" y="73"/>
                  </a:cubicBezTo>
                  <a:cubicBezTo>
                    <a:pt x="84" y="67"/>
                    <a:pt x="84" y="61"/>
                    <a:pt x="84" y="54"/>
                  </a:cubicBezTo>
                  <a:cubicBezTo>
                    <a:pt x="84" y="0"/>
                    <a:pt x="0" y="0"/>
                    <a:pt x="0" y="5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xmlns="" id="{8A089468-E080-A709-996A-4A2FF7B421BD}"/>
                </a:ext>
              </a:extLst>
            </p:cNvPr>
            <p:cNvSpPr>
              <a:spLocks/>
            </p:cNvSpPr>
            <p:nvPr/>
          </p:nvSpPr>
          <p:spPr bwMode="auto">
            <a:xfrm>
              <a:off x="-23742650" y="-4017963"/>
              <a:ext cx="1944688" cy="1266825"/>
            </a:xfrm>
            <a:custGeom>
              <a:avLst/>
              <a:gdLst>
                <a:gd name="T0" fmla="*/ 89 w 652"/>
                <a:gd name="T1" fmla="*/ 398 h 425"/>
                <a:gd name="T2" fmla="*/ 589 w 652"/>
                <a:gd name="T3" fmla="*/ 109 h 425"/>
                <a:gd name="T4" fmla="*/ 605 w 652"/>
                <a:gd name="T5" fmla="*/ 100 h 425"/>
                <a:gd name="T6" fmla="*/ 563 w 652"/>
                <a:gd name="T7" fmla="*/ 27 h 425"/>
                <a:gd name="T8" fmla="*/ 63 w 652"/>
                <a:gd name="T9" fmla="*/ 316 h 425"/>
                <a:gd name="T10" fmla="*/ 47 w 652"/>
                <a:gd name="T11" fmla="*/ 325 h 425"/>
                <a:gd name="T12" fmla="*/ 89 w 652"/>
                <a:gd name="T13" fmla="*/ 398 h 4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52" h="425">
                  <a:moveTo>
                    <a:pt x="89" y="398"/>
                  </a:moveTo>
                  <a:cubicBezTo>
                    <a:pt x="256" y="302"/>
                    <a:pt x="422" y="205"/>
                    <a:pt x="589" y="109"/>
                  </a:cubicBezTo>
                  <a:cubicBezTo>
                    <a:pt x="594" y="106"/>
                    <a:pt x="600" y="103"/>
                    <a:pt x="605" y="100"/>
                  </a:cubicBezTo>
                  <a:cubicBezTo>
                    <a:pt x="652" y="73"/>
                    <a:pt x="610" y="0"/>
                    <a:pt x="563" y="27"/>
                  </a:cubicBezTo>
                  <a:cubicBezTo>
                    <a:pt x="396" y="123"/>
                    <a:pt x="230" y="219"/>
                    <a:pt x="63" y="316"/>
                  </a:cubicBezTo>
                  <a:cubicBezTo>
                    <a:pt x="58" y="319"/>
                    <a:pt x="52" y="322"/>
                    <a:pt x="47" y="325"/>
                  </a:cubicBezTo>
                  <a:cubicBezTo>
                    <a:pt x="0" y="352"/>
                    <a:pt x="42" y="425"/>
                    <a:pt x="89" y="3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21" name="Freeform 43">
              <a:extLst>
                <a:ext uri="{FF2B5EF4-FFF2-40B4-BE49-F238E27FC236}">
                  <a16:creationId xmlns:a16="http://schemas.microsoft.com/office/drawing/2014/main" xmlns="" id="{080E3067-3AB6-BD6D-1CF8-72138244ED9E}"/>
                </a:ext>
              </a:extLst>
            </p:cNvPr>
            <p:cNvSpPr>
              <a:spLocks/>
            </p:cNvSpPr>
            <p:nvPr/>
          </p:nvSpPr>
          <p:spPr bwMode="auto">
            <a:xfrm>
              <a:off x="-22191663" y="-4017963"/>
              <a:ext cx="1946275" cy="1266825"/>
            </a:xfrm>
            <a:custGeom>
              <a:avLst/>
              <a:gdLst>
                <a:gd name="T0" fmla="*/ 605 w 652"/>
                <a:gd name="T1" fmla="*/ 325 h 425"/>
                <a:gd name="T2" fmla="*/ 106 w 652"/>
                <a:gd name="T3" fmla="*/ 37 h 425"/>
                <a:gd name="T4" fmla="*/ 89 w 652"/>
                <a:gd name="T5" fmla="*/ 27 h 425"/>
                <a:gd name="T6" fmla="*/ 47 w 652"/>
                <a:gd name="T7" fmla="*/ 100 h 425"/>
                <a:gd name="T8" fmla="*/ 546 w 652"/>
                <a:gd name="T9" fmla="*/ 388 h 425"/>
                <a:gd name="T10" fmla="*/ 563 w 652"/>
                <a:gd name="T11" fmla="*/ 398 h 425"/>
                <a:gd name="T12" fmla="*/ 605 w 652"/>
                <a:gd name="T13" fmla="*/ 325 h 4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52" h="425">
                  <a:moveTo>
                    <a:pt x="605" y="325"/>
                  </a:moveTo>
                  <a:cubicBezTo>
                    <a:pt x="439" y="229"/>
                    <a:pt x="272" y="133"/>
                    <a:pt x="106" y="37"/>
                  </a:cubicBezTo>
                  <a:cubicBezTo>
                    <a:pt x="100" y="33"/>
                    <a:pt x="95" y="30"/>
                    <a:pt x="89" y="27"/>
                  </a:cubicBezTo>
                  <a:cubicBezTo>
                    <a:pt x="42" y="0"/>
                    <a:pt x="0" y="73"/>
                    <a:pt x="47" y="100"/>
                  </a:cubicBezTo>
                  <a:cubicBezTo>
                    <a:pt x="213" y="196"/>
                    <a:pt x="380" y="292"/>
                    <a:pt x="546" y="388"/>
                  </a:cubicBezTo>
                  <a:cubicBezTo>
                    <a:pt x="552" y="391"/>
                    <a:pt x="557" y="395"/>
                    <a:pt x="563" y="398"/>
                  </a:cubicBezTo>
                  <a:cubicBezTo>
                    <a:pt x="610" y="425"/>
                    <a:pt x="652" y="352"/>
                    <a:pt x="605" y="32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8334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5FB32E8-E1C5-8492-C1D5-29FE2DA36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941" y="1155008"/>
            <a:ext cx="7839200" cy="814279"/>
          </a:xfrm>
        </p:spPr>
        <p:txBody>
          <a:bodyPr/>
          <a:lstStyle/>
          <a:p>
            <a:r>
              <a:rPr lang="en-US" sz="4400" dirty="0">
                <a:solidFill>
                  <a:srgbClr val="030553"/>
                </a:solidFill>
              </a:rPr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F5E0CFF-33BA-40A7-97F0-C6447EB1EAEB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4941" y="2587692"/>
            <a:ext cx="511674" cy="444763"/>
          </a:xfrm>
        </p:spPr>
        <p:txBody>
          <a:bodyPr/>
          <a:lstStyle/>
          <a:p>
            <a:r>
              <a:rPr lang="en-US" dirty="0">
                <a:solidFill>
                  <a:srgbClr val="030553"/>
                </a:solidFill>
              </a:rPr>
              <a:t>01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93B6367A-BB7A-8051-6A15-38A5D2FD13C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722438" y="2255838"/>
            <a:ext cx="4381500" cy="1111250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Introduction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A8441623-C93A-A988-9072-29441DFDFF0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64941" y="3736734"/>
            <a:ext cx="511674" cy="444763"/>
          </a:xfrm>
        </p:spPr>
        <p:txBody>
          <a:bodyPr/>
          <a:lstStyle/>
          <a:p>
            <a:r>
              <a:rPr lang="en-US" dirty="0">
                <a:solidFill>
                  <a:srgbClr val="030553"/>
                </a:solidFill>
              </a:rPr>
              <a:t>02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xmlns="" id="{2CC2CC19-7F2B-EE8A-631D-BF358C47929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722438" y="3409558"/>
            <a:ext cx="4381500" cy="1111250"/>
          </a:xfrm>
        </p:spPr>
        <p:txBody>
          <a:bodyPr/>
          <a:lstStyle/>
          <a:p>
            <a:r>
              <a:rPr lang="en-US" altLang="zh-CN" dirty="0" smtClean="0">
                <a:solidFill>
                  <a:srgbClr val="030553"/>
                </a:solidFill>
              </a:rPr>
              <a:t>System Design Overview</a:t>
            </a:r>
            <a:endParaRPr lang="en-US" altLang="zh-CN" dirty="0">
              <a:solidFill>
                <a:srgbClr val="030553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xmlns="" id="{DBC9990B-4CBC-B95E-82E8-AA6C63575BC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64941" y="4888713"/>
            <a:ext cx="511674" cy="444763"/>
          </a:xfrm>
        </p:spPr>
        <p:txBody>
          <a:bodyPr/>
          <a:lstStyle/>
          <a:p>
            <a:r>
              <a:rPr lang="en-US" dirty="0">
                <a:solidFill>
                  <a:srgbClr val="030553"/>
                </a:solidFill>
              </a:rPr>
              <a:t>03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xmlns="" id="{06D7AF39-2A62-109D-9DEE-64F0D0E00B7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722438" y="4563278"/>
            <a:ext cx="4381500" cy="1111250"/>
          </a:xfrm>
        </p:spPr>
        <p:txBody>
          <a:bodyPr/>
          <a:lstStyle/>
          <a:p>
            <a:r>
              <a:rPr lang="en-US" altLang="zh-CN" dirty="0" smtClean="0">
                <a:solidFill>
                  <a:srgbClr val="030553"/>
                </a:solidFill>
              </a:rPr>
              <a:t>UML Diagrams</a:t>
            </a:r>
            <a:endParaRPr lang="en-US" altLang="zh-CN" dirty="0">
              <a:solidFill>
                <a:srgbClr val="030553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xmlns="" id="{C2E21D22-9D8E-139A-698A-919C658CAAF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285543" y="2590187"/>
            <a:ext cx="511674" cy="444763"/>
          </a:xfrm>
        </p:spPr>
        <p:txBody>
          <a:bodyPr/>
          <a:lstStyle/>
          <a:p>
            <a:r>
              <a:rPr lang="en-US" dirty="0">
                <a:solidFill>
                  <a:srgbClr val="030553"/>
                </a:solidFill>
              </a:rPr>
              <a:t>04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xmlns="" id="{4D9F7AD9-3F14-3822-9D87-108BA16C2A6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047318" y="2244289"/>
            <a:ext cx="4381500" cy="1111250"/>
          </a:xfrm>
        </p:spPr>
        <p:txBody>
          <a:bodyPr/>
          <a:lstStyle/>
          <a:p>
            <a:r>
              <a:rPr lang="en-US" altLang="zh-CN" dirty="0" smtClean="0">
                <a:solidFill>
                  <a:srgbClr val="030553"/>
                </a:solidFill>
              </a:rPr>
              <a:t>Design Analysis</a:t>
            </a:r>
            <a:endParaRPr lang="en-US" altLang="zh-CN" dirty="0">
              <a:solidFill>
                <a:srgbClr val="030553"/>
              </a:solidFill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xmlns="" id="{D7CEBF20-4229-EA43-3ED1-C6B2F0188E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85543" y="3736734"/>
            <a:ext cx="511674" cy="444763"/>
          </a:xfrm>
        </p:spPr>
        <p:txBody>
          <a:bodyPr/>
          <a:lstStyle/>
          <a:p>
            <a:r>
              <a:rPr lang="en-US" dirty="0">
                <a:solidFill>
                  <a:srgbClr val="030553"/>
                </a:solidFill>
              </a:rPr>
              <a:t>05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xmlns="" id="{AA941DEC-046B-01AD-5A20-4C7BE4862C0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047318" y="3398009"/>
            <a:ext cx="4381500" cy="1111250"/>
          </a:xfrm>
        </p:spPr>
        <p:txBody>
          <a:bodyPr/>
          <a:lstStyle/>
          <a:p>
            <a:r>
              <a:rPr lang="en-US" altLang="zh-CN" dirty="0" smtClean="0">
                <a:solidFill>
                  <a:srgbClr val="030553"/>
                </a:solidFill>
              </a:rPr>
              <a:t>Conclusion</a:t>
            </a:r>
            <a:endParaRPr lang="en-US" altLang="zh-CN" dirty="0">
              <a:solidFill>
                <a:srgbClr val="0305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5533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62965AA4-B80D-9FBD-91C7-19C11C836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xmlns="" id="{DD1896BB-0D1B-4623-5847-5818E6A8C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4403" y="2064036"/>
            <a:ext cx="6735597" cy="3793838"/>
          </a:xfrm>
        </p:spPr>
        <p:txBody>
          <a:bodyPr/>
          <a:lstStyle/>
          <a:p>
            <a:r>
              <a:rPr lang="en-US" altLang="zh-CN" dirty="0">
                <a:solidFill>
                  <a:srgbClr val="002060"/>
                </a:solidFill>
              </a:rPr>
              <a:t>Introduction</a:t>
            </a: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xmlns="" id="{C3405134-C726-AB7C-C78B-A4C189A49A2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306" r="26306"/>
          <a:stretch/>
        </p:blipFill>
        <p:spPr>
          <a:xfrm flipH="1">
            <a:off x="1000125" y="1316037"/>
            <a:ext cx="3230562" cy="4541837"/>
          </a:xfr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xmlns="" id="{EEDED300-B468-3795-AD08-4C57F4C3495E}"/>
              </a:ext>
            </a:extLst>
          </p:cNvPr>
          <p:cNvSpPr txBox="1">
            <a:spLocks/>
          </p:cNvSpPr>
          <p:nvPr/>
        </p:nvSpPr>
        <p:spPr>
          <a:xfrm>
            <a:off x="6993907" y="3084351"/>
            <a:ext cx="5128591" cy="3044987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1600" dirty="0" smtClean="0">
                <a:solidFill>
                  <a:srgbClr val="002060"/>
                </a:solidFill>
              </a:rPr>
              <a:t>This </a:t>
            </a:r>
            <a:r>
              <a:rPr lang="en-US" sz="1600" dirty="0">
                <a:solidFill>
                  <a:srgbClr val="002060"/>
                </a:solidFill>
              </a:rPr>
              <a:t>report presents the system modeling and design for a Road Sign and Road State Mobile Notification Application using Unified Modeling Language (UML) diagrams</a:t>
            </a:r>
            <a:r>
              <a:rPr lang="en-US" sz="1600" dirty="0"/>
              <a:t>.</a:t>
            </a:r>
            <a:endParaRPr lang="en-CA" sz="1600" dirty="0"/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1600" dirty="0">
              <a:solidFill>
                <a:srgbClr val="0305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1992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62965AA4-B80D-9FBD-91C7-19C11C836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xmlns="" id="{DD1896BB-0D1B-4623-5847-5818E6A8C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4960" y="2064036"/>
            <a:ext cx="6035040" cy="3793838"/>
          </a:xfrm>
        </p:spPr>
        <p:txBody>
          <a:bodyPr/>
          <a:lstStyle/>
          <a:p>
            <a:r>
              <a:rPr lang="en-US" altLang="zh-CN" dirty="0" smtClean="0">
                <a:solidFill>
                  <a:srgbClr val="002060"/>
                </a:solidFill>
              </a:rPr>
              <a:t>System Design Overview</a:t>
            </a: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xmlns="" id="{C3405134-C726-AB7C-C78B-A4C189A49A2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306" r="26306"/>
          <a:stretch/>
        </p:blipFill>
        <p:spPr>
          <a:xfrm flipH="1">
            <a:off x="1000125" y="1316037"/>
            <a:ext cx="3230562" cy="4541837"/>
          </a:xfrm>
        </p:spPr>
      </p:pic>
    </p:spTree>
    <p:extLst>
      <p:ext uri="{BB962C8B-B14F-4D97-AF65-F5344CB8AC3E}">
        <p14:creationId xmlns:p14="http://schemas.microsoft.com/office/powerpoint/2010/main" val="4034331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A6D67BE-B026-1F48-8512-45DC759CD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95270"/>
            <a:ext cx="10915076" cy="1553680"/>
          </a:xfrm>
        </p:spPr>
        <p:txBody>
          <a:bodyPr/>
          <a:lstStyle/>
          <a:p>
            <a:r>
              <a:rPr lang="en-US" sz="4400" dirty="0" smtClean="0">
                <a:solidFill>
                  <a:srgbClr val="030553"/>
                </a:solidFill>
                <a:latin typeface="Arial Black" panose="020B0A04020102020204" pitchFamily="34" charset="0"/>
              </a:rPr>
              <a:t>System Architecture</a:t>
            </a:r>
            <a:endParaRPr lang="en-US" sz="4400" dirty="0">
              <a:solidFill>
                <a:srgbClr val="030553"/>
              </a:solidFill>
              <a:latin typeface="Arial Black" panose="020B0A04020102020204" pitchFamily="34" charset="0"/>
            </a:endParaRP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xmlns="" id="{D32DDF84-DF3E-9DBB-67F6-123251884EE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97434" y="1360493"/>
            <a:ext cx="1743075" cy="3884612"/>
          </a:xfrm>
        </p:spPr>
        <p:txBody>
          <a:bodyPr/>
          <a:lstStyle/>
          <a:p>
            <a:r>
              <a:rPr lang="en-US" sz="17300" dirty="0">
                <a:solidFill>
                  <a:srgbClr val="030553">
                    <a:alpha val="10000"/>
                  </a:srgbClr>
                </a:solidFill>
              </a:rPr>
              <a:t>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AA5C3CFB-D853-978B-6688-1A361A5D690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85664" y="1875523"/>
            <a:ext cx="1743062" cy="2503346"/>
          </a:xfrm>
        </p:spPr>
        <p:txBody>
          <a:bodyPr/>
          <a:lstStyle/>
          <a:p>
            <a:r>
              <a:rPr lang="en-US" sz="1800" b="1" dirty="0" smtClean="0">
                <a:solidFill>
                  <a:srgbClr val="030553"/>
                </a:solidFill>
                <a:latin typeface="Calibri" panose="020F0502020204030204" pitchFamily="34" charset="0"/>
              </a:rPr>
              <a:t>Mobile Application</a:t>
            </a:r>
            <a:endParaRPr lang="pt-BR" dirty="0">
              <a:solidFill>
                <a:srgbClr val="030553"/>
              </a:solidFill>
            </a:endParaRP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xmlns="" id="{610B3F0F-637F-BBEC-B050-71F3B5F8072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144047" y="1394909"/>
            <a:ext cx="1743075" cy="3884612"/>
          </a:xfrm>
        </p:spPr>
        <p:txBody>
          <a:bodyPr/>
          <a:lstStyle/>
          <a:p>
            <a:r>
              <a:rPr lang="en-US" sz="17300" dirty="0">
                <a:solidFill>
                  <a:srgbClr val="030553">
                    <a:alpha val="10000"/>
                  </a:srgbClr>
                </a:solidFill>
              </a:rPr>
              <a:t>2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xmlns="" id="{1559DD27-4FCB-2F22-0412-F235D0699C3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647598" y="1763780"/>
            <a:ext cx="1743062" cy="2503346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sz="1800" b="1" dirty="0" smtClean="0">
                <a:solidFill>
                  <a:srgbClr val="030553"/>
                </a:solidFill>
                <a:latin typeface="Calibri" panose="020F0502020204030204" pitchFamily="34" charset="0"/>
              </a:rPr>
              <a:t>Backend Server</a:t>
            </a:r>
            <a:endParaRPr lang="en-US" dirty="0">
              <a:solidFill>
                <a:srgbClr val="030553"/>
              </a:solidFill>
            </a:endParaRP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xmlns="" id="{6F769E73-A82C-1A16-49AC-EDA4F69F34F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005994" y="1348940"/>
            <a:ext cx="3090675" cy="4160119"/>
          </a:xfrm>
        </p:spPr>
        <p:txBody>
          <a:bodyPr/>
          <a:lstStyle/>
          <a:p>
            <a:r>
              <a:rPr lang="en-US" sz="17300" dirty="0">
                <a:solidFill>
                  <a:srgbClr val="030553">
                    <a:alpha val="10000"/>
                  </a:srgbClr>
                </a:solidFill>
              </a:rPr>
              <a:t>3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xmlns="" id="{4621E2C0-775D-81A7-EA2E-E3DAC45405B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418610" y="1737154"/>
            <a:ext cx="1743062" cy="2503346"/>
          </a:xfrm>
        </p:spPr>
        <p:txBody>
          <a:bodyPr/>
          <a:lstStyle/>
          <a:p>
            <a:r>
              <a:rPr lang="en-US" sz="1800" b="1" dirty="0" smtClean="0">
                <a:solidFill>
                  <a:srgbClr val="030553"/>
                </a:solidFill>
                <a:latin typeface="Calibri" panose="020F0502020204030204" pitchFamily="34" charset="0"/>
              </a:rPr>
              <a:t>Data Source</a:t>
            </a:r>
            <a:endParaRPr lang="en-US" dirty="0">
              <a:solidFill>
                <a:srgbClr val="030553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FF7FA47D-FD90-943F-AB0C-D1A2CC3586D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Requirement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8C3AF59-9CE7-4CE6-C397-FFB5DBD78F4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5C7AAE-A677-454A-8BDB-62A0650ACE98}" type="slidenum">
              <a:rPr kumimoji="0" lang="en-US" sz="1200" b="0" i="0" u="none" strike="noStrike" kern="1200" cap="none" spc="50" normalizeH="0" baseline="0" noProof="0" smtClean="0">
                <a:ln>
                  <a:noFill/>
                </a:ln>
                <a:solidFill>
                  <a:srgbClr val="E1C9C1">
                    <a:lumMod val="90000"/>
                  </a:srgbClr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E1C9C1">
                  <a:lumMod val="90000"/>
                </a:srgbClr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8" name="Text Placeholder 19">
            <a:extLst>
              <a:ext uri="{FF2B5EF4-FFF2-40B4-BE49-F238E27FC236}">
                <a16:creationId xmlns:a16="http://schemas.microsoft.com/office/drawing/2014/main" xmlns="" id="{7A2252C1-6A08-4D4B-4B97-2306217AC4B3}"/>
              </a:ext>
            </a:extLst>
          </p:cNvPr>
          <p:cNvSpPr txBox="1">
            <a:spLocks/>
          </p:cNvSpPr>
          <p:nvPr/>
        </p:nvSpPr>
        <p:spPr>
          <a:xfrm>
            <a:off x="588308" y="3743896"/>
            <a:ext cx="1743075" cy="3884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30000" b="0" i="0" kern="1200" spc="500" baseline="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300" dirty="0">
                <a:solidFill>
                  <a:srgbClr val="030553">
                    <a:alpha val="10000"/>
                  </a:srgbClr>
                </a:solidFill>
              </a:rPr>
              <a:t>4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xmlns="" id="{C6774BF3-F99A-A85F-3401-0323D8E18682}"/>
              </a:ext>
            </a:extLst>
          </p:cNvPr>
          <p:cNvSpPr txBox="1">
            <a:spLocks/>
          </p:cNvSpPr>
          <p:nvPr/>
        </p:nvSpPr>
        <p:spPr>
          <a:xfrm>
            <a:off x="1956883" y="4146178"/>
            <a:ext cx="1743062" cy="25033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i="0" kern="1200" spc="50" baseline="0">
                <a:solidFill>
                  <a:srgbClr val="C1654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 smtClean="0">
                <a:solidFill>
                  <a:srgbClr val="030553"/>
                </a:solidFill>
                <a:latin typeface="Calibri" panose="020F0502020204030204" pitchFamily="34" charset="0"/>
              </a:rPr>
              <a:t>Database System</a:t>
            </a:r>
            <a:endParaRPr lang="pt-BR" dirty="0">
              <a:solidFill>
                <a:srgbClr val="030553"/>
              </a:solidFill>
            </a:endParaRP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xmlns="" id="{9F956615-E6CF-DDDF-800F-D11FB2E41A99}"/>
              </a:ext>
            </a:extLst>
          </p:cNvPr>
          <p:cNvSpPr txBox="1">
            <a:spLocks/>
          </p:cNvSpPr>
          <p:nvPr/>
        </p:nvSpPr>
        <p:spPr>
          <a:xfrm>
            <a:off x="4160726" y="3759854"/>
            <a:ext cx="1743075" cy="3884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30000" b="0" i="0" kern="1200" spc="500" baseline="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300" dirty="0">
                <a:solidFill>
                  <a:srgbClr val="030553">
                    <a:alpha val="10000"/>
                  </a:srgbClr>
                </a:solidFill>
              </a:rPr>
              <a:t>5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xmlns="" id="{C0E42E64-2777-54DE-5933-D503ACD74DF7}"/>
              </a:ext>
            </a:extLst>
          </p:cNvPr>
          <p:cNvSpPr txBox="1">
            <a:spLocks/>
          </p:cNvSpPr>
          <p:nvPr/>
        </p:nvSpPr>
        <p:spPr>
          <a:xfrm>
            <a:off x="5761124" y="4035566"/>
            <a:ext cx="1743062" cy="25033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i="0" kern="1200" spc="50" baseline="0">
                <a:solidFill>
                  <a:srgbClr val="C1654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 smtClean="0">
                <a:solidFill>
                  <a:srgbClr val="030553"/>
                </a:solidFill>
                <a:latin typeface="Calibri" panose="020F0502020204030204" pitchFamily="34" charset="0"/>
              </a:rPr>
              <a:t>Communication Layer</a:t>
            </a:r>
            <a:endParaRPr lang="en-US" dirty="0">
              <a:solidFill>
                <a:srgbClr val="0305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6706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xmlns="" id="{7A3A8791-CF87-0AA1-D741-6F654EEE120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/>
          <a:stretch/>
        </p:blipFill>
        <p:spPr/>
      </p:pic>
      <p:sp>
        <p:nvSpPr>
          <p:cNvPr id="8" name="Title 7">
            <a:extLst>
              <a:ext uri="{FF2B5EF4-FFF2-40B4-BE49-F238E27FC236}">
                <a16:creationId xmlns:a16="http://schemas.microsoft.com/office/drawing/2014/main" xmlns="" id="{DA060666-64CF-CEC4-9B8C-56A22899F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8851" y="0"/>
            <a:ext cx="8160152" cy="6858000"/>
          </a:xfrm>
        </p:spPr>
        <p:txBody>
          <a:bodyPr/>
          <a:lstStyle/>
          <a:p>
            <a:r>
              <a:rPr lang="en-US" sz="6600" dirty="0" err="1" smtClean="0"/>
              <a:t>uml</a:t>
            </a:r>
            <a:r>
              <a:rPr lang="en-US" dirty="0"/>
              <a:t/>
            </a:r>
            <a:br>
              <a:rPr lang="en-US" dirty="0"/>
            </a:br>
            <a:r>
              <a:rPr lang="en-US" sz="6600" dirty="0" err="1" smtClean="0"/>
              <a:t>uml</a:t>
            </a:r>
            <a:r>
              <a:rPr lang="en-US" dirty="0"/>
              <a:t/>
            </a:r>
            <a:br>
              <a:rPr lang="en-US" dirty="0"/>
            </a:br>
            <a:r>
              <a:rPr lang="en-US" sz="6600" dirty="0" err="1" smtClean="0">
                <a:solidFill>
                  <a:srgbClr val="030553"/>
                </a:solidFill>
              </a:rPr>
              <a:t>uml</a:t>
            </a:r>
            <a:r>
              <a:rPr lang="en-US" dirty="0">
                <a:solidFill>
                  <a:srgbClr val="030553"/>
                </a:solidFill>
              </a:rPr>
              <a:t/>
            </a:r>
            <a:br>
              <a:rPr lang="en-US" dirty="0">
                <a:solidFill>
                  <a:srgbClr val="030553"/>
                </a:solidFill>
              </a:rPr>
            </a:br>
            <a:r>
              <a:rPr lang="en-US" sz="6600" dirty="0" smtClean="0">
                <a:solidFill>
                  <a:srgbClr val="030553"/>
                </a:solidFill>
              </a:rPr>
              <a:t>diagrams</a:t>
            </a:r>
            <a:r>
              <a:rPr lang="en-US" dirty="0"/>
              <a:t/>
            </a:r>
            <a:br>
              <a:rPr lang="en-US" dirty="0"/>
            </a:br>
            <a:r>
              <a:rPr lang="en-US" sz="6600" dirty="0" err="1" smtClean="0"/>
              <a:t>diagrams</a:t>
            </a:r>
            <a:r>
              <a:rPr lang="en-US" dirty="0"/>
              <a:t/>
            </a:r>
            <a:br>
              <a:rPr lang="en-US" dirty="0"/>
            </a:br>
            <a:r>
              <a:rPr lang="en-US" sz="6600" dirty="0" err="1" smtClean="0"/>
              <a:t>diagrams</a:t>
            </a:r>
            <a:r>
              <a:rPr lang="en-US" dirty="0"/>
              <a:t/>
            </a:r>
            <a:br>
              <a:rPr lang="en-US" dirty="0"/>
            </a:br>
            <a:r>
              <a:rPr lang="en-US" sz="6600" dirty="0" err="1" smtClean="0"/>
              <a:t>diagrams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25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62965AA4-B80D-9FBD-91C7-19C11C836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xmlns="" id="{DD1896BB-0D1B-4623-5847-5818E6A8C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6904" y="1316037"/>
            <a:ext cx="6885432" cy="1125522"/>
          </a:xfrm>
        </p:spPr>
        <p:txBody>
          <a:bodyPr/>
          <a:lstStyle/>
          <a:p>
            <a:r>
              <a:rPr lang="en-US" altLang="zh-CN" dirty="0" smtClean="0">
                <a:solidFill>
                  <a:srgbClr val="002060"/>
                </a:solidFill>
              </a:rPr>
              <a:t>Context </a:t>
            </a:r>
            <a:r>
              <a:rPr lang="en-US" altLang="zh-CN" dirty="0" smtClean="0">
                <a:solidFill>
                  <a:srgbClr val="002060"/>
                </a:solidFill>
              </a:rPr>
              <a:t>Diagram</a:t>
            </a: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xmlns="" id="{C3405134-C726-AB7C-C78B-A4C189A49A2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306" r="26306"/>
          <a:stretch/>
        </p:blipFill>
        <p:spPr>
          <a:xfrm flipH="1">
            <a:off x="1000125" y="1316037"/>
            <a:ext cx="3230562" cy="4541837"/>
          </a:xfr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EEDED300-B468-3795-AD08-4C57F4C3495E}"/>
              </a:ext>
            </a:extLst>
          </p:cNvPr>
          <p:cNvSpPr txBox="1">
            <a:spLocks/>
          </p:cNvSpPr>
          <p:nvPr/>
        </p:nvSpPr>
        <p:spPr>
          <a:xfrm>
            <a:off x="5741179" y="2441559"/>
            <a:ext cx="5128591" cy="3044987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CA" sz="1600" dirty="0" smtClean="0">
                <a:solidFill>
                  <a:srgbClr val="002060"/>
                </a:solidFill>
              </a:rPr>
              <a:t>External Entities include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Bus Drivers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Pedestrians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GPS/Location Services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Data Providers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Admins/Programmers</a:t>
            </a:r>
            <a:endParaRPr lang="en-CA" sz="1600" dirty="0"/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1600" dirty="0">
              <a:solidFill>
                <a:srgbClr val="0305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1470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FF81C58-6D1E-3ED3-84E1-4F042B4E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9119" y="497900"/>
            <a:ext cx="4361688" cy="468613"/>
          </a:xfrm>
        </p:spPr>
        <p:txBody>
          <a:bodyPr/>
          <a:lstStyle/>
          <a:p>
            <a:r>
              <a:rPr lang="en-US" sz="3200" dirty="0" smtClean="0">
                <a:solidFill>
                  <a:srgbClr val="030553"/>
                </a:solidFill>
              </a:rPr>
              <a:t>Context Diagram</a:t>
            </a:r>
            <a:endParaRPr lang="en-US" sz="3200" dirty="0">
              <a:solidFill>
                <a:srgbClr val="030553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905" y="1126761"/>
            <a:ext cx="7216765" cy="546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656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62965AA4-B80D-9FBD-91C7-19C11C836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xmlns="" id="{DD1896BB-0D1B-4623-5847-5818E6A8C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6904" y="1316037"/>
            <a:ext cx="6885432" cy="1125522"/>
          </a:xfrm>
        </p:spPr>
        <p:txBody>
          <a:bodyPr/>
          <a:lstStyle/>
          <a:p>
            <a:r>
              <a:rPr lang="en-US" altLang="zh-CN" dirty="0" smtClean="0">
                <a:solidFill>
                  <a:srgbClr val="002060"/>
                </a:solidFill>
              </a:rPr>
              <a:t>Dataflow </a:t>
            </a:r>
            <a:r>
              <a:rPr lang="en-US" altLang="zh-CN" dirty="0" smtClean="0">
                <a:solidFill>
                  <a:srgbClr val="002060"/>
                </a:solidFill>
              </a:rPr>
              <a:t>Diagram</a:t>
            </a: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xmlns="" id="{C3405134-C726-AB7C-C78B-A4C189A49A2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306" r="26306"/>
          <a:stretch/>
        </p:blipFill>
        <p:spPr>
          <a:xfrm flipH="1">
            <a:off x="1000125" y="1316037"/>
            <a:ext cx="3230562" cy="4541837"/>
          </a:xfr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EEDED300-B468-3795-AD08-4C57F4C3495E}"/>
              </a:ext>
            </a:extLst>
          </p:cNvPr>
          <p:cNvSpPr txBox="1">
            <a:spLocks/>
          </p:cNvSpPr>
          <p:nvPr/>
        </p:nvSpPr>
        <p:spPr>
          <a:xfrm>
            <a:off x="5741179" y="2441559"/>
            <a:ext cx="5128591" cy="3044987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CA" sz="1600" dirty="0" smtClean="0">
                <a:solidFill>
                  <a:srgbClr val="002060"/>
                </a:solidFill>
              </a:rPr>
              <a:t>Key processes include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Data Collection and Weather Monitoring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Location Tracking and Movement Direction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Alert Processing and Prioritization</a:t>
            </a:r>
            <a:endParaRPr lang="en-CA" sz="1600" dirty="0"/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1600" dirty="0">
              <a:solidFill>
                <a:srgbClr val="0305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40910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FF81C58-6D1E-3ED3-84E1-4F042B4E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1375" y="625916"/>
            <a:ext cx="4361688" cy="468613"/>
          </a:xfrm>
        </p:spPr>
        <p:txBody>
          <a:bodyPr/>
          <a:lstStyle/>
          <a:p>
            <a:r>
              <a:rPr lang="en-US" sz="3200" dirty="0" err="1" smtClean="0">
                <a:solidFill>
                  <a:srgbClr val="030553"/>
                </a:solidFill>
              </a:rPr>
              <a:t>DataFlow</a:t>
            </a:r>
            <a:r>
              <a:rPr lang="en-US" sz="3200" dirty="0" smtClean="0">
                <a:solidFill>
                  <a:srgbClr val="030553"/>
                </a:solidFill>
              </a:rPr>
              <a:t> Diagram</a:t>
            </a:r>
            <a:endParaRPr lang="en-US" sz="3200" dirty="0">
              <a:solidFill>
                <a:srgbClr val="030553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506" y="1327177"/>
            <a:ext cx="7110076" cy="5227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1751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xmlns="" id="{BC68D147-B183-8713-FBA0-D91A36BD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2731" y="1316037"/>
            <a:ext cx="6735597" cy="880332"/>
          </a:xfrm>
        </p:spPr>
        <p:txBody>
          <a:bodyPr/>
          <a:lstStyle/>
          <a:p>
            <a:r>
              <a:rPr lang="en-US" altLang="zh-CN" dirty="0" smtClean="0">
                <a:solidFill>
                  <a:srgbClr val="002060"/>
                </a:solidFill>
              </a:rPr>
              <a:t>Use Case</a:t>
            </a:r>
            <a:r>
              <a:rPr lang="en-US" altLang="zh-CN" dirty="0">
                <a:solidFill>
                  <a:srgbClr val="002060"/>
                </a:solidFill>
              </a:rPr>
              <a:t> </a:t>
            </a:r>
            <a:r>
              <a:rPr lang="en-US" altLang="zh-CN" dirty="0" smtClean="0">
                <a:solidFill>
                  <a:srgbClr val="002060"/>
                </a:solidFill>
              </a:rPr>
              <a:t>Diagram</a:t>
            </a: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xmlns="" id="{E729FBF7-C685-D83C-8129-D5317CE5C16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306" r="26306"/>
          <a:stretch/>
        </p:blipFill>
        <p:spPr>
          <a:xfrm flipH="1">
            <a:off x="1000125" y="1316037"/>
            <a:ext cx="3230562" cy="4541837"/>
          </a:xfr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EEDED300-B468-3795-AD08-4C57F4C3495E}"/>
              </a:ext>
            </a:extLst>
          </p:cNvPr>
          <p:cNvSpPr txBox="1">
            <a:spLocks/>
          </p:cNvSpPr>
          <p:nvPr/>
        </p:nvSpPr>
        <p:spPr>
          <a:xfrm>
            <a:off x="5768611" y="2297967"/>
            <a:ext cx="5128591" cy="3044987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CA" sz="1600" dirty="0" smtClean="0">
                <a:solidFill>
                  <a:srgbClr val="002060"/>
                </a:solidFill>
              </a:rPr>
              <a:t>Primary Actors Include: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Road Users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System Admins</a:t>
            </a:r>
            <a:endParaRPr lang="en-CA" sz="1600" dirty="0"/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1600" dirty="0">
              <a:solidFill>
                <a:srgbClr val="0305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6135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FF81C58-6D1E-3ED3-84E1-4F042B4E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4255" y="598484"/>
            <a:ext cx="4361688" cy="468613"/>
          </a:xfrm>
        </p:spPr>
        <p:txBody>
          <a:bodyPr/>
          <a:lstStyle/>
          <a:p>
            <a:r>
              <a:rPr lang="en-US" sz="3200" dirty="0" err="1" smtClean="0">
                <a:solidFill>
                  <a:srgbClr val="030553"/>
                </a:solidFill>
              </a:rPr>
              <a:t>UseCase</a:t>
            </a:r>
            <a:r>
              <a:rPr lang="en-US" sz="3200" dirty="0" smtClean="0">
                <a:solidFill>
                  <a:srgbClr val="030553"/>
                </a:solidFill>
              </a:rPr>
              <a:t> Diagram</a:t>
            </a:r>
            <a:endParaRPr lang="en-US" sz="3200" dirty="0">
              <a:solidFill>
                <a:srgbClr val="030553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378" y="1524297"/>
            <a:ext cx="669094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341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xmlns="" id="{BC68D147-B183-8713-FBA0-D91A36BD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2731" y="1316037"/>
            <a:ext cx="6735597" cy="880332"/>
          </a:xfrm>
        </p:spPr>
        <p:txBody>
          <a:bodyPr/>
          <a:lstStyle/>
          <a:p>
            <a:r>
              <a:rPr lang="en-US" altLang="zh-CN" dirty="0" smtClean="0">
                <a:solidFill>
                  <a:srgbClr val="002060"/>
                </a:solidFill>
              </a:rPr>
              <a:t>Sequence Diagram</a:t>
            </a: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xmlns="" id="{E729FBF7-C685-D83C-8129-D5317CE5C16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306" r="26306"/>
          <a:stretch/>
        </p:blipFill>
        <p:spPr>
          <a:xfrm flipH="1">
            <a:off x="1000125" y="1316037"/>
            <a:ext cx="3230562" cy="4541837"/>
          </a:xfr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EEDED300-B468-3795-AD08-4C57F4C3495E}"/>
              </a:ext>
            </a:extLst>
          </p:cNvPr>
          <p:cNvSpPr txBox="1">
            <a:spLocks/>
          </p:cNvSpPr>
          <p:nvPr/>
        </p:nvSpPr>
        <p:spPr>
          <a:xfrm>
            <a:off x="5494291" y="2325399"/>
            <a:ext cx="5128591" cy="3044987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1600" dirty="0" smtClean="0">
                <a:solidFill>
                  <a:srgbClr val="002060"/>
                </a:solidFill>
              </a:rPr>
              <a:t>Sequence </a:t>
            </a:r>
            <a:r>
              <a:rPr lang="en-US" sz="1600" dirty="0">
                <a:solidFill>
                  <a:srgbClr val="002060"/>
                </a:solidFill>
              </a:rPr>
              <a:t>diagrams show the temporal order of interactions between objects for specific scenarios, illustrating how processes operate with one another and in what order.</a:t>
            </a:r>
            <a:endParaRPr lang="en-CA" sz="1600" dirty="0">
              <a:solidFill>
                <a:srgbClr val="002060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endParaRPr lang="en-CA" sz="1600" dirty="0" smtClean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82041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FF81C58-6D1E-3ED3-84E1-4F042B4E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7407" y="415604"/>
            <a:ext cx="4361688" cy="468613"/>
          </a:xfrm>
        </p:spPr>
        <p:txBody>
          <a:bodyPr/>
          <a:lstStyle/>
          <a:p>
            <a:r>
              <a:rPr lang="en-US" sz="3200" dirty="0" smtClean="0">
                <a:solidFill>
                  <a:srgbClr val="030553"/>
                </a:solidFill>
              </a:rPr>
              <a:t>Sequence Diagram</a:t>
            </a:r>
            <a:endParaRPr lang="en-US" sz="3200" dirty="0">
              <a:solidFill>
                <a:srgbClr val="030553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177" y="967106"/>
            <a:ext cx="4968191" cy="297395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475" y="967106"/>
            <a:ext cx="4904509" cy="297395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7251" y="3685032"/>
            <a:ext cx="4623341" cy="2999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8455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xmlns="" id="{BC68D147-B183-8713-FBA0-D91A36BD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7183" y="1380045"/>
            <a:ext cx="6735597" cy="880332"/>
          </a:xfrm>
        </p:spPr>
        <p:txBody>
          <a:bodyPr/>
          <a:lstStyle/>
          <a:p>
            <a:r>
              <a:rPr lang="en-US" altLang="zh-CN" dirty="0" smtClean="0">
                <a:solidFill>
                  <a:srgbClr val="002060"/>
                </a:solidFill>
              </a:rPr>
              <a:t>Class Diagram</a:t>
            </a: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xmlns="" id="{E729FBF7-C685-D83C-8129-D5317CE5C16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306" r="26306"/>
          <a:stretch/>
        </p:blipFill>
        <p:spPr>
          <a:xfrm flipH="1">
            <a:off x="1000125" y="1316037"/>
            <a:ext cx="3230562" cy="4541837"/>
          </a:xfr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EEDED300-B468-3795-AD08-4C57F4C3495E}"/>
              </a:ext>
            </a:extLst>
          </p:cNvPr>
          <p:cNvSpPr txBox="1">
            <a:spLocks/>
          </p:cNvSpPr>
          <p:nvPr/>
        </p:nvSpPr>
        <p:spPr>
          <a:xfrm>
            <a:off x="5594875" y="2324385"/>
            <a:ext cx="5128591" cy="3044987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CA" sz="1600" dirty="0" smtClean="0">
                <a:solidFill>
                  <a:srgbClr val="002060"/>
                </a:solidFill>
              </a:rPr>
              <a:t>Key Classes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Core classes </a:t>
            </a:r>
            <a:r>
              <a:rPr lang="en-CA" sz="1600" dirty="0" err="1" smtClean="0">
                <a:solidFill>
                  <a:srgbClr val="002060"/>
                </a:solidFill>
              </a:rPr>
              <a:t>e.g</a:t>
            </a:r>
            <a:r>
              <a:rPr lang="en-CA" sz="1600" dirty="0" smtClean="0">
                <a:solidFill>
                  <a:srgbClr val="002060"/>
                </a:solidFill>
              </a:rPr>
              <a:t> Users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Alert Management Classes </a:t>
            </a:r>
            <a:r>
              <a:rPr lang="en-CA" sz="1600" dirty="0" err="1" smtClean="0">
                <a:solidFill>
                  <a:srgbClr val="002060"/>
                </a:solidFill>
              </a:rPr>
              <a:t>e.g</a:t>
            </a:r>
            <a:r>
              <a:rPr lang="en-CA" sz="1600" dirty="0" smtClean="0">
                <a:solidFill>
                  <a:srgbClr val="002060"/>
                </a:solidFill>
              </a:rPr>
              <a:t> Traffic Alert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System Management Classes </a:t>
            </a:r>
            <a:r>
              <a:rPr lang="en-CA" sz="1600" dirty="0" err="1" smtClean="0">
                <a:solidFill>
                  <a:srgbClr val="002060"/>
                </a:solidFill>
              </a:rPr>
              <a:t>e.g</a:t>
            </a:r>
            <a:r>
              <a:rPr lang="en-CA" sz="1600" dirty="0" smtClean="0">
                <a:solidFill>
                  <a:srgbClr val="002060"/>
                </a:solidFill>
              </a:rPr>
              <a:t> GPS Navigation</a:t>
            </a:r>
            <a:endParaRPr lang="en-CA" sz="1600" dirty="0">
              <a:solidFill>
                <a:srgbClr val="002060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endParaRPr lang="en-CA" sz="1600" dirty="0" smtClean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819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FF81C58-6D1E-3ED3-84E1-4F042B4E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7407" y="415604"/>
            <a:ext cx="4361688" cy="468613"/>
          </a:xfrm>
        </p:spPr>
        <p:txBody>
          <a:bodyPr/>
          <a:lstStyle/>
          <a:p>
            <a:r>
              <a:rPr lang="en-US" sz="3200" dirty="0" smtClean="0">
                <a:solidFill>
                  <a:srgbClr val="030553"/>
                </a:solidFill>
              </a:rPr>
              <a:t>Class Diagram</a:t>
            </a:r>
            <a:endParaRPr lang="en-US" sz="3200" dirty="0">
              <a:solidFill>
                <a:srgbClr val="030553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694" y="1103939"/>
            <a:ext cx="5647401" cy="5136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581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xmlns="" id="{BC68D147-B183-8713-FBA0-D91A36BD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1352" y="1178877"/>
            <a:ext cx="7470648" cy="880332"/>
          </a:xfrm>
        </p:spPr>
        <p:txBody>
          <a:bodyPr/>
          <a:lstStyle/>
          <a:p>
            <a:r>
              <a:rPr lang="en-US" altLang="zh-CN" dirty="0" smtClean="0">
                <a:solidFill>
                  <a:srgbClr val="002060"/>
                </a:solidFill>
              </a:rPr>
              <a:t>Deployment Diagram</a:t>
            </a: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xmlns="" id="{E729FBF7-C685-D83C-8129-D5317CE5C16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306" r="26306"/>
          <a:stretch/>
        </p:blipFill>
        <p:spPr>
          <a:xfrm flipH="1">
            <a:off x="1000125" y="1316037"/>
            <a:ext cx="3230562" cy="4541837"/>
          </a:xfr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EEDED300-B468-3795-AD08-4C57F4C3495E}"/>
              </a:ext>
            </a:extLst>
          </p:cNvPr>
          <p:cNvSpPr txBox="1">
            <a:spLocks/>
          </p:cNvSpPr>
          <p:nvPr/>
        </p:nvSpPr>
        <p:spPr>
          <a:xfrm>
            <a:off x="5091955" y="2151663"/>
            <a:ext cx="5128591" cy="3044987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CA" sz="1600" dirty="0" smtClean="0">
                <a:solidFill>
                  <a:srgbClr val="002060"/>
                </a:solidFill>
              </a:rPr>
              <a:t>Hardware Nodes include: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Client Side Deployment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Server Side Deployment</a:t>
            </a:r>
          </a:p>
          <a:p>
            <a:pPr>
              <a:lnSpc>
                <a:spcPct val="150000"/>
              </a:lnSpc>
            </a:pPr>
            <a:r>
              <a:rPr lang="en-CA" sz="1600" dirty="0" smtClean="0">
                <a:solidFill>
                  <a:srgbClr val="002060"/>
                </a:solidFill>
              </a:rPr>
              <a:t>External Systems</a:t>
            </a:r>
          </a:p>
        </p:txBody>
      </p:sp>
    </p:spTree>
    <p:extLst>
      <p:ext uri="{BB962C8B-B14F-4D97-AF65-F5344CB8AC3E}">
        <p14:creationId xmlns:p14="http://schemas.microsoft.com/office/powerpoint/2010/main" val="23229090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FF81C58-6D1E-3ED3-84E1-4F042B4E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7407" y="415604"/>
            <a:ext cx="4361688" cy="468613"/>
          </a:xfrm>
        </p:spPr>
        <p:txBody>
          <a:bodyPr/>
          <a:lstStyle/>
          <a:p>
            <a:r>
              <a:rPr lang="en-US" sz="3200" dirty="0" err="1" smtClean="0">
                <a:solidFill>
                  <a:srgbClr val="030553"/>
                </a:solidFill>
              </a:rPr>
              <a:t>Deplyment</a:t>
            </a:r>
            <a:r>
              <a:rPr lang="en-US" sz="3200" dirty="0" smtClean="0">
                <a:solidFill>
                  <a:srgbClr val="030553"/>
                </a:solidFill>
              </a:rPr>
              <a:t> Diagram</a:t>
            </a:r>
            <a:endParaRPr lang="en-US" sz="3200" dirty="0">
              <a:solidFill>
                <a:srgbClr val="030553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0547" y="982768"/>
            <a:ext cx="6530906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4693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5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E706A25-0569-0BFE-AB1C-FC206CC58B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solidFill>
            <a:schemeClr val="bg2">
              <a:lumMod val="90000"/>
            </a:schemeClr>
          </a:solidFill>
        </p:spPr>
        <p:txBody>
          <a:bodyPr/>
          <a:lstStyle/>
          <a:p>
            <a:r>
              <a:rPr lang="en-US" sz="6600" dirty="0" smtClean="0">
                <a:solidFill>
                  <a:schemeClr val="bg1">
                    <a:lumMod val="95000"/>
                  </a:schemeClr>
                </a:solidFill>
              </a:rPr>
              <a:t>Design</a:t>
            </a:r>
            <a:r>
              <a:rPr lang="en-US" sz="9600" dirty="0">
                <a:solidFill>
                  <a:schemeClr val="bg1">
                    <a:lumMod val="95000"/>
                  </a:schemeClr>
                </a:solidFill>
              </a:rPr>
              <a:t/>
            </a:r>
            <a:br>
              <a:rPr lang="en-US" sz="9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n-US" sz="6600" dirty="0" err="1" smtClean="0">
                <a:solidFill>
                  <a:schemeClr val="bg1">
                    <a:lumMod val="95000"/>
                  </a:schemeClr>
                </a:solidFill>
              </a:rPr>
              <a:t>design</a:t>
            </a:r>
            <a:r>
              <a:rPr lang="en-US" sz="9600" dirty="0" smtClean="0"/>
              <a:t>​</a:t>
            </a:r>
            <a:r>
              <a:rPr lang="en-US" sz="9600" dirty="0"/>
              <a:t/>
            </a:r>
            <a:br>
              <a:rPr lang="en-US" sz="9600" dirty="0"/>
            </a:br>
            <a:r>
              <a:rPr lang="en-US" sz="6600" dirty="0" err="1" smtClean="0">
                <a:solidFill>
                  <a:srgbClr val="030553"/>
                </a:solidFill>
              </a:rPr>
              <a:t>design</a:t>
            </a:r>
            <a:r>
              <a:rPr lang="en-US" sz="9600" dirty="0">
                <a:solidFill>
                  <a:schemeClr val="bg1"/>
                </a:solidFill>
              </a:rPr>
              <a:t/>
            </a:r>
            <a:br>
              <a:rPr lang="en-US" sz="9600" dirty="0">
                <a:solidFill>
                  <a:schemeClr val="bg1"/>
                </a:solidFill>
              </a:rPr>
            </a:br>
            <a:r>
              <a:rPr lang="en-US" sz="6600" dirty="0" smtClean="0">
                <a:solidFill>
                  <a:srgbClr val="030553"/>
                </a:solidFill>
              </a:rPr>
              <a:t>analysis</a:t>
            </a:r>
            <a:r>
              <a:rPr lang="en-US" sz="9600" dirty="0"/>
              <a:t/>
            </a:r>
            <a:br>
              <a:rPr lang="en-US" sz="9600" dirty="0"/>
            </a:br>
            <a:r>
              <a:rPr lang="en-US" sz="6600" dirty="0" err="1" smtClean="0">
                <a:solidFill>
                  <a:schemeClr val="bg1">
                    <a:lumMod val="95000"/>
                  </a:schemeClr>
                </a:solidFill>
              </a:rPr>
              <a:t>analysis</a:t>
            </a:r>
            <a:r>
              <a:rPr lang="en-US" sz="9600" dirty="0"/>
              <a:t/>
            </a:r>
            <a:br>
              <a:rPr lang="en-US" sz="9600" dirty="0"/>
            </a:br>
            <a:r>
              <a:rPr lang="en-US" sz="6600" dirty="0" err="1" smtClean="0">
                <a:solidFill>
                  <a:schemeClr val="bg1">
                    <a:lumMod val="95000"/>
                  </a:schemeClr>
                </a:solidFill>
              </a:rPr>
              <a:t>analysis</a:t>
            </a:r>
            <a:r>
              <a:rPr lang="en-US" sz="9600" dirty="0"/>
              <a:t/>
            </a:r>
            <a:br>
              <a:rPr lang="en-US" sz="9600" dirty="0"/>
            </a:br>
            <a:r>
              <a:rPr lang="en-US" sz="6600" dirty="0" err="1" smtClean="0">
                <a:solidFill>
                  <a:schemeClr val="bg1">
                    <a:lumMod val="95000"/>
                  </a:schemeClr>
                </a:solidFill>
              </a:rPr>
              <a:t>analysis</a:t>
            </a:r>
            <a:endParaRPr lang="en-US" sz="96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Picture Placeholder 8">
            <a:extLst>
              <a:ext uri="{FF2B5EF4-FFF2-40B4-BE49-F238E27FC236}">
                <a16:creationId xmlns:a16="http://schemas.microsoft.com/office/drawing/2014/main" xmlns="" id="{52D595F4-0989-6A49-2DC9-74FD4AACE7F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23979" r="23979"/>
          <a:stretch/>
        </p:blipFill>
        <p:spPr>
          <a:xfrm>
            <a:off x="7527925" y="604838"/>
            <a:ext cx="4086225" cy="5135562"/>
          </a:xfrm>
        </p:spPr>
      </p:pic>
    </p:spTree>
    <p:extLst>
      <p:ext uri="{BB962C8B-B14F-4D97-AF65-F5344CB8AC3E}">
        <p14:creationId xmlns:p14="http://schemas.microsoft.com/office/powerpoint/2010/main" val="9271220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xmlns="" id="{22A5557B-5BA3-26FB-4A37-255760122B08}"/>
              </a:ext>
            </a:extLst>
          </p:cNvPr>
          <p:cNvPicPr>
            <a:picLocks noGrp="1" noChangeAspect="1"/>
          </p:cNvPicPr>
          <p:nvPr>
            <p:ph type="pic" sz="quarter" idx="28"/>
          </p:nvPr>
        </p:nvPicPr>
        <p:blipFill>
          <a:blip r:embed="rId2"/>
          <a:srcRect/>
          <a:stretch/>
        </p:blipFill>
        <p:spPr>
          <a:xfrm>
            <a:off x="421646" y="568763"/>
            <a:ext cx="3884344" cy="5415673"/>
          </a:xfr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xmlns="" id="{45897947-B469-B9FE-BF14-D3F36C685F7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847185" y="1354946"/>
            <a:ext cx="2916821" cy="428268"/>
          </a:xfrm>
        </p:spPr>
        <p:txBody>
          <a:bodyPr/>
          <a:lstStyle/>
          <a:p>
            <a:r>
              <a:rPr lang="en-US" sz="2000" dirty="0" smtClean="0">
                <a:solidFill>
                  <a:srgbClr val="0305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Structural Analysis</a:t>
            </a:r>
            <a:endParaRPr lang="en-US" sz="2000" dirty="0">
              <a:solidFill>
                <a:srgbClr val="03055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dirty="0">
              <a:solidFill>
                <a:srgbClr val="03055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xmlns="" id="{4B7510DD-84F1-3900-70E8-FE08D029C5F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853533" y="1318547"/>
            <a:ext cx="2916821" cy="428268"/>
          </a:xfrm>
        </p:spPr>
        <p:txBody>
          <a:bodyPr/>
          <a:lstStyle/>
          <a:p>
            <a:r>
              <a:rPr lang="en-US" dirty="0" err="1" smtClean="0">
                <a:solidFill>
                  <a:srgbClr val="0305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Behavioural</a:t>
            </a:r>
            <a:r>
              <a:rPr lang="en-US" dirty="0" smtClean="0">
                <a:solidFill>
                  <a:srgbClr val="0305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Analysis</a:t>
            </a:r>
            <a:endParaRPr lang="en-US" dirty="0">
              <a:solidFill>
                <a:srgbClr val="03055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xmlns="" id="{BA1506EC-0924-5261-B6EA-746D20E0C56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847185" y="2052825"/>
            <a:ext cx="3335144" cy="3058361"/>
          </a:xfrm>
        </p:spPr>
        <p:txBody>
          <a:bodyPr/>
          <a:lstStyle/>
          <a:p>
            <a:r>
              <a:rPr lang="en-US" sz="1400" dirty="0" smtClean="0">
                <a:solidFill>
                  <a:srgbClr val="030553"/>
                </a:solidFill>
                <a:ea typeface="Georgia" panose="02040502050405020303" pitchFamily="18" charset="0"/>
                <a:cs typeface="Calibri Light" panose="020F0302020204030204" pitchFamily="34" charset="0"/>
              </a:rPr>
              <a:t>Context Diagram</a:t>
            </a:r>
            <a:endParaRPr lang="en-US" sz="1400" dirty="0">
              <a:solidFill>
                <a:srgbClr val="030553"/>
              </a:solidFill>
              <a:effectLst/>
              <a:ea typeface="Georgia" panose="02040502050405020303" pitchFamily="18" charset="0"/>
              <a:cs typeface="Calibri Light" panose="020F0302020204030204" pitchFamily="34" charset="0"/>
            </a:endParaRPr>
          </a:p>
          <a:p>
            <a:r>
              <a:rPr lang="en-US" sz="1400" dirty="0" smtClean="0">
                <a:solidFill>
                  <a:srgbClr val="030553"/>
                </a:solidFill>
                <a:effectLst/>
                <a:ea typeface="Georgia" panose="02040502050405020303" pitchFamily="18" charset="0"/>
              </a:rPr>
              <a:t>Class Diagram</a:t>
            </a:r>
            <a:endParaRPr lang="en-US" sz="1400" dirty="0">
              <a:solidFill>
                <a:srgbClr val="030553"/>
              </a:solidFill>
              <a:ea typeface="Georgia" panose="02040502050405020303" pitchFamily="18" charset="0"/>
              <a:cs typeface="Calibri Light" panose="020F0302020204030204" pitchFamily="34" charset="0"/>
            </a:endParaRPr>
          </a:p>
          <a:p>
            <a:r>
              <a:rPr lang="en-US" sz="1400" dirty="0" smtClean="0">
                <a:solidFill>
                  <a:srgbClr val="030553"/>
                </a:solidFill>
                <a:effectLst/>
                <a:ea typeface="Georgia" panose="02040502050405020303" pitchFamily="18" charset="0"/>
              </a:rPr>
              <a:t>Deployment Diagram</a:t>
            </a:r>
            <a:endParaRPr lang="en-US" sz="1400" dirty="0">
              <a:solidFill>
                <a:srgbClr val="030553"/>
              </a:solidFill>
              <a:effectLst/>
              <a:ea typeface="Georgia" panose="02040502050405020303" pitchFamily="18" charset="0"/>
              <a:cs typeface="Calibri Light" panose="020F0302020204030204" pitchFamily="34" charset="0"/>
            </a:endParaRPr>
          </a:p>
          <a:p>
            <a:endParaRPr lang="en-US" sz="1400" dirty="0">
              <a:solidFill>
                <a:srgbClr val="030553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xmlns="" id="{792DA987-3F13-6F52-C518-DD2467E3B5A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723524" y="2052825"/>
            <a:ext cx="2916821" cy="315996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030553"/>
                </a:solidFill>
              </a:rPr>
              <a:t>UseCase</a:t>
            </a:r>
            <a:r>
              <a:rPr lang="en-US" sz="1400" dirty="0" smtClean="0">
                <a:solidFill>
                  <a:srgbClr val="030553"/>
                </a:solidFill>
              </a:rPr>
              <a:t> Diagram</a:t>
            </a:r>
            <a:endParaRPr lang="en-US" sz="1400" dirty="0">
              <a:solidFill>
                <a:srgbClr val="030553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030553"/>
                </a:solidFill>
              </a:rPr>
              <a:t>Dataflow Diagram</a:t>
            </a:r>
            <a:endParaRPr lang="en-US" sz="1400" dirty="0">
              <a:solidFill>
                <a:srgbClr val="030553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030553"/>
                </a:solidFill>
              </a:rPr>
              <a:t>Sequence Diagram</a:t>
            </a:r>
            <a:endParaRPr lang="en-US" sz="1400" dirty="0">
              <a:solidFill>
                <a:srgbClr val="030553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xmlns="" id="{C4D12BC6-4065-D53A-6BB3-EEC98521BBF3}"/>
              </a:ext>
            </a:extLst>
          </p:cNvPr>
          <p:cNvCxnSpPr/>
          <p:nvPr/>
        </p:nvCxnSpPr>
        <p:spPr>
          <a:xfrm>
            <a:off x="8269357" y="1043609"/>
            <a:ext cx="0" cy="3339548"/>
          </a:xfrm>
          <a:prstGeom prst="line">
            <a:avLst/>
          </a:prstGeom>
          <a:ln>
            <a:solidFill>
              <a:srgbClr val="03055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95070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973B51A-48B2-1AA7-553B-75EB96668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7042" y="444357"/>
            <a:ext cx="7016816" cy="791970"/>
          </a:xfrm>
        </p:spPr>
        <p:txBody>
          <a:bodyPr/>
          <a:lstStyle/>
          <a:p>
            <a:r>
              <a:rPr lang="en-US" altLang="zh-CN" dirty="0" smtClean="0">
                <a:solidFill>
                  <a:srgbClr val="030553"/>
                </a:solidFill>
              </a:rPr>
              <a:t>Design Strengths</a:t>
            </a:r>
            <a:endParaRPr lang="zh-CN" altLang="en-US" dirty="0">
              <a:solidFill>
                <a:srgbClr val="030553"/>
              </a:solidFill>
            </a:endParaRP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xmlns="" id="{27CC6FDA-D46B-9C00-4D2A-D67CAA137223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>
          <a:blip r:embed="rId2"/>
          <a:srcRect l="27527" r="27527"/>
          <a:stretch/>
        </p:blipFill>
        <p:spPr>
          <a:xfrm>
            <a:off x="0" y="0"/>
            <a:ext cx="4210774" cy="6858000"/>
          </a:xfr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xmlns="" id="{C6F2EDDA-BA68-C643-A74B-A2F911582C3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776360" y="2890268"/>
            <a:ext cx="462842" cy="468312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02</a:t>
            </a:r>
            <a:endParaRPr lang="zh-CN" altLang="en-US" dirty="0">
              <a:solidFill>
                <a:srgbClr val="030553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5011BD13-F43F-E3F4-E8B5-BA27ADF5DEA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71554" y="2972723"/>
            <a:ext cx="6342304" cy="566362"/>
          </a:xfrm>
        </p:spPr>
        <p:txBody>
          <a:bodyPr/>
          <a:lstStyle/>
          <a:p>
            <a:r>
              <a:rPr lang="en-US" altLang="zh-CN" sz="1600" dirty="0" smtClean="0">
                <a:solidFill>
                  <a:srgbClr val="030553"/>
                </a:solidFill>
              </a:rPr>
              <a:t>Clear </a:t>
            </a:r>
            <a:r>
              <a:rPr lang="en-US" altLang="zh-CN" sz="1600" dirty="0" err="1" smtClean="0">
                <a:solidFill>
                  <a:srgbClr val="030553"/>
                </a:solidFill>
              </a:rPr>
              <a:t>Seperation</a:t>
            </a:r>
            <a:r>
              <a:rPr lang="en-US" altLang="zh-CN" sz="1600" dirty="0" smtClean="0">
                <a:solidFill>
                  <a:srgbClr val="030553"/>
                </a:solidFill>
              </a:rPr>
              <a:t> of concern</a:t>
            </a:r>
            <a:endParaRPr lang="zh-CN" altLang="en-US" sz="1200" dirty="0">
              <a:solidFill>
                <a:srgbClr val="030553"/>
              </a:solidFill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xmlns="" id="{AE4E74B2-2C30-52D6-3CCF-D7926A8BD5F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776360" y="4173480"/>
            <a:ext cx="462842" cy="468312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03</a:t>
            </a:r>
            <a:endParaRPr lang="zh-CN" altLang="en-US" dirty="0">
              <a:solidFill>
                <a:srgbClr val="030553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xmlns="" id="{167E2E19-0569-13F7-77B3-8F2AA14FCFC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71554" y="4298095"/>
            <a:ext cx="6342304" cy="566362"/>
          </a:xfrm>
        </p:spPr>
        <p:txBody>
          <a:bodyPr/>
          <a:lstStyle/>
          <a:p>
            <a:r>
              <a:rPr lang="en-US" altLang="zh-CN" sz="1600" dirty="0">
                <a:solidFill>
                  <a:srgbClr val="030553"/>
                </a:solidFill>
              </a:rPr>
              <a:t>S</a:t>
            </a:r>
            <a:r>
              <a:rPr lang="en-US" altLang="zh-CN" sz="1600" dirty="0" smtClean="0">
                <a:solidFill>
                  <a:srgbClr val="030553"/>
                </a:solidFill>
              </a:rPr>
              <a:t>calability</a:t>
            </a:r>
            <a:endParaRPr lang="zh-CN" altLang="en-US" sz="1200" dirty="0">
              <a:solidFill>
                <a:srgbClr val="030553"/>
              </a:solidFill>
            </a:endParaRP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xmlns="" id="{EC9CA5AA-8342-475D-7005-D2DFF0F7E0B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4776360" y="5465091"/>
            <a:ext cx="462842" cy="468312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04</a:t>
            </a:r>
            <a:endParaRPr lang="zh-CN" altLang="en-US" dirty="0">
              <a:solidFill>
                <a:srgbClr val="030553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C323F4BF-3D8F-CA3C-DADA-0E01DC465568}"/>
              </a:ext>
            </a:extLst>
          </p:cNvPr>
          <p:cNvSpPr/>
          <p:nvPr/>
        </p:nvSpPr>
        <p:spPr>
          <a:xfrm>
            <a:off x="4776360" y="1607056"/>
            <a:ext cx="462842" cy="46831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xmlns="" id="{211E2255-AE71-EA11-8936-F4ABAA0B537B}"/>
              </a:ext>
            </a:extLst>
          </p:cNvPr>
          <p:cNvSpPr txBox="1">
            <a:spLocks/>
          </p:cNvSpPr>
          <p:nvPr/>
        </p:nvSpPr>
        <p:spPr>
          <a:xfrm>
            <a:off x="4776360" y="1607056"/>
            <a:ext cx="462842" cy="468312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 kern="120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solidFill>
                  <a:srgbClr val="030553"/>
                </a:solidFill>
              </a:rPr>
              <a:t>01</a:t>
            </a:r>
            <a:endParaRPr lang="zh-CN" altLang="en-US" dirty="0">
              <a:solidFill>
                <a:srgbClr val="030553"/>
              </a:solidFill>
            </a:endParaRP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xmlns="" id="{0062444C-4DBF-E32C-584F-FA6475932C18}"/>
              </a:ext>
            </a:extLst>
          </p:cNvPr>
          <p:cNvSpPr txBox="1">
            <a:spLocks/>
          </p:cNvSpPr>
          <p:nvPr/>
        </p:nvSpPr>
        <p:spPr>
          <a:xfrm>
            <a:off x="5371554" y="1658015"/>
            <a:ext cx="6342304" cy="5663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 smtClean="0">
                <a:solidFill>
                  <a:srgbClr val="030553"/>
                </a:solidFill>
              </a:rPr>
              <a:t>Comprehensive coverage</a:t>
            </a:r>
            <a:endParaRPr lang="zh-CN" altLang="en-US" sz="1600" dirty="0">
              <a:solidFill>
                <a:srgbClr val="030553"/>
              </a:solidFill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xmlns="" id="{AE4CA838-DA63-81A4-C156-2E32B639D97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371554" y="5465091"/>
            <a:ext cx="6342304" cy="566362"/>
          </a:xfrm>
        </p:spPr>
        <p:txBody>
          <a:bodyPr/>
          <a:lstStyle/>
          <a:p>
            <a:r>
              <a:rPr lang="en-US" sz="1600" dirty="0" smtClean="0">
                <a:solidFill>
                  <a:srgbClr val="030553"/>
                </a:solidFill>
                <a:effectLst/>
                <a:ea typeface="Georgia" panose="02040502050405020303" pitchFamily="18" charset="0"/>
              </a:rPr>
              <a:t>User-Centric Design</a:t>
            </a:r>
            <a:endParaRPr lang="en-US" sz="1200" dirty="0">
              <a:solidFill>
                <a:srgbClr val="0305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61874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553">
            <a:alpha val="1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 descr="SmartArt chevron graphic">
            <a:extLst>
              <a:ext uri="{FF2B5EF4-FFF2-40B4-BE49-F238E27FC236}">
                <a16:creationId xmlns:a16="http://schemas.microsoft.com/office/drawing/2014/main" xmlns="" id="{BEE1D2BE-3C63-BBD7-4481-305BB05F02AC}"/>
              </a:ext>
            </a:extLst>
          </p:cNvPr>
          <p:cNvGrpSpPr/>
          <p:nvPr/>
        </p:nvGrpSpPr>
        <p:grpSpPr>
          <a:xfrm>
            <a:off x="1422747" y="2195062"/>
            <a:ext cx="9371187" cy="2467875"/>
            <a:chOff x="2161874" y="3833157"/>
            <a:chExt cx="9935857" cy="881843"/>
          </a:xfrm>
        </p:grpSpPr>
        <p:sp>
          <p:nvSpPr>
            <p:cNvPr id="29" name="Freeform 17">
              <a:extLst>
                <a:ext uri="{FF2B5EF4-FFF2-40B4-BE49-F238E27FC236}">
                  <a16:creationId xmlns:a16="http://schemas.microsoft.com/office/drawing/2014/main" xmlns="" id="{C2AADA1B-D4FD-69B4-0920-ED318A6CBF9C}"/>
                </a:ext>
              </a:extLst>
            </p:cNvPr>
            <p:cNvSpPr/>
            <p:nvPr/>
          </p:nvSpPr>
          <p:spPr>
            <a:xfrm>
              <a:off x="2161874" y="3833991"/>
              <a:ext cx="2923513" cy="881009"/>
            </a:xfrm>
            <a:custGeom>
              <a:avLst/>
              <a:gdLst>
                <a:gd name="connsiteX0" fmla="*/ 0 w 2702625"/>
                <a:gd name="connsiteY0" fmla="*/ 0 h 1081050"/>
                <a:gd name="connsiteX1" fmla="*/ 2162100 w 2702625"/>
                <a:gd name="connsiteY1" fmla="*/ 0 h 1081050"/>
                <a:gd name="connsiteX2" fmla="*/ 2702625 w 2702625"/>
                <a:gd name="connsiteY2" fmla="*/ 540525 h 1081050"/>
                <a:gd name="connsiteX3" fmla="*/ 2162100 w 2702625"/>
                <a:gd name="connsiteY3" fmla="*/ 1081050 h 1081050"/>
                <a:gd name="connsiteX4" fmla="*/ 0 w 2702625"/>
                <a:gd name="connsiteY4" fmla="*/ 1081050 h 1081050"/>
                <a:gd name="connsiteX5" fmla="*/ 540525 w 2702625"/>
                <a:gd name="connsiteY5" fmla="*/ 540525 h 1081050"/>
                <a:gd name="connsiteX6" fmla="*/ 0 w 2702625"/>
                <a:gd name="connsiteY6" fmla="*/ 0 h 1081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2625" h="1081050">
                  <a:moveTo>
                    <a:pt x="0" y="0"/>
                  </a:moveTo>
                  <a:lnTo>
                    <a:pt x="2162100" y="0"/>
                  </a:lnTo>
                  <a:lnTo>
                    <a:pt x="2702625" y="540525"/>
                  </a:lnTo>
                  <a:lnTo>
                    <a:pt x="2162100" y="1081050"/>
                  </a:lnTo>
                  <a:lnTo>
                    <a:pt x="0" y="1081050"/>
                  </a:lnTo>
                  <a:lnTo>
                    <a:pt x="540525" y="5405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85000"/>
                <a:alpha val="65000"/>
              </a:schemeClr>
            </a:solid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822960" tIns="182880" rIns="365760" bIns="182880" numCol="1" spcCol="1270" anchor="ctr" anchorCtr="0">
              <a:noAutofit/>
            </a:bodyPr>
            <a:lstStyle/>
            <a:p>
              <a:pPr marL="0" marR="0" lvl="0" indent="0" algn="l" defTabSz="8001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000" b="1" spc="50" dirty="0" smtClean="0">
                  <a:solidFill>
                    <a:srgbClr val="030553"/>
                  </a:solidFill>
                  <a:latin typeface="Avenir Heavy" panose="02000503020000020003" pitchFamily="2" charset="0"/>
                </a:rPr>
                <a:t>Technology Stack</a:t>
              </a:r>
              <a:endParaRPr kumimoji="0" lang="en-US" sz="2000" b="1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endParaRPr>
            </a:p>
            <a:p>
              <a:pPr marL="0" marR="0" lvl="0" indent="0" algn="l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Book" panose="02000503020000020003" pitchFamily="2" charset="0"/>
                <a:ea typeface="+mn-ea"/>
                <a:cs typeface="+mn-cs"/>
              </a:endParaRPr>
            </a:p>
          </p:txBody>
        </p:sp>
        <p:sp>
          <p:nvSpPr>
            <p:cNvPr id="30" name="Freeform 18">
              <a:extLst>
                <a:ext uri="{FF2B5EF4-FFF2-40B4-BE49-F238E27FC236}">
                  <a16:creationId xmlns:a16="http://schemas.microsoft.com/office/drawing/2014/main" xmlns="" id="{004088DA-F734-CB62-BB61-8BAA880AEA9D}"/>
                </a:ext>
              </a:extLst>
            </p:cNvPr>
            <p:cNvSpPr/>
            <p:nvPr/>
          </p:nvSpPr>
          <p:spPr>
            <a:xfrm>
              <a:off x="4495677" y="3833991"/>
              <a:ext cx="2979406" cy="881009"/>
            </a:xfrm>
            <a:custGeom>
              <a:avLst/>
              <a:gdLst>
                <a:gd name="connsiteX0" fmla="*/ 0 w 2702625"/>
                <a:gd name="connsiteY0" fmla="*/ 0 h 1081050"/>
                <a:gd name="connsiteX1" fmla="*/ 2162100 w 2702625"/>
                <a:gd name="connsiteY1" fmla="*/ 0 h 1081050"/>
                <a:gd name="connsiteX2" fmla="*/ 2702625 w 2702625"/>
                <a:gd name="connsiteY2" fmla="*/ 540525 h 1081050"/>
                <a:gd name="connsiteX3" fmla="*/ 2162100 w 2702625"/>
                <a:gd name="connsiteY3" fmla="*/ 1081050 h 1081050"/>
                <a:gd name="connsiteX4" fmla="*/ 0 w 2702625"/>
                <a:gd name="connsiteY4" fmla="*/ 1081050 h 1081050"/>
                <a:gd name="connsiteX5" fmla="*/ 540525 w 2702625"/>
                <a:gd name="connsiteY5" fmla="*/ 540525 h 1081050"/>
                <a:gd name="connsiteX6" fmla="*/ 0 w 2702625"/>
                <a:gd name="connsiteY6" fmla="*/ 0 h 1081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2625" h="1081050">
                  <a:moveTo>
                    <a:pt x="0" y="0"/>
                  </a:moveTo>
                  <a:lnTo>
                    <a:pt x="2162100" y="0"/>
                  </a:lnTo>
                  <a:lnTo>
                    <a:pt x="2702625" y="540525"/>
                  </a:lnTo>
                  <a:lnTo>
                    <a:pt x="2162100" y="1081050"/>
                  </a:lnTo>
                  <a:lnTo>
                    <a:pt x="0" y="1081050"/>
                  </a:lnTo>
                  <a:lnTo>
                    <a:pt x="540525" y="5405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30553">
                <a:alpha val="70000"/>
              </a:srgbClr>
            </a:solid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822960" tIns="182880" rIns="365760" bIns="182880" numCol="1" spcCol="1270" anchor="ctr" anchorCtr="0">
              <a:noAutofit/>
            </a:bodyPr>
            <a:lstStyle/>
            <a:p>
              <a:pPr marL="0" marR="0" lvl="0" indent="0" algn="l" defTabSz="8001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000" b="1" spc="50" dirty="0" smtClean="0">
                  <a:solidFill>
                    <a:srgbClr val="FFFFFF"/>
                  </a:solidFill>
                  <a:latin typeface="Avenir Heavy" panose="02000503020000020003" pitchFamily="2" charset="0"/>
                </a:rPr>
                <a:t>Data Privacy</a:t>
              </a:r>
              <a:endParaRPr kumimoji="0" lang="en-US" sz="2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endParaRPr>
            </a:p>
            <a:p>
              <a:pPr marL="0" marR="0" lvl="0" indent="0" algn="l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Book" panose="02000503020000020003" pitchFamily="2" charset="0"/>
                <a:ea typeface="+mn-ea"/>
                <a:cs typeface="+mn-cs"/>
              </a:endParaRPr>
            </a:p>
          </p:txBody>
        </p:sp>
        <p:sp>
          <p:nvSpPr>
            <p:cNvPr id="31" name="Freeform 19">
              <a:extLst>
                <a:ext uri="{FF2B5EF4-FFF2-40B4-BE49-F238E27FC236}">
                  <a16:creationId xmlns:a16="http://schemas.microsoft.com/office/drawing/2014/main" xmlns="" id="{47CF5BA0-79E3-C49D-0AF2-517AEECB09D0}"/>
                </a:ext>
              </a:extLst>
            </p:cNvPr>
            <p:cNvSpPr/>
            <p:nvPr/>
          </p:nvSpPr>
          <p:spPr>
            <a:xfrm>
              <a:off x="6885372" y="3833991"/>
              <a:ext cx="2923513" cy="881009"/>
            </a:xfrm>
            <a:custGeom>
              <a:avLst/>
              <a:gdLst>
                <a:gd name="connsiteX0" fmla="*/ 0 w 2702625"/>
                <a:gd name="connsiteY0" fmla="*/ 0 h 1081050"/>
                <a:gd name="connsiteX1" fmla="*/ 2162100 w 2702625"/>
                <a:gd name="connsiteY1" fmla="*/ 0 h 1081050"/>
                <a:gd name="connsiteX2" fmla="*/ 2702625 w 2702625"/>
                <a:gd name="connsiteY2" fmla="*/ 540525 h 1081050"/>
                <a:gd name="connsiteX3" fmla="*/ 2162100 w 2702625"/>
                <a:gd name="connsiteY3" fmla="*/ 1081050 h 1081050"/>
                <a:gd name="connsiteX4" fmla="*/ 0 w 2702625"/>
                <a:gd name="connsiteY4" fmla="*/ 1081050 h 1081050"/>
                <a:gd name="connsiteX5" fmla="*/ 540525 w 2702625"/>
                <a:gd name="connsiteY5" fmla="*/ 540525 h 1081050"/>
                <a:gd name="connsiteX6" fmla="*/ 0 w 2702625"/>
                <a:gd name="connsiteY6" fmla="*/ 0 h 1081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2625" h="1081050">
                  <a:moveTo>
                    <a:pt x="0" y="0"/>
                  </a:moveTo>
                  <a:lnTo>
                    <a:pt x="2162100" y="0"/>
                  </a:lnTo>
                  <a:lnTo>
                    <a:pt x="2702625" y="540525"/>
                  </a:lnTo>
                  <a:lnTo>
                    <a:pt x="2162100" y="1081050"/>
                  </a:lnTo>
                  <a:lnTo>
                    <a:pt x="0" y="1081050"/>
                  </a:lnTo>
                  <a:lnTo>
                    <a:pt x="540525" y="5405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30553">
                <a:alpha val="90000"/>
              </a:srgbClr>
            </a:solid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822960" tIns="182880" rIns="365760" bIns="182880" numCol="1" spcCol="1270" anchor="ctr" anchorCtr="0">
              <a:noAutofit/>
            </a:bodyPr>
            <a:lstStyle/>
            <a:p>
              <a:pPr marL="0" marR="0" lvl="0" indent="0" algn="l" defTabSz="8001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000" b="1" spc="50" dirty="0" smtClean="0">
                  <a:solidFill>
                    <a:srgbClr val="FFFFFF"/>
                  </a:solidFill>
                  <a:latin typeface="Avenir Heavy" panose="02000503020000020003" pitchFamily="2" charset="0"/>
                </a:rPr>
                <a:t>Performance Optimization</a:t>
              </a:r>
              <a:endParaRPr kumimoji="0" lang="en-US" sz="2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endParaRPr>
            </a:p>
            <a:p>
              <a:pPr marL="0" marR="0" lvl="0" indent="0" algn="l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Book" panose="02000503020000020003" pitchFamily="2" charset="0"/>
                <a:ea typeface="+mn-ea"/>
                <a:cs typeface="+mn-cs"/>
              </a:endParaRPr>
            </a:p>
          </p:txBody>
        </p:sp>
        <p:sp>
          <p:nvSpPr>
            <p:cNvPr id="32" name="Freeform 20">
              <a:extLst>
                <a:ext uri="{FF2B5EF4-FFF2-40B4-BE49-F238E27FC236}">
                  <a16:creationId xmlns:a16="http://schemas.microsoft.com/office/drawing/2014/main" xmlns="" id="{AC0F72C7-D890-FC6B-9838-C9BA125DC139}"/>
                </a:ext>
              </a:extLst>
            </p:cNvPr>
            <p:cNvSpPr/>
            <p:nvPr/>
          </p:nvSpPr>
          <p:spPr>
            <a:xfrm>
              <a:off x="9219175" y="3833157"/>
              <a:ext cx="2878556" cy="881009"/>
            </a:xfrm>
            <a:custGeom>
              <a:avLst/>
              <a:gdLst>
                <a:gd name="connsiteX0" fmla="*/ 0 w 2702625"/>
                <a:gd name="connsiteY0" fmla="*/ 0 h 1078996"/>
                <a:gd name="connsiteX1" fmla="*/ 2163127 w 2702625"/>
                <a:gd name="connsiteY1" fmla="*/ 0 h 1078996"/>
                <a:gd name="connsiteX2" fmla="*/ 2702625 w 2702625"/>
                <a:gd name="connsiteY2" fmla="*/ 539498 h 1078996"/>
                <a:gd name="connsiteX3" fmla="*/ 2163127 w 2702625"/>
                <a:gd name="connsiteY3" fmla="*/ 1078996 h 1078996"/>
                <a:gd name="connsiteX4" fmla="*/ 0 w 2702625"/>
                <a:gd name="connsiteY4" fmla="*/ 1078996 h 1078996"/>
                <a:gd name="connsiteX5" fmla="*/ 539498 w 2702625"/>
                <a:gd name="connsiteY5" fmla="*/ 539498 h 1078996"/>
                <a:gd name="connsiteX6" fmla="*/ 0 w 2702625"/>
                <a:gd name="connsiteY6" fmla="*/ 0 h 1078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2625" h="1078996">
                  <a:moveTo>
                    <a:pt x="0" y="0"/>
                  </a:moveTo>
                  <a:lnTo>
                    <a:pt x="2163127" y="0"/>
                  </a:lnTo>
                  <a:lnTo>
                    <a:pt x="2702625" y="539498"/>
                  </a:lnTo>
                  <a:lnTo>
                    <a:pt x="2163127" y="1078996"/>
                  </a:lnTo>
                  <a:lnTo>
                    <a:pt x="0" y="1078996"/>
                  </a:lnTo>
                  <a:lnTo>
                    <a:pt x="539498" y="5394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30553"/>
            </a:solid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822960" tIns="182880" rIns="365760" bIns="182880" numCol="1" spcCol="1270" anchor="ctr" anchorCtr="0">
              <a:noAutofit/>
            </a:bodyPr>
            <a:lstStyle/>
            <a:p>
              <a:pPr marL="0" marR="0" lvl="0" indent="0" algn="l" defTabSz="8001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000" b="1" spc="50" dirty="0" smtClean="0">
                  <a:solidFill>
                    <a:srgbClr val="FFFFFF"/>
                  </a:solidFill>
                  <a:latin typeface="Avenir Heavy" panose="02000503020000020003" pitchFamily="2" charset="0"/>
                </a:rPr>
                <a:t>Offline Functionality</a:t>
              </a:r>
              <a:endParaRPr kumimoji="0" lang="en-US" sz="2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endParaRPr>
            </a:p>
            <a:p>
              <a:pPr marL="0" marR="0" lvl="0" indent="0" algn="l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Book" panose="02000503020000020003" pitchFamily="2" charset="0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D8C99B58-F005-E2E5-3428-9FF2234D1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788855"/>
            <a:ext cx="11398090" cy="1553680"/>
          </a:xfrm>
        </p:spPr>
        <p:txBody>
          <a:bodyPr/>
          <a:lstStyle/>
          <a:p>
            <a:r>
              <a:rPr lang="en-US" sz="4400" dirty="0" smtClean="0">
                <a:solidFill>
                  <a:srgbClr val="030553"/>
                </a:solidFill>
                <a:latin typeface="Arial Black" panose="020B0A04020102020204" pitchFamily="34" charset="0"/>
              </a:rPr>
              <a:t>Implementation Consideration</a:t>
            </a:r>
            <a:endParaRPr lang="en-US" sz="4400" dirty="0">
              <a:solidFill>
                <a:srgbClr val="030553"/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455FBFE-22FC-0622-D5CB-2219B82ED72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5C7AAE-A677-454A-8BDB-62A0650ACE98}" type="slidenum">
              <a:rPr kumimoji="0" lang="en-US" sz="1200" b="0" i="0" u="none" strike="noStrike" kern="1200" cap="none" spc="50" normalizeH="0" baseline="0" noProof="0" smtClean="0">
                <a:ln>
                  <a:noFill/>
                </a:ln>
                <a:solidFill>
                  <a:srgbClr val="E1C9C1">
                    <a:lumMod val="90000"/>
                  </a:srgbClr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E1C9C1">
                  <a:lumMod val="90000"/>
                </a:srgbClr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21145A64-4C87-5154-7482-63D91052D1A2}"/>
              </a:ext>
            </a:extLst>
          </p:cNvPr>
          <p:cNvSpPr txBox="1"/>
          <p:nvPr/>
        </p:nvSpPr>
        <p:spPr>
          <a:xfrm>
            <a:off x="2259660" y="1826899"/>
            <a:ext cx="152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800" b="1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rPr>
              <a:t>1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BAE070CA-8B6F-E686-6A40-8BBEC354C801}"/>
              </a:ext>
            </a:extLst>
          </p:cNvPr>
          <p:cNvSpPr txBox="1"/>
          <p:nvPr/>
        </p:nvSpPr>
        <p:spPr>
          <a:xfrm>
            <a:off x="6688357" y="1824565"/>
            <a:ext cx="152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800" b="1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rPr>
              <a:t> 3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A24DD3C5-0E3F-5863-256B-65D03C69D617}"/>
              </a:ext>
            </a:extLst>
          </p:cNvPr>
          <p:cNvSpPr txBox="1"/>
          <p:nvPr/>
        </p:nvSpPr>
        <p:spPr>
          <a:xfrm>
            <a:off x="4585792" y="1826899"/>
            <a:ext cx="152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800" b="1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rPr>
              <a:t>2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609C2E6E-310B-BFC0-2640-E02247FD37D2}"/>
              </a:ext>
            </a:extLst>
          </p:cNvPr>
          <p:cNvSpPr txBox="1"/>
          <p:nvPr/>
        </p:nvSpPr>
        <p:spPr>
          <a:xfrm>
            <a:off x="8854671" y="1824565"/>
            <a:ext cx="152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800" b="1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rPr>
              <a:t> 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0229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xmlns="" id="{5C53A30A-4B1D-5E9A-F615-38DD081DC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104" y="2335500"/>
            <a:ext cx="6735597" cy="3793838"/>
          </a:xfrm>
        </p:spPr>
        <p:txBody>
          <a:bodyPr bIns="0"/>
          <a:lstStyle/>
          <a:p>
            <a:r>
              <a:rPr lang="en-US" altLang="zh-CN" sz="6600" dirty="0">
                <a:solidFill>
                  <a:srgbClr val="002060"/>
                </a:solidFill>
              </a:rPr>
              <a:t>Conclusion</a:t>
            </a:r>
            <a:r>
              <a:rPr lang="en-US" altLang="zh-CN" dirty="0">
                <a:solidFill>
                  <a:srgbClr val="002060"/>
                </a:solidFill>
              </a:rPr>
              <a:t> </a:t>
            </a:r>
            <a:br>
              <a:rPr lang="en-US" altLang="zh-CN" dirty="0">
                <a:solidFill>
                  <a:srgbClr val="002060"/>
                </a:solidFill>
              </a:rPr>
            </a:b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xmlns="" id="{89C32DD0-BD2F-6524-4667-DB5E224F949E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3676" t="-1313" r="45954" b="1313"/>
          <a:stretch/>
        </p:blipFill>
        <p:spPr>
          <a:xfrm>
            <a:off x="6316788" y="1256403"/>
            <a:ext cx="3433914" cy="4541837"/>
          </a:xfrm>
        </p:spPr>
      </p:pic>
    </p:spTree>
    <p:extLst>
      <p:ext uri="{BB962C8B-B14F-4D97-AF65-F5344CB8AC3E}">
        <p14:creationId xmlns:p14="http://schemas.microsoft.com/office/powerpoint/2010/main" val="1293122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EEDF166-70CC-C2F7-9854-12BB6D109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015" y="1597866"/>
            <a:ext cx="9758710" cy="3570255"/>
          </a:xfrm>
        </p:spPr>
        <p:txBody>
          <a:bodyPr/>
          <a:lstStyle/>
          <a:p>
            <a:r>
              <a:rPr lang="en-US" altLang="zh-CN" sz="8800" dirty="0">
                <a:solidFill>
                  <a:srgbClr val="030553"/>
                </a:solidFill>
              </a:rPr>
              <a:t>Thank You</a:t>
            </a:r>
            <a:endParaRPr lang="zh-CN" altLang="en-US" sz="8800" dirty="0">
              <a:solidFill>
                <a:srgbClr val="0305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3925577"/>
      </p:ext>
    </p:extLst>
  </p:cSld>
  <p:clrMapOvr>
    <a:masterClrMapping/>
  </p:clrMapOvr>
</p:sld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33668227_win32_fixed" id="{17DD1A52-D3DE-4BC7-AB4E-5ED952CBB3F4}" vid="{D8C85220-06A0-4E3D-954C-BC12E2647BFB}"/>
    </a:ext>
  </a:extLst>
</a:theme>
</file>

<file path=ppt/theme/theme2.xml><?xml version="1.0" encoding="utf-8"?>
<a:theme xmlns:a="http://schemas.openxmlformats.org/drawingml/2006/main" name="Custom Design">
  <a:themeElements>
    <a:clrScheme name="Product-Summary">
      <a:dk1>
        <a:srgbClr val="000000"/>
      </a:dk1>
      <a:lt1>
        <a:srgbClr val="FFFFFF"/>
      </a:lt1>
      <a:dk2>
        <a:srgbClr val="C16548"/>
      </a:dk2>
      <a:lt2>
        <a:srgbClr val="E7E6E6"/>
      </a:lt2>
      <a:accent1>
        <a:srgbClr val="C16548"/>
      </a:accent1>
      <a:accent2>
        <a:srgbClr val="E1C9C1"/>
      </a:accent2>
      <a:accent3>
        <a:srgbClr val="EFE9E7"/>
      </a:accent3>
      <a:accent4>
        <a:srgbClr val="7C8C5F"/>
      </a:accent4>
      <a:accent5>
        <a:srgbClr val="DAE7C3"/>
      </a:accent5>
      <a:accent6>
        <a:srgbClr val="ECF1E3"/>
      </a:accent6>
      <a:hlink>
        <a:srgbClr val="0563C1"/>
      </a:hlink>
      <a:folHlink>
        <a:srgbClr val="954F72"/>
      </a:folHlink>
    </a:clrScheme>
    <a:fontScheme name="Custom 11">
      <a:majorFont>
        <a:latin typeface="Felix Titling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vert="horz" lIns="0" tIns="0" rIns="0" bIns="0" rtlCol="0" anchor="t">
        <a:noAutofit/>
      </a:bodyPr>
      <a:lstStyle>
        <a:defPPr algn="l">
          <a:defRPr sz="75000" spc="500" dirty="0">
            <a:solidFill>
              <a:srgbClr val="C16548">
                <a:alpha val="5000"/>
              </a:srgbClr>
            </a:solidFill>
            <a:latin typeface="Felix Titling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">
  <a:themeElements>
    <a:clrScheme name="2.27方案3">
      <a:dk1>
        <a:sysClr val="windowText" lastClr="000000"/>
      </a:dk1>
      <a:lt1>
        <a:sysClr val="window" lastClr="FFFFFF"/>
      </a:lt1>
      <a:dk2>
        <a:srgbClr val="1453D4"/>
      </a:dk2>
      <a:lt2>
        <a:srgbClr val="DBEFF9"/>
      </a:lt2>
      <a:accent1>
        <a:srgbClr val="9BEAFF"/>
      </a:accent1>
      <a:accent2>
        <a:srgbClr val="70A7F3"/>
      </a:accent2>
      <a:accent3>
        <a:srgbClr val="32B7F3"/>
      </a:accent3>
      <a:accent4>
        <a:srgbClr val="071D28"/>
      </a:accent4>
      <a:accent5>
        <a:srgbClr val="598196"/>
      </a:accent5>
      <a:accent6>
        <a:srgbClr val="50BBC1"/>
      </a:accent6>
      <a:hlink>
        <a:srgbClr val="2995AD"/>
      </a:hlink>
      <a:folHlink>
        <a:srgbClr val="85DFD0"/>
      </a:folHlink>
    </a:clrScheme>
    <a:fontScheme name="Custom 2">
      <a:majorFont>
        <a:latin typeface="Arial"/>
        <a:ea typeface=""/>
        <a:cs typeface=""/>
      </a:majorFont>
      <a:minorFont>
        <a:latin typeface="Aptos"/>
        <a:ea typeface="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/>
          <a:srcRect/>
          <a:stretch>
            <a:fillRect t="-18412" b="-39640"/>
          </a:stretch>
        </a:blipFill>
        <a:ln>
          <a:noFill/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1_Custom">
  <a:themeElements>
    <a:clrScheme name="OP_001_Biz Presentation_Personal Budgeting_250210_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1871CA"/>
      </a:accent1>
      <a:accent2>
        <a:srgbClr val="F6C94C"/>
      </a:accent2>
      <a:accent3>
        <a:srgbClr val="02C9CE"/>
      </a:accent3>
      <a:accent4>
        <a:srgbClr val="92D050"/>
      </a:accent4>
      <a:accent5>
        <a:srgbClr val="8E7EF0"/>
      </a:accent5>
      <a:accent6>
        <a:srgbClr val="D90909"/>
      </a:accent6>
      <a:hlink>
        <a:srgbClr val="ED861F"/>
      </a:hlink>
      <a:folHlink>
        <a:srgbClr val="979797"/>
      </a:folHlink>
    </a:clrScheme>
    <a:fontScheme name="Custom">
      <a:majorFont>
        <a:latin typeface="Segoe UI Black"/>
        <a:ea typeface=""/>
        <a:cs typeface=""/>
      </a:majorFont>
      <a:minorFont>
        <a:latin typeface="Arial"/>
        <a:ea typeface="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PLUS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4" ma:contentTypeDescription="Create a new document." ma:contentTypeScope="" ma:versionID="2d714a3296df14eba7a100bb665443ca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49549bf45bfbbfb6cffed527380e77e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71421E6-0B73-4301-8D1C-0131DB42FA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9900F64-9193-44F8-BD63-E681103777C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10CA4BDF-ECBC-4F8E-8F31-E58428FA4B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811</TotalTime>
  <Words>250</Words>
  <Application>Microsoft Office PowerPoint</Application>
  <PresentationFormat>Widescreen</PresentationFormat>
  <Paragraphs>95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24</vt:i4>
      </vt:variant>
    </vt:vector>
  </HeadingPairs>
  <TitlesOfParts>
    <vt:vector size="42" baseType="lpstr">
      <vt:lpstr>Aptos</vt:lpstr>
      <vt:lpstr>Arial</vt:lpstr>
      <vt:lpstr>Arial Black</vt:lpstr>
      <vt:lpstr>Avenir Book</vt:lpstr>
      <vt:lpstr>Avenir Heavy</vt:lpstr>
      <vt:lpstr>Avenir Next LT Pro</vt:lpstr>
      <vt:lpstr>Calibri</vt:lpstr>
      <vt:lpstr>Calibri Light</vt:lpstr>
      <vt:lpstr>Felix Titling</vt:lpstr>
      <vt:lpstr>Georgia</vt:lpstr>
      <vt:lpstr>Segoe UI</vt:lpstr>
      <vt:lpstr>Segoe UI Black</vt:lpstr>
      <vt:lpstr>等线</vt:lpstr>
      <vt:lpstr>等线 Light</vt:lpstr>
      <vt:lpstr>Office Theme</vt:lpstr>
      <vt:lpstr>Custom Design</vt:lpstr>
      <vt:lpstr>Custom</vt:lpstr>
      <vt:lpstr>1_Custom</vt:lpstr>
      <vt:lpstr>System Modelling &amp; Design </vt:lpstr>
      <vt:lpstr>Agenda</vt:lpstr>
      <vt:lpstr>Introduction</vt:lpstr>
      <vt:lpstr>System Design Overview</vt:lpstr>
      <vt:lpstr>System Architecture</vt:lpstr>
      <vt:lpstr>uml uml uml diagrams diagrams diagrams diagrams</vt:lpstr>
      <vt:lpstr>Context Diagram</vt:lpstr>
      <vt:lpstr>Context Diagram</vt:lpstr>
      <vt:lpstr>Dataflow Diagram</vt:lpstr>
      <vt:lpstr>DataFlow Diagram</vt:lpstr>
      <vt:lpstr>Use Case Diagram</vt:lpstr>
      <vt:lpstr>UseCase Diagram</vt:lpstr>
      <vt:lpstr>Sequence Diagram</vt:lpstr>
      <vt:lpstr>Sequence Diagram</vt:lpstr>
      <vt:lpstr>Class Diagram</vt:lpstr>
      <vt:lpstr>Class Diagram</vt:lpstr>
      <vt:lpstr>Deployment Diagram</vt:lpstr>
      <vt:lpstr>Deplyment Diagram</vt:lpstr>
      <vt:lpstr>Design design​ design analysis analysis analysis analysis</vt:lpstr>
      <vt:lpstr>PowerPoint Presentation</vt:lpstr>
      <vt:lpstr>Design Strengths</vt:lpstr>
      <vt:lpstr>Implementation Consideration</vt:lpstr>
      <vt:lpstr>Conclusion  </vt:lpstr>
      <vt:lpstr>Thank You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 Modelling &amp; Design </dc:title>
  <dc:creator>User</dc:creator>
  <cp:lastModifiedBy>Acha Florivine</cp:lastModifiedBy>
  <cp:revision>91</cp:revision>
  <dcterms:created xsi:type="dcterms:W3CDTF">2022-01-19T22:30:16Z</dcterms:created>
  <dcterms:modified xsi:type="dcterms:W3CDTF">2025-05-26T23:10:37Z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